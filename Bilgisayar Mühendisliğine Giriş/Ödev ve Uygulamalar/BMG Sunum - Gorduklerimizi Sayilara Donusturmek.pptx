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docProps/custom.xml" ContentType="application/vnd.openxmlformats-officedocument.custom-propertie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00" d="100"/>
          <a:sy n="100" d="100"/>
        </p:scale>
        <p:origin x="378" y="90"/>
      </p:cViewPr>
      <p:guideLst>
        <p:guide pos="3839"/>
        <p:guide pos="2159"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77082597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4107970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
            </a:fld>
            <a:endParaRPr lang="en-US"/>
          </a:p>
        </p:txBody>
      </p:sp>
      <p:sp>
        <p:nvSpPr>
          <p:cNvPr id="144000412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62503104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142345396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73730074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5849306" name="Slide Image Placeholder 1"/>
          <p:cNvSpPr>
            <a:spLocks noChangeAspect="1" noGrp="1" noRot="1"/>
          </p:cNvSpPr>
          <p:nvPr>
            <p:ph type="sldImg"/>
          </p:nvPr>
        </p:nvSpPr>
        <p:spPr bwMode="auto">
          <a:xfrm>
            <a:off x="685800" y="1143000"/>
            <a:ext cx="5486400" cy="3086100"/>
          </a:xfrm>
        </p:spPr>
      </p:sp>
      <p:sp>
        <p:nvSpPr>
          <p:cNvPr id="1018226754" name="Notes Placeholder 2"/>
          <p:cNvSpPr>
            <a:spLocks noGrp="1"/>
          </p:cNvSpPr>
          <p:nvPr>
            <p:ph type="body" idx="1"/>
          </p:nvPr>
        </p:nvSpPr>
        <p:spPr bwMode="auto"/>
        <p:txBody>
          <a:bodyPr/>
          <a:lstStyle/>
          <a:p>
            <a:pPr>
              <a:defRPr/>
            </a:pPr>
            <a:endParaRPr lang="en-US">
              <a:latin typeface="Arial"/>
              <a:cs typeface="Arial"/>
            </a:endParaRPr>
          </a:p>
        </p:txBody>
      </p:sp>
      <p:sp>
        <p:nvSpPr>
          <p:cNvPr id="1884974935" name="Slide Number Placeholder 3"/>
          <p:cNvSpPr>
            <a:spLocks noGrp="1"/>
          </p:cNvSpPr>
          <p:nvPr>
            <p:ph type="sldNum" sz="quarter" idx="10"/>
          </p:nvPr>
        </p:nvSpPr>
        <p:spPr bwMode="auto"/>
        <p:txBody>
          <a:bodyPr/>
          <a:lstStyle/>
          <a:p>
            <a:pPr>
              <a:defRPr/>
            </a:pPr>
            <a:fld id="{2E6999B8-B6B4-4561-A3CD-BBCDAB9FC9D9}" type="slidenum">
              <a:rPr lang="en-US"/>
              <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6532" name="Slide Image Placeholder 1"/>
          <p:cNvSpPr>
            <a:spLocks noChangeAspect="1" noGrp="1" noRot="1"/>
          </p:cNvSpPr>
          <p:nvPr>
            <p:ph type="sldImg"/>
          </p:nvPr>
        </p:nvSpPr>
        <p:spPr bwMode="auto"/>
      </p:sp>
      <p:sp>
        <p:nvSpPr>
          <p:cNvPr id="853795125" name="Notes Placeholder 2"/>
          <p:cNvSpPr>
            <a:spLocks noGrp="1"/>
          </p:cNvSpPr>
          <p:nvPr>
            <p:ph type="body" idx="1"/>
          </p:nvPr>
        </p:nvSpPr>
        <p:spPr bwMode="auto"/>
        <p:txBody>
          <a:bodyPr/>
          <a:lstStyle/>
          <a:p>
            <a:pPr>
              <a:defRPr/>
            </a:pPr>
            <a:endParaRPr/>
          </a:p>
        </p:txBody>
      </p:sp>
      <p:sp>
        <p:nvSpPr>
          <p:cNvPr id="822445860" name="Slide Number Placeholder 3"/>
          <p:cNvSpPr>
            <a:spLocks noGrp="1"/>
          </p:cNvSpPr>
          <p:nvPr>
            <p:ph type="sldNum" sz="quarter" idx="10"/>
          </p:nvPr>
        </p:nvSpPr>
        <p:spPr bwMode="auto"/>
        <p:txBody>
          <a:bodyPr/>
          <a:lstStyle/>
          <a:p>
            <a:pPr>
              <a:defRPr/>
            </a:pPr>
            <a:fld id="{0C740260-197B-321F-01F9-5A51986C3EF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3873751" name="Slide Image Placeholder 1"/>
          <p:cNvSpPr>
            <a:spLocks noChangeAspect="1" noGrp="1" noRot="1"/>
          </p:cNvSpPr>
          <p:nvPr>
            <p:ph type="sldImg"/>
          </p:nvPr>
        </p:nvSpPr>
        <p:spPr bwMode="auto"/>
      </p:sp>
      <p:sp>
        <p:nvSpPr>
          <p:cNvPr id="2049859158" name="Notes Placeholder 2"/>
          <p:cNvSpPr>
            <a:spLocks noGrp="1"/>
          </p:cNvSpPr>
          <p:nvPr>
            <p:ph type="body" idx="1"/>
          </p:nvPr>
        </p:nvSpPr>
        <p:spPr bwMode="auto"/>
        <p:txBody>
          <a:bodyPr/>
          <a:lstStyle/>
          <a:p>
            <a:pPr>
              <a:defRPr/>
            </a:pPr>
            <a:endParaRPr/>
          </a:p>
        </p:txBody>
      </p:sp>
      <p:sp>
        <p:nvSpPr>
          <p:cNvPr id="1266713082" name="Slide Number Placeholder 3"/>
          <p:cNvSpPr>
            <a:spLocks noGrp="1"/>
          </p:cNvSpPr>
          <p:nvPr>
            <p:ph type="sldNum" sz="quarter" idx="10"/>
          </p:nvPr>
        </p:nvSpPr>
        <p:spPr bwMode="auto"/>
        <p:txBody>
          <a:bodyPr/>
          <a:lstStyle/>
          <a:p>
            <a:pPr>
              <a:defRPr/>
            </a:pPr>
            <a:fld id="{EFCBE573-7D71-12FC-70AA-49EAB0D7AB05}"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6901909" name="Slide Image Placeholder 1"/>
          <p:cNvSpPr>
            <a:spLocks noChangeAspect="1" noGrp="1" noRot="1"/>
          </p:cNvSpPr>
          <p:nvPr>
            <p:ph type="sldImg"/>
          </p:nvPr>
        </p:nvSpPr>
        <p:spPr bwMode="auto"/>
      </p:sp>
      <p:sp>
        <p:nvSpPr>
          <p:cNvPr id="1461701033" name="Notes Placeholder 2"/>
          <p:cNvSpPr>
            <a:spLocks noGrp="1"/>
          </p:cNvSpPr>
          <p:nvPr>
            <p:ph type="body" idx="1"/>
          </p:nvPr>
        </p:nvSpPr>
        <p:spPr bwMode="auto"/>
        <p:txBody>
          <a:bodyPr/>
          <a:lstStyle/>
          <a:p>
            <a:pPr>
              <a:defRPr/>
            </a:pPr>
            <a:endParaRPr/>
          </a:p>
        </p:txBody>
      </p:sp>
      <p:sp>
        <p:nvSpPr>
          <p:cNvPr id="1890175365"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2537786" name="Slide Image Placeholder 1"/>
          <p:cNvSpPr>
            <a:spLocks noChangeAspect="1" noGrp="1" noRot="1"/>
          </p:cNvSpPr>
          <p:nvPr>
            <p:ph type="sldImg"/>
          </p:nvPr>
        </p:nvSpPr>
        <p:spPr bwMode="auto"/>
      </p:sp>
      <p:sp>
        <p:nvSpPr>
          <p:cNvPr id="1423826654" name="Notes Placeholder 2"/>
          <p:cNvSpPr>
            <a:spLocks noGrp="1"/>
          </p:cNvSpPr>
          <p:nvPr>
            <p:ph type="body" idx="1"/>
          </p:nvPr>
        </p:nvSpPr>
        <p:spPr bwMode="auto"/>
        <p:txBody>
          <a:bodyPr/>
          <a:lstStyle/>
          <a:p>
            <a:pPr>
              <a:defRPr/>
            </a:pPr>
            <a:endParaRPr/>
          </a:p>
        </p:txBody>
      </p:sp>
      <p:sp>
        <p:nvSpPr>
          <p:cNvPr id="342125455"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6502087" name="Slide Image Placeholder 1"/>
          <p:cNvSpPr>
            <a:spLocks noChangeAspect="1" noGrp="1" noRot="1"/>
          </p:cNvSpPr>
          <p:nvPr>
            <p:ph type="sldImg"/>
          </p:nvPr>
        </p:nvSpPr>
        <p:spPr bwMode="auto"/>
      </p:sp>
      <p:sp>
        <p:nvSpPr>
          <p:cNvPr id="1263877695" name="Notes Placeholder 2"/>
          <p:cNvSpPr>
            <a:spLocks noGrp="1"/>
          </p:cNvSpPr>
          <p:nvPr>
            <p:ph type="body" idx="1"/>
          </p:nvPr>
        </p:nvSpPr>
        <p:spPr bwMode="auto"/>
        <p:txBody>
          <a:bodyPr/>
          <a:lstStyle/>
          <a:p>
            <a:pPr>
              <a:defRPr/>
            </a:pPr>
            <a:endParaRPr/>
          </a:p>
        </p:txBody>
      </p:sp>
      <p:sp>
        <p:nvSpPr>
          <p:cNvPr id="921594687"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6402179" name="Slide Image Placeholder 1"/>
          <p:cNvSpPr>
            <a:spLocks noChangeAspect="1" noGrp="1" noRot="1"/>
          </p:cNvSpPr>
          <p:nvPr>
            <p:ph type="sldImg"/>
          </p:nvPr>
        </p:nvSpPr>
        <p:spPr bwMode="auto"/>
      </p:sp>
      <p:sp>
        <p:nvSpPr>
          <p:cNvPr id="690959923" name="Notes Placeholder 2"/>
          <p:cNvSpPr>
            <a:spLocks noGrp="1"/>
          </p:cNvSpPr>
          <p:nvPr>
            <p:ph type="body" idx="1"/>
          </p:nvPr>
        </p:nvSpPr>
        <p:spPr bwMode="auto"/>
        <p:txBody>
          <a:bodyPr/>
          <a:lstStyle/>
          <a:p>
            <a:pPr>
              <a:defRPr/>
            </a:pPr>
            <a:endParaRPr/>
          </a:p>
        </p:txBody>
      </p:sp>
      <p:sp>
        <p:nvSpPr>
          <p:cNvPr id="1133863225"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5115060" name="Slide Image Placeholder 1"/>
          <p:cNvSpPr>
            <a:spLocks noChangeAspect="1" noGrp="1" noRot="1"/>
          </p:cNvSpPr>
          <p:nvPr>
            <p:ph type="sldImg"/>
          </p:nvPr>
        </p:nvSpPr>
        <p:spPr bwMode="auto"/>
      </p:sp>
      <p:sp>
        <p:nvSpPr>
          <p:cNvPr id="1125157612" name="Notes Placeholder 2"/>
          <p:cNvSpPr>
            <a:spLocks noGrp="1"/>
          </p:cNvSpPr>
          <p:nvPr>
            <p:ph type="body" idx="1"/>
          </p:nvPr>
        </p:nvSpPr>
        <p:spPr bwMode="auto"/>
        <p:txBody>
          <a:bodyPr/>
          <a:lstStyle/>
          <a:p>
            <a:pPr>
              <a:defRPr/>
            </a:pPr>
            <a:endParaRPr/>
          </a:p>
        </p:txBody>
      </p:sp>
      <p:sp>
        <p:nvSpPr>
          <p:cNvPr id="353021983"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8664874" name="Slide Image Placeholder 1"/>
          <p:cNvSpPr>
            <a:spLocks noChangeAspect="1" noGrp="1" noRot="1"/>
          </p:cNvSpPr>
          <p:nvPr>
            <p:ph type="sldImg"/>
          </p:nvPr>
        </p:nvSpPr>
        <p:spPr bwMode="auto"/>
      </p:sp>
      <p:sp>
        <p:nvSpPr>
          <p:cNvPr id="1793282909" name="Notes Placeholder 2"/>
          <p:cNvSpPr>
            <a:spLocks noGrp="1"/>
          </p:cNvSpPr>
          <p:nvPr>
            <p:ph type="body" idx="1"/>
          </p:nvPr>
        </p:nvSpPr>
        <p:spPr bwMode="auto"/>
        <p:txBody>
          <a:bodyPr/>
          <a:lstStyle/>
          <a:p>
            <a:pPr>
              <a:defRPr/>
            </a:pPr>
            <a:endParaRPr/>
          </a:p>
        </p:txBody>
      </p:sp>
      <p:sp>
        <p:nvSpPr>
          <p:cNvPr id="1981763798"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2201817" name="Slide Image Placeholder 1"/>
          <p:cNvSpPr>
            <a:spLocks noChangeAspect="1" noGrp="1" noRot="1"/>
          </p:cNvSpPr>
          <p:nvPr>
            <p:ph type="sldImg"/>
          </p:nvPr>
        </p:nvSpPr>
        <p:spPr bwMode="auto"/>
      </p:sp>
      <p:sp>
        <p:nvSpPr>
          <p:cNvPr id="1055285976" name="Notes Placeholder 2"/>
          <p:cNvSpPr>
            <a:spLocks noGrp="1"/>
          </p:cNvSpPr>
          <p:nvPr>
            <p:ph type="body" idx="1"/>
          </p:nvPr>
        </p:nvSpPr>
        <p:spPr bwMode="auto"/>
        <p:txBody>
          <a:bodyPr/>
          <a:lstStyle/>
          <a:p>
            <a:pPr>
              <a:defRPr/>
            </a:pPr>
            <a:endParaRPr/>
          </a:p>
        </p:txBody>
      </p:sp>
      <p:sp>
        <p:nvSpPr>
          <p:cNvPr id="303377830"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3509190" name="Slide Image Placeholder 1"/>
          <p:cNvSpPr>
            <a:spLocks noChangeAspect="1" noGrp="1" noRot="1"/>
          </p:cNvSpPr>
          <p:nvPr>
            <p:ph type="sldImg"/>
          </p:nvPr>
        </p:nvSpPr>
        <p:spPr bwMode="auto"/>
      </p:sp>
      <p:sp>
        <p:nvSpPr>
          <p:cNvPr id="532600948" name="Notes Placeholder 2"/>
          <p:cNvSpPr>
            <a:spLocks noGrp="1"/>
          </p:cNvSpPr>
          <p:nvPr>
            <p:ph type="body" idx="1"/>
          </p:nvPr>
        </p:nvSpPr>
        <p:spPr bwMode="auto"/>
        <p:txBody>
          <a:bodyPr/>
          <a:lstStyle/>
          <a:p>
            <a:pPr>
              <a:defRPr/>
            </a:pPr>
            <a:endParaRPr/>
          </a:p>
        </p:txBody>
      </p:sp>
      <p:sp>
        <p:nvSpPr>
          <p:cNvPr id="546631964"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9180892" name="Slide Image Placeholder 1"/>
          <p:cNvSpPr>
            <a:spLocks noChangeAspect="1" noGrp="1" noRot="1"/>
          </p:cNvSpPr>
          <p:nvPr>
            <p:ph type="sldImg"/>
          </p:nvPr>
        </p:nvSpPr>
        <p:spPr bwMode="auto"/>
      </p:sp>
      <p:sp>
        <p:nvSpPr>
          <p:cNvPr id="1408872300" name="Notes Placeholder 2"/>
          <p:cNvSpPr>
            <a:spLocks noGrp="1"/>
          </p:cNvSpPr>
          <p:nvPr>
            <p:ph type="body" idx="1"/>
          </p:nvPr>
        </p:nvSpPr>
        <p:spPr bwMode="auto"/>
        <p:txBody>
          <a:bodyPr/>
          <a:lstStyle/>
          <a:p>
            <a:pPr>
              <a:defRPr/>
            </a:pPr>
            <a:endParaRPr/>
          </a:p>
        </p:txBody>
      </p:sp>
      <p:sp>
        <p:nvSpPr>
          <p:cNvPr id="64763542" name="Slide Number Placeholder 3"/>
          <p:cNvSpPr>
            <a:spLocks noGrp="1"/>
          </p:cNvSpPr>
          <p:nvPr>
            <p:ph type="sldNum" sz="quarter" idx="10"/>
          </p:nvPr>
        </p:nvSpPr>
        <p:spPr bwMode="auto"/>
        <p:txBody>
          <a:bodyPr/>
          <a:lstStyle/>
          <a:p>
            <a:pPr>
              <a:defRPr/>
            </a:pPr>
            <a:fld id="{395F8C14-A90E-ED44-9467-05A2AAF31DB6}"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9660064" name="Slide Image Placeholder 1"/>
          <p:cNvSpPr>
            <a:spLocks noChangeAspect="1" noGrp="1" noRot="1"/>
          </p:cNvSpPr>
          <p:nvPr>
            <p:ph type="sldImg"/>
          </p:nvPr>
        </p:nvSpPr>
        <p:spPr bwMode="auto"/>
      </p:sp>
      <p:sp>
        <p:nvSpPr>
          <p:cNvPr id="720581757" name="Notes Placeholder 2"/>
          <p:cNvSpPr>
            <a:spLocks noGrp="1"/>
          </p:cNvSpPr>
          <p:nvPr>
            <p:ph type="body" idx="1"/>
          </p:nvPr>
        </p:nvSpPr>
        <p:spPr bwMode="auto"/>
        <p:txBody>
          <a:bodyPr/>
          <a:lstStyle/>
          <a:p>
            <a:pPr>
              <a:defRPr/>
            </a:pPr>
            <a:endParaRPr/>
          </a:p>
        </p:txBody>
      </p:sp>
      <p:sp>
        <p:nvSpPr>
          <p:cNvPr id="1884749400"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7903345" name="Slide Image Placeholder 1"/>
          <p:cNvSpPr>
            <a:spLocks noChangeAspect="1" noGrp="1" noRot="1"/>
          </p:cNvSpPr>
          <p:nvPr>
            <p:ph type="sldImg"/>
          </p:nvPr>
        </p:nvSpPr>
        <p:spPr bwMode="auto"/>
      </p:sp>
      <p:sp>
        <p:nvSpPr>
          <p:cNvPr id="1907004815" name="Notes Placeholder 2"/>
          <p:cNvSpPr>
            <a:spLocks noGrp="1"/>
          </p:cNvSpPr>
          <p:nvPr>
            <p:ph type="body" idx="1"/>
          </p:nvPr>
        </p:nvSpPr>
        <p:spPr bwMode="auto"/>
        <p:txBody>
          <a:bodyPr/>
          <a:lstStyle/>
          <a:p>
            <a:pPr>
              <a:defRPr/>
            </a:pPr>
            <a:endParaRPr/>
          </a:p>
        </p:txBody>
      </p:sp>
      <p:sp>
        <p:nvSpPr>
          <p:cNvPr id="1305835222"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65165" name="Slide Image Placeholder 1"/>
          <p:cNvSpPr>
            <a:spLocks noChangeAspect="1" noGrp="1" noRot="1"/>
          </p:cNvSpPr>
          <p:nvPr>
            <p:ph type="sldImg"/>
          </p:nvPr>
        </p:nvSpPr>
        <p:spPr bwMode="auto"/>
      </p:sp>
      <p:sp>
        <p:nvSpPr>
          <p:cNvPr id="367781787" name="Notes Placeholder 2"/>
          <p:cNvSpPr>
            <a:spLocks noGrp="1"/>
          </p:cNvSpPr>
          <p:nvPr>
            <p:ph type="body" idx="1"/>
          </p:nvPr>
        </p:nvSpPr>
        <p:spPr bwMode="auto"/>
        <p:txBody>
          <a:bodyPr/>
          <a:lstStyle/>
          <a:p>
            <a:pPr>
              <a:defRPr/>
            </a:pPr>
            <a:endParaRPr/>
          </a:p>
        </p:txBody>
      </p:sp>
      <p:sp>
        <p:nvSpPr>
          <p:cNvPr id="1415879372" name="Slide Number Placeholder 3"/>
          <p:cNvSpPr>
            <a:spLocks noGrp="1"/>
          </p:cNvSpPr>
          <p:nvPr>
            <p:ph type="sldNum" sz="quarter" idx="10"/>
          </p:nvPr>
        </p:nvSpPr>
        <p:spPr bwMode="auto"/>
        <p:txBody>
          <a:bodyPr/>
          <a:lstStyle/>
          <a:p>
            <a:pPr>
              <a:defRPr/>
            </a:pPr>
            <a:fld id="{B56BA662-2906-1D92-4188-67C38D1C3BCA}"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2470971" name="Slide Image Placeholder 1"/>
          <p:cNvSpPr>
            <a:spLocks noChangeAspect="1" noGrp="1" noRot="1"/>
          </p:cNvSpPr>
          <p:nvPr>
            <p:ph type="sldImg"/>
          </p:nvPr>
        </p:nvSpPr>
        <p:spPr bwMode="auto"/>
      </p:sp>
      <p:sp>
        <p:nvSpPr>
          <p:cNvPr id="1470093858" name="Notes Placeholder 2"/>
          <p:cNvSpPr>
            <a:spLocks noGrp="1"/>
          </p:cNvSpPr>
          <p:nvPr>
            <p:ph type="body" idx="1"/>
          </p:nvPr>
        </p:nvSpPr>
        <p:spPr bwMode="auto"/>
        <p:txBody>
          <a:bodyPr/>
          <a:lstStyle/>
          <a:p>
            <a:pPr>
              <a:defRPr/>
            </a:pPr>
            <a:endParaRPr/>
          </a:p>
        </p:txBody>
      </p:sp>
      <p:sp>
        <p:nvSpPr>
          <p:cNvPr id="138204253" name="Slide Number Placeholder 3"/>
          <p:cNvSpPr>
            <a:spLocks noGrp="1"/>
          </p:cNvSpPr>
          <p:nvPr>
            <p:ph type="sldNum" sz="quarter" idx="10"/>
          </p:nvPr>
        </p:nvSpPr>
        <p:spPr bwMode="auto"/>
        <p:txBody>
          <a:bodyPr/>
          <a:lstStyle/>
          <a:p>
            <a:pPr>
              <a:defRPr/>
            </a:pPr>
            <a:fld id="{522CE25B-503E-389D-C425-DEA94C2F37BB}"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sp>
        <p:nvSpPr>
          <p:cNvPr id="1438038255" name="Title 1"/>
          <p:cNvSpPr>
            <a:spLocks noGrp="1"/>
          </p:cNvSpPr>
          <p:nvPr userDrawn="1">
            <p:ph type="ctrTitle"/>
          </p:nvPr>
        </p:nvSpPr>
        <p:spPr bwMode="auto">
          <a:xfrm>
            <a:off x="1070367" y="3140967"/>
            <a:ext cx="9994346" cy="1152127"/>
          </a:xfrm>
          <a:prstGeom prst="rect">
            <a:avLst/>
          </a:prstGeom>
          <a:noFill/>
        </p:spPr>
        <p:txBody>
          <a:bodyPr>
            <a:normAutofit/>
          </a:bodyPr>
          <a:lstStyle>
            <a:lvl1pPr algn="ctr">
              <a:defRPr sz="4000"/>
            </a:lvl1pPr>
          </a:lstStyle>
          <a:p>
            <a:pPr>
              <a:defRPr/>
            </a:pPr>
            <a:r>
              <a:rPr/>
              <a:t>Click to edit Master title style</a:t>
            </a:r>
            <a:endParaRPr/>
          </a:p>
        </p:txBody>
      </p:sp>
      <p:sp>
        <p:nvSpPr>
          <p:cNvPr id="1712258851" name="Subtitle 2"/>
          <p:cNvSpPr>
            <a:spLocks noGrp="1"/>
          </p:cNvSpPr>
          <p:nvPr userDrawn="1">
            <p:ph type="subTitle" idx="1"/>
          </p:nvPr>
        </p:nvSpPr>
        <p:spPr bwMode="auto">
          <a:xfrm>
            <a:off x="2043473" y="4437111"/>
            <a:ext cx="8081653" cy="1008111"/>
          </a:xfrm>
        </p:spPr>
        <p:txBody>
          <a:bodyPr>
            <a:normAutofit/>
          </a:bodyPr>
          <a:lstStyle>
            <a:lvl1pPr marL="0" indent="0" algn="ctr">
              <a:buNone/>
              <a:defRPr sz="28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a:t>Click to edit Master subtitle style</a:t>
            </a:r>
            <a:endParaRPr/>
          </a:p>
        </p:txBody>
      </p:sp>
      <p:sp>
        <p:nvSpPr>
          <p:cNvPr id="1500076842" name="Date Placeholder 14"/>
          <p:cNvSpPr>
            <a:spLocks noGrp="1"/>
          </p:cNvSpPr>
          <p:nvPr>
            <p:ph type="dt" sz="half" idx="10"/>
          </p:nvPr>
        </p:nvSpPr>
        <p:spPr bwMode="auto"/>
        <p:txBody>
          <a:bodyPr/>
          <a:lstStyle/>
          <a:p>
            <a:pPr>
              <a:defRPr/>
            </a:pPr>
            <a:fld id="{51E84241-D031-42DE-84E4-CC10C30232F4}" type="datetimeFigureOut">
              <a:rPr/>
              <a:t>12/13/2025</a:t>
            </a:fld>
            <a:endParaRPr/>
          </a:p>
        </p:txBody>
      </p:sp>
      <p:sp>
        <p:nvSpPr>
          <p:cNvPr id="972157017" name="Footer Placeholder 15"/>
          <p:cNvSpPr>
            <a:spLocks noGrp="1"/>
          </p:cNvSpPr>
          <p:nvPr>
            <p:ph type="ftr" sz="quarter" idx="11"/>
          </p:nvPr>
        </p:nvSpPr>
        <p:spPr bwMode="auto"/>
        <p:txBody>
          <a:bodyPr/>
          <a:lstStyle/>
          <a:p>
            <a:pPr>
              <a:defRPr/>
            </a:pPr>
            <a:endParaRPr/>
          </a:p>
        </p:txBody>
      </p:sp>
      <p:sp>
        <p:nvSpPr>
          <p:cNvPr id="2010341315" name="Slide Number Placeholder 17"/>
          <p:cNvSpPr>
            <a:spLocks noGrp="1"/>
          </p:cNvSpPr>
          <p:nvPr>
            <p:ph type="sldNum" sz="quarter" idx="12"/>
          </p:nvPr>
        </p:nvSpPr>
        <p:spPr bwMode="auto"/>
        <p:txBody>
          <a:bodyPr/>
          <a:lstStyle/>
          <a:p>
            <a:pPr>
              <a:defRPr/>
            </a:pPr>
            <a:fld id="{91974DF9-AD47-4691-BA21-BBFCE3637A9A}" type="slidenum">
              <a:rPr/>
              <a:t>1</a:t>
            </a:fld>
            <a:endParaRPr/>
          </a:p>
        </p:txBody>
      </p:sp>
      <p:grpSp>
        <p:nvGrpSpPr>
          <p:cNvPr id="1464280660" name="Group 312"/>
          <p:cNvGrpSpPr/>
          <p:nvPr userDrawn="1"/>
        </p:nvGrpSpPr>
        <p:grpSpPr bwMode="auto">
          <a:xfrm>
            <a:off x="-22006" y="-7442"/>
            <a:ext cx="12214008" cy="1742779"/>
            <a:chOff x="5534481" y="2204917"/>
            <a:chExt cx="5756459" cy="1155514"/>
          </a:xfrm>
        </p:grpSpPr>
        <p:grpSp>
          <p:nvGrpSpPr>
            <p:cNvPr id="383" name="Group 382"/>
            <p:cNvGrpSpPr/>
            <p:nvPr userDrawn="1"/>
          </p:nvGrpSpPr>
          <p:grpSpPr bwMode="auto">
            <a:xfrm>
              <a:off x="10137289" y="2208431"/>
              <a:ext cx="1153652" cy="1152000"/>
              <a:chOff x="8985289" y="2208431"/>
              <a:chExt cx="1153652" cy="1152000"/>
            </a:xfrm>
          </p:grpSpPr>
          <p:sp>
            <p:nvSpPr>
              <p:cNvPr id="432" name="Rectangle 431"/>
              <p:cNvSpPr/>
              <p:nvPr userDrawn="1"/>
            </p:nvSpPr>
            <p:spPr bwMode="auto">
              <a:xfrm>
                <a:off x="8985885" y="2208431"/>
                <a:ext cx="1152000" cy="1152000"/>
              </a:xfrm>
              <a:prstGeom prst="rect">
                <a:avLst/>
              </a:prstGeom>
              <a:solidFill>
                <a:schemeClr val="accent1"/>
              </a:solidFill>
              <a:ln>
                <a:noFill/>
              </a:ln>
            </p:spPr>
          </p:sp>
          <p:grpSp>
            <p:nvGrpSpPr>
              <p:cNvPr id="433" name="Group 432"/>
              <p:cNvGrpSpPr/>
              <p:nvPr userDrawn="1"/>
            </p:nvGrpSpPr>
            <p:grpSpPr bwMode="auto">
              <a:xfrm>
                <a:off x="8985289" y="2208431"/>
                <a:ext cx="1153652" cy="1152000"/>
                <a:chOff x="8985289" y="2208431"/>
                <a:chExt cx="1153652" cy="1152000"/>
              </a:xfrm>
            </p:grpSpPr>
            <p:sp>
              <p:nvSpPr>
                <p:cNvPr id="434" name="Rectangle 433"/>
                <p:cNvSpPr/>
                <p:nvPr userDrawn="1"/>
              </p:nvSpPr>
              <p:spPr bwMode="auto">
                <a:xfrm>
                  <a:off x="8985289" y="2592432"/>
                  <a:ext cx="383999" cy="383999"/>
                </a:xfrm>
                <a:prstGeom prst="rect">
                  <a:avLst/>
                </a:prstGeom>
                <a:solidFill>
                  <a:schemeClr val="accent5">
                    <a:lumMod val="75000"/>
                    <a:alpha val="45000"/>
                  </a:schemeClr>
                </a:solidFill>
                <a:ln>
                  <a:noFill/>
                </a:ln>
              </p:spPr>
            </p:sp>
            <p:sp>
              <p:nvSpPr>
                <p:cNvPr id="435" name="Rectangle 434"/>
                <p:cNvSpPr/>
                <p:nvPr userDrawn="1"/>
              </p:nvSpPr>
              <p:spPr bwMode="auto">
                <a:xfrm>
                  <a:off x="9367467" y="2592432"/>
                  <a:ext cx="383999" cy="383999"/>
                </a:xfrm>
                <a:prstGeom prst="rect">
                  <a:avLst/>
                </a:prstGeom>
                <a:solidFill>
                  <a:schemeClr val="accent5">
                    <a:lumMod val="40000"/>
                    <a:lumOff val="60000"/>
                    <a:alpha val="60000"/>
                  </a:schemeClr>
                </a:solidFill>
                <a:ln>
                  <a:noFill/>
                </a:ln>
              </p:spPr>
            </p:sp>
            <p:sp>
              <p:nvSpPr>
                <p:cNvPr id="436" name="Rectangle 435"/>
                <p:cNvSpPr/>
                <p:nvPr userDrawn="1"/>
              </p:nvSpPr>
              <p:spPr bwMode="auto">
                <a:xfrm>
                  <a:off x="9750410" y="2592432"/>
                  <a:ext cx="383999" cy="383999"/>
                </a:xfrm>
                <a:prstGeom prst="rect">
                  <a:avLst/>
                </a:prstGeom>
                <a:solidFill>
                  <a:schemeClr val="accent5">
                    <a:lumMod val="60000"/>
                    <a:lumOff val="40000"/>
                    <a:alpha val="45000"/>
                  </a:schemeClr>
                </a:solidFill>
                <a:ln>
                  <a:noFill/>
                </a:ln>
              </p:spPr>
            </p:sp>
            <p:sp>
              <p:nvSpPr>
                <p:cNvPr id="437" name="Rectangle 436"/>
                <p:cNvSpPr/>
                <p:nvPr userDrawn="1"/>
              </p:nvSpPr>
              <p:spPr bwMode="auto">
                <a:xfrm>
                  <a:off x="8989821" y="2208431"/>
                  <a:ext cx="383999" cy="383999"/>
                </a:xfrm>
                <a:prstGeom prst="rect">
                  <a:avLst/>
                </a:prstGeom>
                <a:solidFill>
                  <a:schemeClr val="accent1">
                    <a:lumMod val="60000"/>
                    <a:lumOff val="40000"/>
                    <a:alpha val="22000"/>
                  </a:schemeClr>
                </a:solidFill>
                <a:ln>
                  <a:noFill/>
                </a:ln>
              </p:spPr>
            </p:sp>
            <p:sp>
              <p:nvSpPr>
                <p:cNvPr id="438" name="Rectangle 437"/>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439" name="Rectangle 438"/>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440" name="Rectangle 439"/>
                <p:cNvSpPr/>
                <p:nvPr userDrawn="1"/>
              </p:nvSpPr>
              <p:spPr bwMode="auto">
                <a:xfrm>
                  <a:off x="8988763" y="2976431"/>
                  <a:ext cx="383999" cy="383999"/>
                </a:xfrm>
                <a:prstGeom prst="rect">
                  <a:avLst/>
                </a:prstGeom>
                <a:solidFill>
                  <a:schemeClr val="accent1">
                    <a:lumMod val="75000"/>
                  </a:schemeClr>
                </a:solidFill>
                <a:ln>
                  <a:noFill/>
                </a:ln>
              </p:spPr>
            </p:sp>
            <p:sp>
              <p:nvSpPr>
                <p:cNvPr id="441" name="Rectangle 440"/>
                <p:cNvSpPr/>
                <p:nvPr userDrawn="1"/>
              </p:nvSpPr>
              <p:spPr bwMode="auto">
                <a:xfrm>
                  <a:off x="9370942" y="2976431"/>
                  <a:ext cx="383999" cy="383999"/>
                </a:xfrm>
                <a:prstGeom prst="rect">
                  <a:avLst/>
                </a:prstGeom>
                <a:solidFill>
                  <a:schemeClr val="tx2">
                    <a:lumMod val="75000"/>
                    <a:alpha val="0"/>
                  </a:schemeClr>
                </a:solidFill>
                <a:ln>
                  <a:noFill/>
                </a:ln>
              </p:spPr>
            </p:sp>
            <p:sp>
              <p:nvSpPr>
                <p:cNvPr id="442" name="Rectangle 441"/>
                <p:cNvSpPr/>
                <p:nvPr userDrawn="1"/>
              </p:nvSpPr>
              <p:spPr bwMode="auto">
                <a:xfrm>
                  <a:off x="9753885" y="2976431"/>
                  <a:ext cx="383999" cy="383999"/>
                </a:xfrm>
                <a:prstGeom prst="rect">
                  <a:avLst/>
                </a:prstGeom>
                <a:solidFill>
                  <a:schemeClr val="tx2">
                    <a:lumMod val="75000"/>
                    <a:alpha val="20000"/>
                  </a:schemeClr>
                </a:solidFill>
                <a:ln>
                  <a:noFill/>
                </a:ln>
              </p:spPr>
            </p:sp>
          </p:grpSp>
        </p:grpSp>
        <p:grpSp>
          <p:nvGrpSpPr>
            <p:cNvPr id="384" name="Group 383"/>
            <p:cNvGrpSpPr/>
            <p:nvPr userDrawn="1"/>
          </p:nvGrpSpPr>
          <p:grpSpPr bwMode="auto">
            <a:xfrm>
              <a:off x="8985885" y="2204917"/>
              <a:ext cx="1153056" cy="1152000"/>
              <a:chOff x="8985885" y="2208431"/>
              <a:chExt cx="1153056" cy="1152000"/>
            </a:xfrm>
          </p:grpSpPr>
          <p:sp>
            <p:nvSpPr>
              <p:cNvPr id="421" name="Rectangle 420"/>
              <p:cNvSpPr/>
              <p:nvPr userDrawn="1"/>
            </p:nvSpPr>
            <p:spPr bwMode="auto">
              <a:xfrm>
                <a:off x="8985885" y="2208431"/>
                <a:ext cx="1152000" cy="1152000"/>
              </a:xfrm>
              <a:prstGeom prst="rect">
                <a:avLst/>
              </a:prstGeom>
              <a:solidFill>
                <a:schemeClr val="accent3"/>
              </a:solidFill>
              <a:ln>
                <a:noFill/>
              </a:ln>
            </p:spPr>
          </p:sp>
          <p:grpSp>
            <p:nvGrpSpPr>
              <p:cNvPr id="422" name="Group 421"/>
              <p:cNvGrpSpPr/>
              <p:nvPr userDrawn="1"/>
            </p:nvGrpSpPr>
            <p:grpSpPr bwMode="auto">
              <a:xfrm>
                <a:off x="8988763" y="2208431"/>
                <a:ext cx="1150178" cy="1152000"/>
                <a:chOff x="8988763" y="2208431"/>
                <a:chExt cx="1150178" cy="1152000"/>
              </a:xfrm>
            </p:grpSpPr>
            <p:sp>
              <p:nvSpPr>
                <p:cNvPr id="423" name="Rectangle 422"/>
                <p:cNvSpPr/>
                <p:nvPr userDrawn="1"/>
              </p:nvSpPr>
              <p:spPr bwMode="auto">
                <a:xfrm>
                  <a:off x="8989821" y="2592432"/>
                  <a:ext cx="383999" cy="383999"/>
                </a:xfrm>
                <a:prstGeom prst="rect">
                  <a:avLst/>
                </a:prstGeom>
                <a:solidFill>
                  <a:schemeClr val="accent5">
                    <a:lumMod val="75000"/>
                    <a:alpha val="20000"/>
                  </a:schemeClr>
                </a:solidFill>
                <a:ln>
                  <a:noFill/>
                </a:ln>
              </p:spPr>
            </p:sp>
            <p:sp>
              <p:nvSpPr>
                <p:cNvPr id="424" name="Rectangle 423"/>
                <p:cNvSpPr/>
                <p:nvPr userDrawn="1"/>
              </p:nvSpPr>
              <p:spPr bwMode="auto">
                <a:xfrm>
                  <a:off x="9371999" y="2592432"/>
                  <a:ext cx="383999" cy="383999"/>
                </a:xfrm>
                <a:prstGeom prst="rect">
                  <a:avLst/>
                </a:prstGeom>
                <a:solidFill>
                  <a:schemeClr val="accent5">
                    <a:lumMod val="40000"/>
                    <a:lumOff val="60000"/>
                    <a:alpha val="40000"/>
                  </a:schemeClr>
                </a:solidFill>
                <a:ln>
                  <a:noFill/>
                </a:ln>
              </p:spPr>
            </p:sp>
            <p:sp>
              <p:nvSpPr>
                <p:cNvPr id="425" name="Rectangle 424"/>
                <p:cNvSpPr/>
                <p:nvPr userDrawn="1"/>
              </p:nvSpPr>
              <p:spPr bwMode="auto">
                <a:xfrm>
                  <a:off x="9754942" y="2592432"/>
                  <a:ext cx="383999" cy="383999"/>
                </a:xfrm>
                <a:prstGeom prst="rect">
                  <a:avLst/>
                </a:prstGeom>
                <a:solidFill>
                  <a:schemeClr val="accent5">
                    <a:lumMod val="60000"/>
                    <a:lumOff val="40000"/>
                    <a:alpha val="30000"/>
                  </a:schemeClr>
                </a:solidFill>
                <a:ln>
                  <a:noFill/>
                </a:ln>
              </p:spPr>
            </p:sp>
            <p:sp>
              <p:nvSpPr>
                <p:cNvPr id="426" name="Rectangle 425"/>
                <p:cNvSpPr/>
                <p:nvPr userDrawn="1"/>
              </p:nvSpPr>
              <p:spPr bwMode="auto">
                <a:xfrm>
                  <a:off x="8989821" y="2208431"/>
                  <a:ext cx="383999" cy="383999"/>
                </a:xfrm>
                <a:prstGeom prst="rect">
                  <a:avLst/>
                </a:prstGeom>
                <a:solidFill>
                  <a:schemeClr val="accent3">
                    <a:lumMod val="20000"/>
                    <a:lumOff val="80000"/>
                    <a:alpha val="22000"/>
                  </a:schemeClr>
                </a:solidFill>
                <a:ln>
                  <a:noFill/>
                </a:ln>
              </p:spPr>
            </p:sp>
            <p:sp>
              <p:nvSpPr>
                <p:cNvPr id="427" name="Rectangle 426"/>
                <p:cNvSpPr/>
                <p:nvPr userDrawn="1"/>
              </p:nvSpPr>
              <p:spPr bwMode="auto">
                <a:xfrm>
                  <a:off x="9371999" y="2208431"/>
                  <a:ext cx="383999" cy="383999"/>
                </a:xfrm>
                <a:prstGeom prst="rect">
                  <a:avLst/>
                </a:prstGeom>
                <a:solidFill>
                  <a:schemeClr val="accent3">
                    <a:lumMod val="20000"/>
                    <a:lumOff val="80000"/>
                    <a:alpha val="0"/>
                  </a:schemeClr>
                </a:solidFill>
                <a:ln>
                  <a:noFill/>
                </a:ln>
              </p:spPr>
            </p:sp>
            <p:sp>
              <p:nvSpPr>
                <p:cNvPr id="428" name="Rectangle 427"/>
                <p:cNvSpPr/>
                <p:nvPr userDrawn="1"/>
              </p:nvSpPr>
              <p:spPr bwMode="auto">
                <a:xfrm>
                  <a:off x="9754942" y="2208431"/>
                  <a:ext cx="383999" cy="383999"/>
                </a:xfrm>
                <a:prstGeom prst="rect">
                  <a:avLst/>
                </a:prstGeom>
                <a:solidFill>
                  <a:schemeClr val="accent3">
                    <a:lumMod val="20000"/>
                    <a:lumOff val="80000"/>
                    <a:alpha val="50000"/>
                  </a:schemeClr>
                </a:solidFill>
                <a:ln>
                  <a:noFill/>
                </a:ln>
              </p:spPr>
            </p:sp>
            <p:sp>
              <p:nvSpPr>
                <p:cNvPr id="429" name="Rectangle 428"/>
                <p:cNvSpPr/>
                <p:nvPr userDrawn="1"/>
              </p:nvSpPr>
              <p:spPr bwMode="auto">
                <a:xfrm>
                  <a:off x="8988763" y="2976431"/>
                  <a:ext cx="383999" cy="383999"/>
                </a:xfrm>
                <a:prstGeom prst="rect">
                  <a:avLst/>
                </a:prstGeom>
                <a:solidFill>
                  <a:schemeClr val="accent3">
                    <a:lumMod val="50000"/>
                    <a:alpha val="20000"/>
                  </a:schemeClr>
                </a:solidFill>
                <a:ln>
                  <a:noFill/>
                </a:ln>
              </p:spPr>
            </p:sp>
            <p:sp>
              <p:nvSpPr>
                <p:cNvPr id="430" name="Rectangle 429"/>
                <p:cNvSpPr/>
                <p:nvPr userDrawn="1"/>
              </p:nvSpPr>
              <p:spPr bwMode="auto">
                <a:xfrm>
                  <a:off x="9370942" y="2976431"/>
                  <a:ext cx="383999" cy="383999"/>
                </a:xfrm>
                <a:prstGeom prst="rect">
                  <a:avLst/>
                </a:prstGeom>
                <a:solidFill>
                  <a:schemeClr val="accent3">
                    <a:lumMod val="75000"/>
                  </a:schemeClr>
                </a:solidFill>
                <a:ln>
                  <a:noFill/>
                </a:ln>
              </p:spPr>
            </p:sp>
            <p:sp>
              <p:nvSpPr>
                <p:cNvPr id="431" name="Rectangle 430"/>
                <p:cNvSpPr/>
                <p:nvPr userDrawn="1"/>
              </p:nvSpPr>
              <p:spPr bwMode="auto">
                <a:xfrm>
                  <a:off x="9753885" y="2976431"/>
                  <a:ext cx="383999" cy="383999"/>
                </a:xfrm>
                <a:prstGeom prst="rect">
                  <a:avLst/>
                </a:prstGeom>
                <a:solidFill>
                  <a:schemeClr val="accent3">
                    <a:lumMod val="75000"/>
                    <a:alpha val="20000"/>
                  </a:schemeClr>
                </a:solidFill>
                <a:ln>
                  <a:noFill/>
                </a:ln>
              </p:spPr>
            </p:sp>
          </p:grpSp>
        </p:grpSp>
        <p:grpSp>
          <p:nvGrpSpPr>
            <p:cNvPr id="385" name="Group 384"/>
            <p:cNvGrpSpPr/>
            <p:nvPr userDrawn="1"/>
          </p:nvGrpSpPr>
          <p:grpSpPr bwMode="auto">
            <a:xfrm>
              <a:off x="7832827" y="2208431"/>
              <a:ext cx="1156531" cy="1152000"/>
              <a:chOff x="8985885" y="2208431"/>
              <a:chExt cx="1156531" cy="1152000"/>
            </a:xfrm>
          </p:grpSpPr>
          <p:sp>
            <p:nvSpPr>
              <p:cNvPr id="410" name="Rectangle 409"/>
              <p:cNvSpPr/>
              <p:nvPr userDrawn="1"/>
            </p:nvSpPr>
            <p:spPr bwMode="auto">
              <a:xfrm>
                <a:off x="8985885" y="2208431"/>
                <a:ext cx="1152000" cy="1152000"/>
              </a:xfrm>
              <a:prstGeom prst="rect">
                <a:avLst/>
              </a:prstGeom>
              <a:solidFill>
                <a:schemeClr val="accent6"/>
              </a:solidFill>
              <a:ln>
                <a:noFill/>
              </a:ln>
            </p:spPr>
          </p:sp>
          <p:grpSp>
            <p:nvGrpSpPr>
              <p:cNvPr id="411" name="Group 410"/>
              <p:cNvGrpSpPr/>
              <p:nvPr userDrawn="1"/>
            </p:nvGrpSpPr>
            <p:grpSpPr bwMode="auto">
              <a:xfrm>
                <a:off x="8988763" y="2208431"/>
                <a:ext cx="1153652" cy="1152000"/>
                <a:chOff x="8988763" y="2208431"/>
                <a:chExt cx="1153652" cy="1152000"/>
              </a:xfrm>
            </p:grpSpPr>
            <p:sp>
              <p:nvSpPr>
                <p:cNvPr id="412" name="Rectangle 411"/>
                <p:cNvSpPr/>
                <p:nvPr userDrawn="1"/>
              </p:nvSpPr>
              <p:spPr bwMode="auto">
                <a:xfrm>
                  <a:off x="8989821" y="2592432"/>
                  <a:ext cx="383999" cy="383999"/>
                </a:xfrm>
                <a:prstGeom prst="rect">
                  <a:avLst/>
                </a:prstGeom>
                <a:solidFill>
                  <a:schemeClr val="accent6">
                    <a:lumMod val="60000"/>
                    <a:lumOff val="40000"/>
                    <a:alpha val="70000"/>
                  </a:schemeClr>
                </a:solidFill>
                <a:ln>
                  <a:noFill/>
                </a:ln>
              </p:spPr>
            </p:sp>
            <p:sp>
              <p:nvSpPr>
                <p:cNvPr id="413" name="Rectangle 412"/>
                <p:cNvSpPr/>
                <p:nvPr userDrawn="1"/>
              </p:nvSpPr>
              <p:spPr bwMode="auto">
                <a:xfrm>
                  <a:off x="9371999" y="2592432"/>
                  <a:ext cx="383999" cy="383999"/>
                </a:xfrm>
                <a:prstGeom prst="rect">
                  <a:avLst/>
                </a:prstGeom>
                <a:solidFill>
                  <a:schemeClr val="accent2">
                    <a:lumMod val="20000"/>
                    <a:lumOff val="80000"/>
                    <a:alpha val="62000"/>
                  </a:schemeClr>
                </a:solidFill>
                <a:ln>
                  <a:noFill/>
                </a:ln>
              </p:spPr>
            </p:sp>
            <p:sp>
              <p:nvSpPr>
                <p:cNvPr id="414" name="Rectangle 413"/>
                <p:cNvSpPr/>
                <p:nvPr userDrawn="1"/>
              </p:nvSpPr>
              <p:spPr bwMode="auto">
                <a:xfrm>
                  <a:off x="9754942" y="2592432"/>
                  <a:ext cx="383999" cy="383999"/>
                </a:xfrm>
                <a:prstGeom prst="rect">
                  <a:avLst/>
                </a:prstGeom>
                <a:solidFill>
                  <a:schemeClr val="accent6">
                    <a:lumMod val="60000"/>
                    <a:lumOff val="40000"/>
                    <a:alpha val="55000"/>
                  </a:schemeClr>
                </a:solidFill>
                <a:ln>
                  <a:noFill/>
                </a:ln>
              </p:spPr>
            </p:sp>
            <p:sp>
              <p:nvSpPr>
                <p:cNvPr id="415" name="Rectangle 414"/>
                <p:cNvSpPr/>
                <p:nvPr userDrawn="1"/>
              </p:nvSpPr>
              <p:spPr bwMode="auto">
                <a:xfrm>
                  <a:off x="8989821" y="2208431"/>
                  <a:ext cx="383999" cy="383999"/>
                </a:xfrm>
                <a:prstGeom prst="rect">
                  <a:avLst/>
                </a:prstGeom>
                <a:solidFill>
                  <a:schemeClr val="accent2">
                    <a:lumMod val="75000"/>
                    <a:alpha val="46000"/>
                  </a:schemeClr>
                </a:solidFill>
                <a:ln>
                  <a:noFill/>
                </a:ln>
              </p:spPr>
            </p:sp>
            <p:sp>
              <p:nvSpPr>
                <p:cNvPr id="416" name="Rectangle 415"/>
                <p:cNvSpPr/>
                <p:nvPr userDrawn="1"/>
              </p:nvSpPr>
              <p:spPr bwMode="auto">
                <a:xfrm>
                  <a:off x="9371999" y="2208431"/>
                  <a:ext cx="383999" cy="383999"/>
                </a:xfrm>
                <a:prstGeom prst="rect">
                  <a:avLst/>
                </a:prstGeom>
                <a:solidFill>
                  <a:schemeClr val="accent2">
                    <a:lumMod val="60000"/>
                    <a:lumOff val="40000"/>
                    <a:alpha val="30000"/>
                  </a:schemeClr>
                </a:solidFill>
                <a:ln>
                  <a:noFill/>
                </a:ln>
              </p:spPr>
            </p:sp>
            <p:sp>
              <p:nvSpPr>
                <p:cNvPr id="417" name="Rectangle 416"/>
                <p:cNvSpPr/>
                <p:nvPr userDrawn="1"/>
              </p:nvSpPr>
              <p:spPr bwMode="auto">
                <a:xfrm>
                  <a:off x="9754942" y="2208431"/>
                  <a:ext cx="383999" cy="383999"/>
                </a:xfrm>
                <a:prstGeom prst="rect">
                  <a:avLst/>
                </a:prstGeom>
                <a:solidFill>
                  <a:schemeClr val="accent2">
                    <a:lumMod val="40000"/>
                    <a:lumOff val="60000"/>
                    <a:alpha val="76000"/>
                  </a:schemeClr>
                </a:solidFill>
                <a:ln>
                  <a:noFill/>
                </a:ln>
              </p:spPr>
            </p:sp>
            <p:sp>
              <p:nvSpPr>
                <p:cNvPr id="418" name="Rectangle 417"/>
                <p:cNvSpPr/>
                <p:nvPr userDrawn="1"/>
              </p:nvSpPr>
              <p:spPr bwMode="auto">
                <a:xfrm>
                  <a:off x="8988763" y="2976431"/>
                  <a:ext cx="383999" cy="383999"/>
                </a:xfrm>
                <a:prstGeom prst="rect">
                  <a:avLst/>
                </a:prstGeom>
                <a:solidFill>
                  <a:schemeClr val="accent6">
                    <a:lumMod val="75000"/>
                    <a:alpha val="30000"/>
                  </a:schemeClr>
                </a:solidFill>
                <a:ln>
                  <a:noFill/>
                </a:ln>
              </p:spPr>
            </p:sp>
            <p:sp>
              <p:nvSpPr>
                <p:cNvPr id="419" name="Rectangle 418"/>
                <p:cNvSpPr/>
                <p:nvPr userDrawn="1"/>
              </p:nvSpPr>
              <p:spPr bwMode="auto">
                <a:xfrm>
                  <a:off x="9370942" y="2976431"/>
                  <a:ext cx="383999" cy="383999"/>
                </a:xfrm>
                <a:prstGeom prst="rect">
                  <a:avLst/>
                </a:prstGeom>
                <a:solidFill>
                  <a:schemeClr val="accent6">
                    <a:lumMod val="75000"/>
                    <a:alpha val="50000"/>
                  </a:schemeClr>
                </a:solidFill>
                <a:ln>
                  <a:noFill/>
                </a:ln>
              </p:spPr>
            </p:sp>
            <p:sp>
              <p:nvSpPr>
                <p:cNvPr id="420" name="Rectangle 419"/>
                <p:cNvSpPr/>
                <p:nvPr userDrawn="1"/>
              </p:nvSpPr>
              <p:spPr bwMode="auto">
                <a:xfrm>
                  <a:off x="9758417" y="2976431"/>
                  <a:ext cx="383999" cy="383999"/>
                </a:xfrm>
                <a:prstGeom prst="rect">
                  <a:avLst/>
                </a:prstGeom>
                <a:solidFill>
                  <a:schemeClr val="accent6">
                    <a:lumMod val="75000"/>
                    <a:alpha val="20000"/>
                  </a:schemeClr>
                </a:solidFill>
                <a:ln>
                  <a:noFill/>
                </a:ln>
              </p:spPr>
            </p:sp>
          </p:grpSp>
        </p:grpSp>
        <p:grpSp>
          <p:nvGrpSpPr>
            <p:cNvPr id="386" name="Group 385"/>
            <p:cNvGrpSpPr/>
            <p:nvPr userDrawn="1"/>
          </p:nvGrpSpPr>
          <p:grpSpPr bwMode="auto">
            <a:xfrm>
              <a:off x="6683297" y="2204917"/>
              <a:ext cx="1153056" cy="1152000"/>
              <a:chOff x="8985885" y="2208431"/>
              <a:chExt cx="1153056" cy="1152000"/>
            </a:xfrm>
          </p:grpSpPr>
          <p:sp>
            <p:nvSpPr>
              <p:cNvPr id="399" name="Rectangle 398"/>
              <p:cNvSpPr/>
              <p:nvPr userDrawn="1"/>
            </p:nvSpPr>
            <p:spPr bwMode="auto">
              <a:xfrm>
                <a:off x="8985885" y="2208431"/>
                <a:ext cx="1152000" cy="1152000"/>
              </a:xfrm>
              <a:prstGeom prst="rect">
                <a:avLst/>
              </a:prstGeom>
              <a:solidFill>
                <a:schemeClr val="accent4"/>
              </a:solidFill>
              <a:ln>
                <a:noFill/>
              </a:ln>
            </p:spPr>
          </p:sp>
          <p:grpSp>
            <p:nvGrpSpPr>
              <p:cNvPr id="400" name="Group 399"/>
              <p:cNvGrpSpPr/>
              <p:nvPr userDrawn="1"/>
            </p:nvGrpSpPr>
            <p:grpSpPr bwMode="auto">
              <a:xfrm>
                <a:off x="8988763" y="2208431"/>
                <a:ext cx="1150178" cy="1152000"/>
                <a:chOff x="8988763" y="2208431"/>
                <a:chExt cx="1150178" cy="1152000"/>
              </a:xfrm>
            </p:grpSpPr>
            <p:sp>
              <p:nvSpPr>
                <p:cNvPr id="401" name="Rectangle 400"/>
                <p:cNvSpPr/>
                <p:nvPr userDrawn="1"/>
              </p:nvSpPr>
              <p:spPr bwMode="auto">
                <a:xfrm>
                  <a:off x="8989821" y="2592432"/>
                  <a:ext cx="383999" cy="383999"/>
                </a:xfrm>
                <a:prstGeom prst="rect">
                  <a:avLst/>
                </a:prstGeom>
                <a:solidFill>
                  <a:schemeClr val="accent4">
                    <a:lumMod val="75000"/>
                    <a:alpha val="76000"/>
                  </a:schemeClr>
                </a:solidFill>
                <a:ln>
                  <a:noFill/>
                </a:ln>
              </p:spPr>
            </p:sp>
            <p:sp>
              <p:nvSpPr>
                <p:cNvPr id="402" name="Rectangle 401"/>
                <p:cNvSpPr/>
                <p:nvPr userDrawn="1"/>
              </p:nvSpPr>
              <p:spPr bwMode="auto">
                <a:xfrm>
                  <a:off x="9371999" y="2592432"/>
                  <a:ext cx="383999" cy="383999"/>
                </a:xfrm>
                <a:prstGeom prst="rect">
                  <a:avLst/>
                </a:prstGeom>
                <a:solidFill>
                  <a:schemeClr val="accent5">
                    <a:lumMod val="40000"/>
                    <a:lumOff val="60000"/>
                    <a:alpha val="38000"/>
                  </a:schemeClr>
                </a:solidFill>
                <a:ln>
                  <a:noFill/>
                </a:ln>
              </p:spPr>
            </p:sp>
            <p:sp>
              <p:nvSpPr>
                <p:cNvPr id="403" name="Rectangle 402"/>
                <p:cNvSpPr/>
                <p:nvPr userDrawn="1"/>
              </p:nvSpPr>
              <p:spPr bwMode="auto">
                <a:xfrm>
                  <a:off x="9754942" y="2592432"/>
                  <a:ext cx="383999" cy="383999"/>
                </a:xfrm>
                <a:prstGeom prst="rect">
                  <a:avLst/>
                </a:prstGeom>
                <a:solidFill>
                  <a:schemeClr val="accent1">
                    <a:lumMod val="75000"/>
                    <a:alpha val="24000"/>
                  </a:schemeClr>
                </a:solidFill>
                <a:ln>
                  <a:noFill/>
                </a:ln>
              </p:spPr>
            </p:sp>
            <p:sp>
              <p:nvSpPr>
                <p:cNvPr id="404" name="Rectangle 403"/>
                <p:cNvSpPr/>
                <p:nvPr userDrawn="1"/>
              </p:nvSpPr>
              <p:spPr bwMode="auto">
                <a:xfrm>
                  <a:off x="8989821" y="2208431"/>
                  <a:ext cx="383999" cy="383999"/>
                </a:xfrm>
                <a:prstGeom prst="rect">
                  <a:avLst/>
                </a:prstGeom>
                <a:solidFill>
                  <a:schemeClr val="accent1">
                    <a:lumMod val="60000"/>
                    <a:lumOff val="40000"/>
                    <a:alpha val="35000"/>
                  </a:schemeClr>
                </a:solidFill>
                <a:ln>
                  <a:noFill/>
                </a:ln>
              </p:spPr>
            </p:sp>
            <p:sp>
              <p:nvSpPr>
                <p:cNvPr id="405" name="Rectangle 404"/>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406" name="Rectangle 405"/>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407" name="Rectangle 406"/>
                <p:cNvSpPr/>
                <p:nvPr userDrawn="1"/>
              </p:nvSpPr>
              <p:spPr bwMode="auto">
                <a:xfrm>
                  <a:off x="8988763" y="2976431"/>
                  <a:ext cx="383999" cy="383999"/>
                </a:xfrm>
                <a:prstGeom prst="rect">
                  <a:avLst/>
                </a:prstGeom>
                <a:solidFill>
                  <a:schemeClr val="accent1">
                    <a:lumMod val="40000"/>
                    <a:lumOff val="60000"/>
                    <a:alpha val="25000"/>
                  </a:schemeClr>
                </a:solidFill>
                <a:ln>
                  <a:noFill/>
                </a:ln>
              </p:spPr>
            </p:sp>
            <p:sp>
              <p:nvSpPr>
                <p:cNvPr id="408" name="Rectangle 407"/>
                <p:cNvSpPr/>
                <p:nvPr userDrawn="1"/>
              </p:nvSpPr>
              <p:spPr bwMode="auto">
                <a:xfrm>
                  <a:off x="9370942" y="2976431"/>
                  <a:ext cx="383999" cy="383999"/>
                </a:xfrm>
                <a:prstGeom prst="rect">
                  <a:avLst/>
                </a:prstGeom>
                <a:solidFill>
                  <a:schemeClr val="tx2">
                    <a:lumMod val="60000"/>
                    <a:lumOff val="40000"/>
                    <a:alpha val="3999"/>
                  </a:schemeClr>
                </a:solidFill>
                <a:ln>
                  <a:noFill/>
                </a:ln>
              </p:spPr>
            </p:sp>
            <p:sp>
              <p:nvSpPr>
                <p:cNvPr id="409" name="Rectangle 408"/>
                <p:cNvSpPr/>
                <p:nvPr userDrawn="1"/>
              </p:nvSpPr>
              <p:spPr bwMode="auto">
                <a:xfrm>
                  <a:off x="9753885" y="2976431"/>
                  <a:ext cx="383999" cy="383999"/>
                </a:xfrm>
                <a:prstGeom prst="rect">
                  <a:avLst/>
                </a:prstGeom>
                <a:solidFill>
                  <a:schemeClr val="accent4">
                    <a:lumMod val="40000"/>
                    <a:lumOff val="60000"/>
                    <a:alpha val="29000"/>
                  </a:schemeClr>
                </a:solidFill>
                <a:ln>
                  <a:noFill/>
                </a:ln>
              </p:spPr>
            </p:sp>
          </p:grpSp>
        </p:grpSp>
        <p:grpSp>
          <p:nvGrpSpPr>
            <p:cNvPr id="387" name="Group 386"/>
            <p:cNvGrpSpPr/>
            <p:nvPr userDrawn="1"/>
          </p:nvGrpSpPr>
          <p:grpSpPr bwMode="auto">
            <a:xfrm>
              <a:off x="5534481" y="2204917"/>
              <a:ext cx="1153056" cy="1152000"/>
              <a:chOff x="8985885" y="2208431"/>
              <a:chExt cx="1153056" cy="1152000"/>
            </a:xfrm>
          </p:grpSpPr>
          <p:sp>
            <p:nvSpPr>
              <p:cNvPr id="388" name="Rectangle 387"/>
              <p:cNvSpPr/>
              <p:nvPr userDrawn="1"/>
            </p:nvSpPr>
            <p:spPr bwMode="auto">
              <a:xfrm>
                <a:off x="8985885" y="2208431"/>
                <a:ext cx="1152000" cy="1152000"/>
              </a:xfrm>
              <a:prstGeom prst="rect">
                <a:avLst/>
              </a:prstGeom>
              <a:solidFill>
                <a:schemeClr val="accent6"/>
              </a:solidFill>
              <a:ln>
                <a:noFill/>
              </a:ln>
            </p:spPr>
          </p:sp>
          <p:grpSp>
            <p:nvGrpSpPr>
              <p:cNvPr id="389" name="Group 388"/>
              <p:cNvGrpSpPr/>
              <p:nvPr userDrawn="1"/>
            </p:nvGrpSpPr>
            <p:grpSpPr bwMode="auto">
              <a:xfrm>
                <a:off x="8988763" y="2208431"/>
                <a:ext cx="1150178" cy="1152000"/>
                <a:chOff x="8988763" y="2208431"/>
                <a:chExt cx="1150178" cy="1152000"/>
              </a:xfrm>
            </p:grpSpPr>
            <p:sp>
              <p:nvSpPr>
                <p:cNvPr id="390" name="Rectangle 389"/>
                <p:cNvSpPr/>
                <p:nvPr userDrawn="1"/>
              </p:nvSpPr>
              <p:spPr bwMode="auto">
                <a:xfrm>
                  <a:off x="8989821" y="2592432"/>
                  <a:ext cx="383999" cy="383999"/>
                </a:xfrm>
                <a:prstGeom prst="rect">
                  <a:avLst/>
                </a:prstGeom>
                <a:solidFill>
                  <a:schemeClr val="accent2">
                    <a:lumMod val="20000"/>
                    <a:lumOff val="80000"/>
                    <a:alpha val="48000"/>
                  </a:schemeClr>
                </a:solidFill>
                <a:ln>
                  <a:noFill/>
                </a:ln>
              </p:spPr>
            </p:sp>
            <p:sp>
              <p:nvSpPr>
                <p:cNvPr id="391" name="Rectangle 390"/>
                <p:cNvSpPr/>
                <p:nvPr userDrawn="1"/>
              </p:nvSpPr>
              <p:spPr bwMode="auto">
                <a:xfrm>
                  <a:off x="9371999" y="2592432"/>
                  <a:ext cx="383999" cy="383999"/>
                </a:xfrm>
                <a:prstGeom prst="rect">
                  <a:avLst/>
                </a:prstGeom>
                <a:solidFill>
                  <a:schemeClr val="accent2">
                    <a:lumMod val="20000"/>
                    <a:lumOff val="80000"/>
                    <a:alpha val="29000"/>
                  </a:schemeClr>
                </a:solidFill>
                <a:ln>
                  <a:noFill/>
                </a:ln>
              </p:spPr>
            </p:sp>
            <p:sp>
              <p:nvSpPr>
                <p:cNvPr id="392" name="Rectangle 391"/>
                <p:cNvSpPr/>
                <p:nvPr userDrawn="1"/>
              </p:nvSpPr>
              <p:spPr bwMode="auto">
                <a:xfrm>
                  <a:off x="9754942" y="2592432"/>
                  <a:ext cx="383999" cy="383999"/>
                </a:xfrm>
                <a:prstGeom prst="rect">
                  <a:avLst/>
                </a:prstGeom>
                <a:solidFill>
                  <a:schemeClr val="accent2">
                    <a:lumMod val="75000"/>
                    <a:alpha val="15999"/>
                  </a:schemeClr>
                </a:solidFill>
                <a:ln>
                  <a:noFill/>
                </a:ln>
              </p:spPr>
            </p:sp>
            <p:sp>
              <p:nvSpPr>
                <p:cNvPr id="393" name="Rectangle 392"/>
                <p:cNvSpPr/>
                <p:nvPr userDrawn="1"/>
              </p:nvSpPr>
              <p:spPr bwMode="auto">
                <a:xfrm>
                  <a:off x="8989821" y="2208431"/>
                  <a:ext cx="383999" cy="383999"/>
                </a:xfrm>
                <a:prstGeom prst="rect">
                  <a:avLst/>
                </a:prstGeom>
                <a:solidFill>
                  <a:schemeClr val="accent4">
                    <a:lumMod val="40000"/>
                    <a:lumOff val="60000"/>
                    <a:alpha val="3999"/>
                  </a:schemeClr>
                </a:solidFill>
                <a:ln>
                  <a:noFill/>
                </a:ln>
              </p:spPr>
            </p:sp>
            <p:sp>
              <p:nvSpPr>
                <p:cNvPr id="394" name="Rectangle 393"/>
                <p:cNvSpPr/>
                <p:nvPr userDrawn="1"/>
              </p:nvSpPr>
              <p:spPr bwMode="auto">
                <a:xfrm>
                  <a:off x="9371999" y="2208431"/>
                  <a:ext cx="383999" cy="383999"/>
                </a:xfrm>
                <a:prstGeom prst="rect">
                  <a:avLst/>
                </a:prstGeom>
                <a:solidFill>
                  <a:schemeClr val="accent4">
                    <a:lumMod val="40000"/>
                    <a:lumOff val="60000"/>
                    <a:alpha val="23000"/>
                  </a:schemeClr>
                </a:solidFill>
                <a:ln>
                  <a:noFill/>
                </a:ln>
              </p:spPr>
            </p:sp>
            <p:sp>
              <p:nvSpPr>
                <p:cNvPr id="395" name="Rectangle 394"/>
                <p:cNvSpPr/>
                <p:nvPr userDrawn="1"/>
              </p:nvSpPr>
              <p:spPr bwMode="auto">
                <a:xfrm>
                  <a:off x="9754942" y="2208431"/>
                  <a:ext cx="383999" cy="383999"/>
                </a:xfrm>
                <a:prstGeom prst="rect">
                  <a:avLst/>
                </a:prstGeom>
                <a:solidFill>
                  <a:schemeClr val="accent4">
                    <a:lumMod val="20000"/>
                    <a:lumOff val="80000"/>
                    <a:alpha val="26998"/>
                  </a:schemeClr>
                </a:solidFill>
                <a:ln>
                  <a:noFill/>
                </a:ln>
              </p:spPr>
            </p:sp>
            <p:sp>
              <p:nvSpPr>
                <p:cNvPr id="396" name="Rectangle 395"/>
                <p:cNvSpPr/>
                <p:nvPr userDrawn="1"/>
              </p:nvSpPr>
              <p:spPr bwMode="auto">
                <a:xfrm>
                  <a:off x="8988763" y="2976431"/>
                  <a:ext cx="383999" cy="383999"/>
                </a:xfrm>
                <a:prstGeom prst="rect">
                  <a:avLst/>
                </a:prstGeom>
                <a:solidFill>
                  <a:schemeClr val="accent2">
                    <a:lumMod val="75000"/>
                    <a:alpha val="65000"/>
                  </a:schemeClr>
                </a:solidFill>
                <a:ln>
                  <a:noFill/>
                </a:ln>
              </p:spPr>
            </p:sp>
            <p:sp>
              <p:nvSpPr>
                <p:cNvPr id="397" name="Rectangle 396"/>
                <p:cNvSpPr/>
                <p:nvPr userDrawn="1"/>
              </p:nvSpPr>
              <p:spPr bwMode="auto">
                <a:xfrm>
                  <a:off x="9370942" y="2976431"/>
                  <a:ext cx="383999" cy="383999"/>
                </a:xfrm>
                <a:prstGeom prst="rect">
                  <a:avLst/>
                </a:prstGeom>
                <a:solidFill>
                  <a:schemeClr val="accent2">
                    <a:alpha val="0"/>
                  </a:schemeClr>
                </a:solidFill>
                <a:ln>
                  <a:noFill/>
                </a:ln>
              </p:spPr>
            </p:sp>
            <p:sp>
              <p:nvSpPr>
                <p:cNvPr id="398" name="Rectangle 397"/>
                <p:cNvSpPr/>
                <p:nvPr userDrawn="1"/>
              </p:nvSpPr>
              <p:spPr bwMode="auto">
                <a:xfrm>
                  <a:off x="9753885" y="2976431"/>
                  <a:ext cx="383999" cy="383999"/>
                </a:xfrm>
                <a:prstGeom prst="rect">
                  <a:avLst/>
                </a:prstGeom>
                <a:solidFill>
                  <a:schemeClr val="accent6">
                    <a:lumMod val="75000"/>
                    <a:alpha val="57000"/>
                  </a:schemeClr>
                </a:solidFill>
                <a:ln>
                  <a:noFill/>
                </a:ln>
              </p:spPr>
            </p:sp>
          </p:grpSp>
        </p:grpSp>
      </p:grpSp>
      <p:grpSp>
        <p:nvGrpSpPr>
          <p:cNvPr id="79420280" name="Group 4"/>
          <p:cNvGrpSpPr/>
          <p:nvPr userDrawn="1"/>
        </p:nvGrpSpPr>
        <p:grpSpPr bwMode="auto">
          <a:xfrm>
            <a:off x="1" y="6597351"/>
            <a:ext cx="12191998" cy="290795"/>
            <a:chOff x="-22006" y="8796469"/>
            <a:chExt cx="6520455" cy="387727"/>
          </a:xfrm>
        </p:grpSpPr>
        <p:sp>
          <p:nvSpPr>
            <p:cNvPr id="464" name="Rectangle 463"/>
            <p:cNvSpPr/>
            <p:nvPr userDrawn="1"/>
          </p:nvSpPr>
          <p:spPr bwMode="auto">
            <a:xfrm>
              <a:off x="5345391" y="8799984"/>
              <a:ext cx="1152000" cy="380485"/>
            </a:xfrm>
            <a:prstGeom prst="rect">
              <a:avLst/>
            </a:prstGeom>
            <a:solidFill>
              <a:schemeClr val="accent1"/>
            </a:solidFill>
            <a:ln>
              <a:noFill/>
            </a:ln>
          </p:spPr>
        </p:sp>
        <p:sp>
          <p:nvSpPr>
            <p:cNvPr id="465" name="Rectangle 464"/>
            <p:cNvSpPr/>
            <p:nvPr userDrawn="1"/>
          </p:nvSpPr>
          <p:spPr bwMode="auto">
            <a:xfrm>
              <a:off x="5349327" y="8799984"/>
              <a:ext cx="383999" cy="383999"/>
            </a:xfrm>
            <a:prstGeom prst="rect">
              <a:avLst/>
            </a:prstGeom>
            <a:solidFill>
              <a:schemeClr val="accent1">
                <a:lumMod val="60000"/>
                <a:lumOff val="40000"/>
                <a:alpha val="22000"/>
              </a:schemeClr>
            </a:solidFill>
            <a:ln>
              <a:noFill/>
            </a:ln>
          </p:spPr>
        </p:sp>
        <p:sp>
          <p:nvSpPr>
            <p:cNvPr id="466" name="Rectangle 465"/>
            <p:cNvSpPr/>
            <p:nvPr userDrawn="1"/>
          </p:nvSpPr>
          <p:spPr bwMode="auto">
            <a:xfrm>
              <a:off x="5731505" y="8799984"/>
              <a:ext cx="383999" cy="383999"/>
            </a:xfrm>
            <a:prstGeom prst="rect">
              <a:avLst/>
            </a:prstGeom>
            <a:solidFill>
              <a:schemeClr val="accent1">
                <a:lumMod val="60000"/>
                <a:lumOff val="40000"/>
                <a:alpha val="0"/>
              </a:schemeClr>
            </a:solidFill>
            <a:ln>
              <a:noFill/>
            </a:ln>
          </p:spPr>
        </p:sp>
        <p:sp>
          <p:nvSpPr>
            <p:cNvPr id="467" name="Rectangle 466"/>
            <p:cNvSpPr/>
            <p:nvPr userDrawn="1"/>
          </p:nvSpPr>
          <p:spPr bwMode="auto">
            <a:xfrm>
              <a:off x="6114449" y="8799984"/>
              <a:ext cx="383999" cy="383999"/>
            </a:xfrm>
            <a:prstGeom prst="rect">
              <a:avLst/>
            </a:prstGeom>
            <a:solidFill>
              <a:schemeClr val="accent1">
                <a:lumMod val="60000"/>
                <a:lumOff val="40000"/>
                <a:alpha val="50000"/>
              </a:schemeClr>
            </a:solidFill>
            <a:ln>
              <a:noFill/>
            </a:ln>
          </p:spPr>
        </p:sp>
        <p:sp>
          <p:nvSpPr>
            <p:cNvPr id="468" name="Rectangle 467"/>
            <p:cNvSpPr/>
            <p:nvPr userDrawn="1"/>
          </p:nvSpPr>
          <p:spPr bwMode="auto">
            <a:xfrm>
              <a:off x="4193391" y="8796469"/>
              <a:ext cx="1152000" cy="380485"/>
            </a:xfrm>
            <a:prstGeom prst="rect">
              <a:avLst/>
            </a:prstGeom>
            <a:solidFill>
              <a:schemeClr val="accent3"/>
            </a:solidFill>
            <a:ln>
              <a:noFill/>
            </a:ln>
          </p:spPr>
        </p:sp>
        <p:sp>
          <p:nvSpPr>
            <p:cNvPr id="469" name="Rectangle 468"/>
            <p:cNvSpPr/>
            <p:nvPr userDrawn="1"/>
          </p:nvSpPr>
          <p:spPr bwMode="auto">
            <a:xfrm>
              <a:off x="4197327" y="8796469"/>
              <a:ext cx="383999" cy="383999"/>
            </a:xfrm>
            <a:prstGeom prst="rect">
              <a:avLst/>
            </a:prstGeom>
            <a:solidFill>
              <a:schemeClr val="accent3">
                <a:lumMod val="20000"/>
                <a:lumOff val="80000"/>
                <a:alpha val="22000"/>
              </a:schemeClr>
            </a:solidFill>
            <a:ln>
              <a:noFill/>
            </a:ln>
          </p:spPr>
        </p:sp>
        <p:sp>
          <p:nvSpPr>
            <p:cNvPr id="470" name="Rectangle 469"/>
            <p:cNvSpPr/>
            <p:nvPr userDrawn="1"/>
          </p:nvSpPr>
          <p:spPr bwMode="auto">
            <a:xfrm>
              <a:off x="4579506" y="8796469"/>
              <a:ext cx="383999" cy="383999"/>
            </a:xfrm>
            <a:prstGeom prst="rect">
              <a:avLst/>
            </a:prstGeom>
            <a:solidFill>
              <a:schemeClr val="accent3">
                <a:lumMod val="20000"/>
                <a:lumOff val="80000"/>
                <a:alpha val="0"/>
              </a:schemeClr>
            </a:solidFill>
            <a:ln>
              <a:noFill/>
            </a:ln>
          </p:spPr>
        </p:sp>
        <p:sp>
          <p:nvSpPr>
            <p:cNvPr id="471" name="Rectangle 470"/>
            <p:cNvSpPr/>
            <p:nvPr userDrawn="1"/>
          </p:nvSpPr>
          <p:spPr bwMode="auto">
            <a:xfrm>
              <a:off x="4962449" y="8796469"/>
              <a:ext cx="383999" cy="383999"/>
            </a:xfrm>
            <a:prstGeom prst="rect">
              <a:avLst/>
            </a:prstGeom>
            <a:solidFill>
              <a:schemeClr val="accent3">
                <a:lumMod val="20000"/>
                <a:lumOff val="80000"/>
                <a:alpha val="50000"/>
              </a:schemeClr>
            </a:solidFill>
            <a:ln>
              <a:noFill/>
            </a:ln>
          </p:spPr>
        </p:sp>
        <p:sp>
          <p:nvSpPr>
            <p:cNvPr id="472" name="Rectangle 471"/>
            <p:cNvSpPr/>
            <p:nvPr userDrawn="1"/>
          </p:nvSpPr>
          <p:spPr bwMode="auto">
            <a:xfrm>
              <a:off x="3040334" y="8799984"/>
              <a:ext cx="1152000" cy="380485"/>
            </a:xfrm>
            <a:prstGeom prst="rect">
              <a:avLst/>
            </a:prstGeom>
            <a:solidFill>
              <a:schemeClr val="accent6"/>
            </a:solidFill>
            <a:ln>
              <a:noFill/>
            </a:ln>
          </p:spPr>
        </p:sp>
        <p:sp>
          <p:nvSpPr>
            <p:cNvPr id="473" name="Rectangle 472"/>
            <p:cNvSpPr/>
            <p:nvPr userDrawn="1"/>
          </p:nvSpPr>
          <p:spPr bwMode="auto">
            <a:xfrm>
              <a:off x="3044270" y="8799984"/>
              <a:ext cx="383999" cy="383999"/>
            </a:xfrm>
            <a:prstGeom prst="rect">
              <a:avLst/>
            </a:prstGeom>
            <a:solidFill>
              <a:schemeClr val="accent2">
                <a:lumMod val="75000"/>
                <a:alpha val="46000"/>
              </a:schemeClr>
            </a:solidFill>
            <a:ln>
              <a:noFill/>
            </a:ln>
          </p:spPr>
        </p:sp>
        <p:sp>
          <p:nvSpPr>
            <p:cNvPr id="474" name="Rectangle 473"/>
            <p:cNvSpPr/>
            <p:nvPr userDrawn="1"/>
          </p:nvSpPr>
          <p:spPr bwMode="auto">
            <a:xfrm>
              <a:off x="3426449" y="8799984"/>
              <a:ext cx="383999" cy="383999"/>
            </a:xfrm>
            <a:prstGeom prst="rect">
              <a:avLst/>
            </a:prstGeom>
            <a:solidFill>
              <a:schemeClr val="accent2">
                <a:lumMod val="60000"/>
                <a:lumOff val="40000"/>
                <a:alpha val="30000"/>
              </a:schemeClr>
            </a:solidFill>
            <a:ln>
              <a:noFill/>
            </a:ln>
          </p:spPr>
        </p:sp>
        <p:sp>
          <p:nvSpPr>
            <p:cNvPr id="475" name="Rectangle 474"/>
            <p:cNvSpPr/>
            <p:nvPr userDrawn="1"/>
          </p:nvSpPr>
          <p:spPr bwMode="auto">
            <a:xfrm>
              <a:off x="3809391" y="8799984"/>
              <a:ext cx="383999" cy="383999"/>
            </a:xfrm>
            <a:prstGeom prst="rect">
              <a:avLst/>
            </a:prstGeom>
            <a:solidFill>
              <a:schemeClr val="accent2">
                <a:lumMod val="40000"/>
                <a:lumOff val="60000"/>
                <a:alpha val="76000"/>
              </a:schemeClr>
            </a:solidFill>
            <a:ln>
              <a:noFill/>
            </a:ln>
          </p:spPr>
        </p:sp>
        <p:sp>
          <p:nvSpPr>
            <p:cNvPr id="476" name="Rectangle 475"/>
            <p:cNvSpPr/>
            <p:nvPr userDrawn="1"/>
          </p:nvSpPr>
          <p:spPr bwMode="auto">
            <a:xfrm>
              <a:off x="1890803" y="8796469"/>
              <a:ext cx="1152000" cy="380485"/>
            </a:xfrm>
            <a:prstGeom prst="rect">
              <a:avLst/>
            </a:prstGeom>
            <a:solidFill>
              <a:schemeClr val="accent4"/>
            </a:solidFill>
            <a:ln>
              <a:noFill/>
            </a:ln>
          </p:spPr>
        </p:sp>
        <p:sp>
          <p:nvSpPr>
            <p:cNvPr id="477" name="Rectangle 476"/>
            <p:cNvSpPr/>
            <p:nvPr userDrawn="1"/>
          </p:nvSpPr>
          <p:spPr bwMode="auto">
            <a:xfrm>
              <a:off x="1894739" y="8796469"/>
              <a:ext cx="383999" cy="383999"/>
            </a:xfrm>
            <a:prstGeom prst="rect">
              <a:avLst/>
            </a:prstGeom>
            <a:solidFill>
              <a:schemeClr val="accent1">
                <a:lumMod val="60000"/>
                <a:lumOff val="40000"/>
                <a:alpha val="35000"/>
              </a:schemeClr>
            </a:solidFill>
            <a:ln>
              <a:noFill/>
            </a:ln>
          </p:spPr>
        </p:sp>
        <p:sp>
          <p:nvSpPr>
            <p:cNvPr id="478" name="Rectangle 477"/>
            <p:cNvSpPr/>
            <p:nvPr userDrawn="1"/>
          </p:nvSpPr>
          <p:spPr bwMode="auto">
            <a:xfrm>
              <a:off x="2276918" y="8796469"/>
              <a:ext cx="383999" cy="383999"/>
            </a:xfrm>
            <a:prstGeom prst="rect">
              <a:avLst/>
            </a:prstGeom>
            <a:solidFill>
              <a:schemeClr val="accent1">
                <a:lumMod val="60000"/>
                <a:lumOff val="40000"/>
                <a:alpha val="0"/>
              </a:schemeClr>
            </a:solidFill>
            <a:ln>
              <a:noFill/>
            </a:ln>
          </p:spPr>
        </p:sp>
        <p:sp>
          <p:nvSpPr>
            <p:cNvPr id="479" name="Rectangle 478"/>
            <p:cNvSpPr/>
            <p:nvPr userDrawn="1"/>
          </p:nvSpPr>
          <p:spPr bwMode="auto">
            <a:xfrm>
              <a:off x="2659861" y="8796469"/>
              <a:ext cx="383999" cy="383999"/>
            </a:xfrm>
            <a:prstGeom prst="rect">
              <a:avLst/>
            </a:prstGeom>
            <a:solidFill>
              <a:schemeClr val="accent1">
                <a:lumMod val="60000"/>
                <a:lumOff val="40000"/>
                <a:alpha val="50000"/>
              </a:schemeClr>
            </a:solidFill>
            <a:ln>
              <a:noFill/>
            </a:ln>
          </p:spPr>
        </p:sp>
        <p:sp>
          <p:nvSpPr>
            <p:cNvPr id="480" name="Rectangle 479"/>
            <p:cNvSpPr/>
            <p:nvPr userDrawn="1"/>
          </p:nvSpPr>
          <p:spPr bwMode="auto">
            <a:xfrm>
              <a:off x="741989" y="8796469"/>
              <a:ext cx="1152000" cy="383999"/>
            </a:xfrm>
            <a:prstGeom prst="rect">
              <a:avLst/>
            </a:prstGeom>
            <a:solidFill>
              <a:schemeClr val="accent6"/>
            </a:solidFill>
            <a:ln>
              <a:noFill/>
            </a:ln>
          </p:spPr>
        </p:sp>
        <p:sp>
          <p:nvSpPr>
            <p:cNvPr id="481" name="Rectangle 480"/>
            <p:cNvSpPr/>
            <p:nvPr userDrawn="1"/>
          </p:nvSpPr>
          <p:spPr bwMode="auto">
            <a:xfrm>
              <a:off x="745925" y="8796469"/>
              <a:ext cx="383999" cy="383999"/>
            </a:xfrm>
            <a:prstGeom prst="rect">
              <a:avLst/>
            </a:prstGeom>
            <a:solidFill>
              <a:schemeClr val="accent4">
                <a:lumMod val="40000"/>
                <a:lumOff val="60000"/>
                <a:alpha val="3999"/>
              </a:schemeClr>
            </a:solidFill>
            <a:ln>
              <a:noFill/>
            </a:ln>
          </p:spPr>
        </p:sp>
        <p:sp>
          <p:nvSpPr>
            <p:cNvPr id="482" name="Rectangle 481"/>
            <p:cNvSpPr/>
            <p:nvPr userDrawn="1"/>
          </p:nvSpPr>
          <p:spPr bwMode="auto">
            <a:xfrm>
              <a:off x="1128103" y="8796469"/>
              <a:ext cx="383999" cy="383999"/>
            </a:xfrm>
            <a:prstGeom prst="rect">
              <a:avLst/>
            </a:prstGeom>
            <a:solidFill>
              <a:schemeClr val="accent4">
                <a:lumMod val="40000"/>
                <a:lumOff val="60000"/>
                <a:alpha val="23000"/>
              </a:schemeClr>
            </a:solidFill>
            <a:ln>
              <a:noFill/>
            </a:ln>
          </p:spPr>
        </p:sp>
        <p:sp>
          <p:nvSpPr>
            <p:cNvPr id="483" name="Rectangle 482"/>
            <p:cNvSpPr/>
            <p:nvPr userDrawn="1"/>
          </p:nvSpPr>
          <p:spPr bwMode="auto">
            <a:xfrm>
              <a:off x="1511046" y="8796469"/>
              <a:ext cx="383999" cy="383999"/>
            </a:xfrm>
            <a:prstGeom prst="rect">
              <a:avLst/>
            </a:prstGeom>
            <a:solidFill>
              <a:schemeClr val="accent4">
                <a:lumMod val="20000"/>
                <a:lumOff val="80000"/>
                <a:alpha val="26998"/>
              </a:schemeClr>
            </a:solidFill>
            <a:ln>
              <a:noFill/>
            </a:ln>
          </p:spPr>
        </p:sp>
        <p:sp>
          <p:nvSpPr>
            <p:cNvPr id="484" name="Rectangle 483"/>
            <p:cNvSpPr/>
            <p:nvPr userDrawn="1"/>
          </p:nvSpPr>
          <p:spPr bwMode="auto">
            <a:xfrm>
              <a:off x="-22006" y="8800197"/>
              <a:ext cx="770417" cy="380271"/>
            </a:xfrm>
            <a:prstGeom prst="rect">
              <a:avLst/>
            </a:prstGeom>
            <a:solidFill>
              <a:schemeClr val="accent1"/>
            </a:solidFill>
            <a:ln>
              <a:noFill/>
            </a:ln>
          </p:spPr>
        </p:sp>
        <p:sp>
          <p:nvSpPr>
            <p:cNvPr id="485" name="Rectangle 484"/>
            <p:cNvSpPr/>
            <p:nvPr userDrawn="1"/>
          </p:nvSpPr>
          <p:spPr bwMode="auto">
            <a:xfrm>
              <a:off x="-17473" y="8800197"/>
              <a:ext cx="383999" cy="383999"/>
            </a:xfrm>
            <a:prstGeom prst="rect">
              <a:avLst/>
            </a:prstGeom>
            <a:solidFill>
              <a:schemeClr val="accent1">
                <a:lumMod val="60000"/>
                <a:lumOff val="40000"/>
                <a:alpha val="0"/>
              </a:schemeClr>
            </a:solidFill>
            <a:ln>
              <a:noFill/>
            </a:ln>
          </p:spPr>
        </p:sp>
        <p:sp>
          <p:nvSpPr>
            <p:cNvPr id="486" name="Rectangle 485"/>
            <p:cNvSpPr/>
            <p:nvPr userDrawn="1"/>
          </p:nvSpPr>
          <p:spPr bwMode="auto">
            <a:xfrm>
              <a:off x="365469" y="8800197"/>
              <a:ext cx="383999" cy="383999"/>
            </a:xfrm>
            <a:prstGeom prst="rect">
              <a:avLst/>
            </a:prstGeom>
            <a:solidFill>
              <a:schemeClr val="accent1">
                <a:lumMod val="60000"/>
                <a:lumOff val="40000"/>
                <a:alpha val="50000"/>
              </a:schemeClr>
            </a:solidFill>
            <a:ln>
              <a:noFill/>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922185501" name="Title 1"/>
          <p:cNvSpPr>
            <a:spLocks noGrp="1"/>
          </p:cNvSpPr>
          <p:nvPr>
            <p:ph type="title"/>
          </p:nvPr>
        </p:nvSpPr>
        <p:spPr bwMode="auto"/>
        <p:txBody>
          <a:bodyPr/>
          <a:lstStyle/>
          <a:p>
            <a:pPr>
              <a:defRPr/>
            </a:pPr>
            <a:r>
              <a:rPr/>
              <a:t>Click to edit Master title style</a:t>
            </a:r>
            <a:endParaRPr/>
          </a:p>
        </p:txBody>
      </p:sp>
      <p:sp>
        <p:nvSpPr>
          <p:cNvPr id="701479580"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78036026" name="Date Placeholder 14"/>
          <p:cNvSpPr>
            <a:spLocks noGrp="1"/>
          </p:cNvSpPr>
          <p:nvPr>
            <p:ph type="dt" sz="half" idx="10"/>
          </p:nvPr>
        </p:nvSpPr>
        <p:spPr bwMode="auto">
          <a:xfrm>
            <a:off x="607261" y="6109507"/>
            <a:ext cx="2844798" cy="365125"/>
          </a:xfrm>
        </p:spPr>
        <p:txBody>
          <a:bodyPr/>
          <a:lstStyle/>
          <a:p>
            <a:pPr>
              <a:defRPr/>
            </a:pPr>
            <a:fld id="{51E84241-D031-42DE-84E4-CC10C30232F4}" type="datetimeFigureOut">
              <a:rPr/>
              <a:t>12/13/2025</a:t>
            </a:fld>
            <a:endParaRPr/>
          </a:p>
        </p:txBody>
      </p:sp>
      <p:sp>
        <p:nvSpPr>
          <p:cNvPr id="597696450" name="Footer Placeholder 15"/>
          <p:cNvSpPr>
            <a:spLocks noGrp="1"/>
          </p:cNvSpPr>
          <p:nvPr>
            <p:ph type="ftr" sz="quarter" idx="11"/>
          </p:nvPr>
        </p:nvSpPr>
        <p:spPr bwMode="auto">
          <a:xfrm>
            <a:off x="7758885" y="6132835"/>
            <a:ext cx="3860799" cy="365125"/>
          </a:xfrm>
        </p:spPr>
        <p:txBody>
          <a:bodyPr/>
          <a:lstStyle/>
          <a:p>
            <a:pPr>
              <a:defRPr/>
            </a:pPr>
            <a:endParaRPr/>
          </a:p>
        </p:txBody>
      </p:sp>
      <p:sp>
        <p:nvSpPr>
          <p:cNvPr id="1190803904" name="Slide Number Placeholder 17"/>
          <p:cNvSpPr>
            <a:spLocks noGrp="1"/>
          </p:cNvSpPr>
          <p:nvPr>
            <p:ph type="sldNum" sz="quarter" idx="12"/>
          </p:nvPr>
        </p:nvSpPr>
        <p:spPr bwMode="auto">
          <a:xfrm>
            <a:off x="5190395" y="6132835"/>
            <a:ext cx="952634" cy="365125"/>
          </a:xfrm>
        </p:spPr>
        <p:txBody>
          <a:bodyPr/>
          <a:lstStyle/>
          <a:p>
            <a:pPr>
              <a:defRPr/>
            </a:pPr>
            <a:fld id="{91974DF9-AD47-4691-BA21-BBFCE3637A9A}" type="slidenum">
              <a:rPr/>
              <a:t>15</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421630994" name="Title 1"/>
          <p:cNvSpPr>
            <a:spLocks noGrp="1"/>
          </p:cNvSpPr>
          <p:nvPr>
            <p:ph type="title"/>
          </p:nvPr>
        </p:nvSpPr>
        <p:spPr bwMode="auto">
          <a:xfrm>
            <a:off x="623391" y="980729"/>
            <a:ext cx="10945215" cy="1002034"/>
          </a:xfrm>
          <a:prstGeom prst="rect">
            <a:avLst/>
          </a:prstGeom>
          <a:noFill/>
        </p:spPr>
        <p:txBody>
          <a:bodyPr anchor="t"/>
          <a:lstStyle>
            <a:lvl1pPr algn="l">
              <a:defRPr sz="4000" b="1" cap="all"/>
            </a:lvl1pPr>
          </a:lstStyle>
          <a:p>
            <a:pPr>
              <a:defRPr/>
            </a:pPr>
            <a:r>
              <a:rPr/>
              <a:t>Click to edit Master title style</a:t>
            </a:r>
            <a:endParaRPr/>
          </a:p>
        </p:txBody>
      </p:sp>
      <p:sp>
        <p:nvSpPr>
          <p:cNvPr id="1876623978" name="Text Placeholder 2"/>
          <p:cNvSpPr>
            <a:spLocks noGrp="1"/>
          </p:cNvSpPr>
          <p:nvPr>
            <p:ph type="body" idx="1"/>
          </p:nvPr>
        </p:nvSpPr>
        <p:spPr bwMode="auto">
          <a:xfrm>
            <a:off x="623391" y="2060847"/>
            <a:ext cx="10945215" cy="3960439"/>
          </a:xfrm>
        </p:spPr>
        <p:txBody>
          <a:bodyPr anchor="t" anchorCtr="0"/>
          <a:lstStyle>
            <a:lvl1pPr marL="0" indent="0">
              <a:buNone/>
              <a:defRPr sz="200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138627010" name="Date Placeholder 6"/>
          <p:cNvSpPr>
            <a:spLocks noGrp="1"/>
          </p:cNvSpPr>
          <p:nvPr>
            <p:ph type="dt" sz="half" idx="10"/>
          </p:nvPr>
        </p:nvSpPr>
        <p:spPr bwMode="auto"/>
        <p:txBody>
          <a:bodyPr/>
          <a:lstStyle/>
          <a:p>
            <a:pPr>
              <a:defRPr/>
            </a:pPr>
            <a:fld id="{51E84241-D031-42DE-84E4-CC10C30232F4}" type="datetimeFigureOut">
              <a:rPr/>
              <a:t>12/13/2025</a:t>
            </a:fld>
            <a:endParaRPr/>
          </a:p>
        </p:txBody>
      </p:sp>
      <p:sp>
        <p:nvSpPr>
          <p:cNvPr id="2112328105" name="Footer Placeholder 7"/>
          <p:cNvSpPr>
            <a:spLocks noGrp="1"/>
          </p:cNvSpPr>
          <p:nvPr>
            <p:ph type="ftr" sz="quarter" idx="11"/>
          </p:nvPr>
        </p:nvSpPr>
        <p:spPr bwMode="auto"/>
        <p:txBody>
          <a:bodyPr/>
          <a:lstStyle/>
          <a:p>
            <a:pPr>
              <a:defRPr/>
            </a:pPr>
            <a:endParaRPr/>
          </a:p>
        </p:txBody>
      </p:sp>
      <p:sp>
        <p:nvSpPr>
          <p:cNvPr id="1066822766" name="Slide Number Placeholder 8"/>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369076503" name="Content Placeholder 2"/>
          <p:cNvSpPr>
            <a:spLocks noGrp="1"/>
          </p:cNvSpPr>
          <p:nvPr>
            <p:ph sz="half" idx="1"/>
          </p:nvPr>
        </p:nvSpPr>
        <p:spPr bwMode="auto">
          <a:xfrm>
            <a:off x="609599" y="1423317"/>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024078185" name="Content Placeholder 3"/>
          <p:cNvSpPr>
            <a:spLocks noGrp="1"/>
          </p:cNvSpPr>
          <p:nvPr>
            <p:ph sz="half" idx="2"/>
          </p:nvPr>
        </p:nvSpPr>
        <p:spPr bwMode="auto">
          <a:xfrm>
            <a:off x="6197599" y="1423317"/>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764048423" name="Date Placeholder 7"/>
          <p:cNvSpPr>
            <a:spLocks noGrp="1"/>
          </p:cNvSpPr>
          <p:nvPr>
            <p:ph type="dt" sz="half" idx="10"/>
          </p:nvPr>
        </p:nvSpPr>
        <p:spPr bwMode="auto"/>
        <p:txBody>
          <a:bodyPr/>
          <a:lstStyle/>
          <a:p>
            <a:pPr>
              <a:defRPr/>
            </a:pPr>
            <a:fld id="{51E84241-D031-42DE-84E4-CC10C30232F4}" type="datetimeFigureOut">
              <a:rPr/>
              <a:t>12/13/2025</a:t>
            </a:fld>
            <a:endParaRPr/>
          </a:p>
        </p:txBody>
      </p:sp>
      <p:sp>
        <p:nvSpPr>
          <p:cNvPr id="1923262895" name="Footer Placeholder 8"/>
          <p:cNvSpPr>
            <a:spLocks noGrp="1"/>
          </p:cNvSpPr>
          <p:nvPr>
            <p:ph type="ftr" sz="quarter" idx="11"/>
          </p:nvPr>
        </p:nvSpPr>
        <p:spPr bwMode="auto"/>
        <p:txBody>
          <a:bodyPr/>
          <a:lstStyle/>
          <a:p>
            <a:pPr>
              <a:defRPr/>
            </a:pPr>
            <a:endParaRPr/>
          </a:p>
        </p:txBody>
      </p:sp>
      <p:sp>
        <p:nvSpPr>
          <p:cNvPr id="1030874004" name="Slide Number Placeholder 9"/>
          <p:cNvSpPr>
            <a:spLocks noGrp="1"/>
          </p:cNvSpPr>
          <p:nvPr>
            <p:ph type="sldNum" sz="quarter" idx="12"/>
          </p:nvPr>
        </p:nvSpPr>
        <p:spPr bwMode="auto"/>
        <p:txBody>
          <a:bodyPr/>
          <a:lstStyle/>
          <a:p>
            <a:pPr>
              <a:defRPr/>
            </a:pPr>
            <a:fld id="{91974DF9-AD47-4691-BA21-BBFCE3637A9A}" type="slidenum">
              <a:rPr/>
              <a:t>&lt;#&gt;</a:t>
            </a:fld>
            <a:endParaRPr/>
          </a:p>
        </p:txBody>
      </p:sp>
      <p:sp>
        <p:nvSpPr>
          <p:cNvPr id="259420058" name="Title 10"/>
          <p:cNvSpPr>
            <a:spLocks noGrp="1"/>
          </p:cNvSpPr>
          <p:nvPr>
            <p:ph type="title"/>
          </p:nvPr>
        </p:nvSpPr>
        <p:spPr bwMode="auto"/>
        <p:txBody>
          <a:bodyPr/>
          <a:lstStyle/>
          <a:p>
            <a:pPr>
              <a:defRPr/>
            </a:pPr>
            <a:r>
              <a:rPr/>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18469712" name="Text Placeholder 2"/>
          <p:cNvSpPr>
            <a:spLocks noGrp="1"/>
          </p:cNvSpPr>
          <p:nvPr>
            <p:ph type="body" idx="1"/>
          </p:nvPr>
        </p:nvSpPr>
        <p:spPr bwMode="auto">
          <a:xfrm>
            <a:off x="609599" y="1412775"/>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1125518774" name="Content Placeholder 3"/>
          <p:cNvSpPr>
            <a:spLocks noGrp="1"/>
          </p:cNvSpPr>
          <p:nvPr>
            <p:ph sz="half" idx="2"/>
          </p:nvPr>
        </p:nvSpPr>
        <p:spPr bwMode="auto">
          <a:xfrm>
            <a:off x="609599" y="2052538"/>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727928144" name="Text Placeholder 4"/>
          <p:cNvSpPr>
            <a:spLocks noGrp="1"/>
          </p:cNvSpPr>
          <p:nvPr>
            <p:ph type="body" sz="quarter" idx="3"/>
          </p:nvPr>
        </p:nvSpPr>
        <p:spPr bwMode="auto">
          <a:xfrm>
            <a:off x="6193368" y="1412775"/>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1828621334" name="Content Placeholder 5"/>
          <p:cNvSpPr>
            <a:spLocks noGrp="1"/>
          </p:cNvSpPr>
          <p:nvPr>
            <p:ph sz="quarter" idx="4"/>
          </p:nvPr>
        </p:nvSpPr>
        <p:spPr bwMode="auto">
          <a:xfrm>
            <a:off x="6193368" y="2052538"/>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861310954" name="Date Placeholder 9"/>
          <p:cNvSpPr>
            <a:spLocks noGrp="1"/>
          </p:cNvSpPr>
          <p:nvPr>
            <p:ph type="dt" sz="half" idx="10"/>
          </p:nvPr>
        </p:nvSpPr>
        <p:spPr bwMode="auto"/>
        <p:txBody>
          <a:bodyPr/>
          <a:lstStyle/>
          <a:p>
            <a:pPr>
              <a:defRPr/>
            </a:pPr>
            <a:fld id="{51E84241-D031-42DE-84E4-CC10C30232F4}" type="datetimeFigureOut">
              <a:rPr/>
              <a:t>12/13/2025</a:t>
            </a:fld>
            <a:endParaRPr/>
          </a:p>
        </p:txBody>
      </p:sp>
      <p:sp>
        <p:nvSpPr>
          <p:cNvPr id="1007122700" name="Footer Placeholder 10"/>
          <p:cNvSpPr>
            <a:spLocks noGrp="1"/>
          </p:cNvSpPr>
          <p:nvPr>
            <p:ph type="ftr" sz="quarter" idx="11"/>
          </p:nvPr>
        </p:nvSpPr>
        <p:spPr bwMode="auto"/>
        <p:txBody>
          <a:bodyPr/>
          <a:lstStyle/>
          <a:p>
            <a:pPr>
              <a:defRPr/>
            </a:pPr>
            <a:endParaRPr/>
          </a:p>
        </p:txBody>
      </p:sp>
      <p:sp>
        <p:nvSpPr>
          <p:cNvPr id="1744743714" name="Slide Number Placeholder 11"/>
          <p:cNvSpPr>
            <a:spLocks noGrp="1"/>
          </p:cNvSpPr>
          <p:nvPr>
            <p:ph type="sldNum" sz="quarter" idx="12"/>
          </p:nvPr>
        </p:nvSpPr>
        <p:spPr bwMode="auto"/>
        <p:txBody>
          <a:bodyPr/>
          <a:lstStyle/>
          <a:p>
            <a:pPr>
              <a:defRPr/>
            </a:pPr>
            <a:fld id="{91974DF9-AD47-4691-BA21-BBFCE3637A9A}" type="slidenum">
              <a:rPr/>
              <a:t>&lt;#&gt;</a:t>
            </a:fld>
            <a:endParaRPr/>
          </a:p>
        </p:txBody>
      </p:sp>
      <p:sp>
        <p:nvSpPr>
          <p:cNvPr id="1314520373" name="Title 12"/>
          <p:cNvSpPr>
            <a:spLocks noGrp="1"/>
          </p:cNvSpPr>
          <p:nvPr>
            <p:ph type="title"/>
          </p:nvPr>
        </p:nvSpPr>
        <p:spPr bwMode="auto"/>
        <p:txBody>
          <a:bodyPr/>
          <a:lstStyle/>
          <a:p>
            <a:pPr>
              <a:defRPr/>
            </a:pPr>
            <a:r>
              <a:rPr/>
              <a:t>Click to edit Master title style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024292091" name="Title 8"/>
          <p:cNvSpPr>
            <a:spLocks noGrp="1"/>
          </p:cNvSpPr>
          <p:nvPr>
            <p:ph type="title"/>
          </p:nvPr>
        </p:nvSpPr>
        <p:spPr bwMode="auto"/>
        <p:txBody>
          <a:bodyPr/>
          <a:lstStyle/>
          <a:p>
            <a:pPr>
              <a:defRPr/>
            </a:pPr>
            <a:r>
              <a:rPr/>
              <a:t>Click to edit Master title style</a:t>
            </a:r>
            <a:endParaRPr/>
          </a:p>
        </p:txBody>
      </p:sp>
      <p:sp>
        <p:nvSpPr>
          <p:cNvPr id="1741249420" name="Date Placeholder 9"/>
          <p:cNvSpPr>
            <a:spLocks noGrp="1"/>
          </p:cNvSpPr>
          <p:nvPr>
            <p:ph type="dt" sz="half" idx="10"/>
          </p:nvPr>
        </p:nvSpPr>
        <p:spPr bwMode="auto"/>
        <p:txBody>
          <a:bodyPr/>
          <a:lstStyle/>
          <a:p>
            <a:pPr>
              <a:defRPr/>
            </a:pPr>
            <a:fld id="{51E84241-D031-42DE-84E4-CC10C30232F4}" type="datetimeFigureOut">
              <a:rPr/>
              <a:t>12/13/2025</a:t>
            </a:fld>
            <a:endParaRPr/>
          </a:p>
        </p:txBody>
      </p:sp>
      <p:sp>
        <p:nvSpPr>
          <p:cNvPr id="807412570" name="Footer Placeholder 10"/>
          <p:cNvSpPr>
            <a:spLocks noGrp="1"/>
          </p:cNvSpPr>
          <p:nvPr>
            <p:ph type="ftr" sz="quarter" idx="11"/>
          </p:nvPr>
        </p:nvSpPr>
        <p:spPr bwMode="auto"/>
        <p:txBody>
          <a:bodyPr/>
          <a:lstStyle/>
          <a:p>
            <a:pPr>
              <a:defRPr/>
            </a:pPr>
            <a:endParaRPr/>
          </a:p>
        </p:txBody>
      </p:sp>
      <p:sp>
        <p:nvSpPr>
          <p:cNvPr id="1980995565" name="Slide Number Placeholder 11"/>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53311941" name="Date Placeholder 18"/>
          <p:cNvSpPr>
            <a:spLocks noGrp="1"/>
          </p:cNvSpPr>
          <p:nvPr>
            <p:ph type="dt" sz="half" idx="10"/>
          </p:nvPr>
        </p:nvSpPr>
        <p:spPr bwMode="auto"/>
        <p:txBody>
          <a:bodyPr/>
          <a:lstStyle/>
          <a:p>
            <a:pPr>
              <a:defRPr/>
            </a:pPr>
            <a:fld id="{51E84241-D031-42DE-84E4-CC10C30232F4}" type="datetimeFigureOut">
              <a:rPr/>
              <a:t>12/13/2025</a:t>
            </a:fld>
            <a:endParaRPr/>
          </a:p>
        </p:txBody>
      </p:sp>
      <p:sp>
        <p:nvSpPr>
          <p:cNvPr id="549055530" name="Footer Placeholder 19"/>
          <p:cNvSpPr>
            <a:spLocks noGrp="1"/>
          </p:cNvSpPr>
          <p:nvPr>
            <p:ph type="ftr" sz="quarter" idx="11"/>
          </p:nvPr>
        </p:nvSpPr>
        <p:spPr bwMode="auto"/>
        <p:txBody>
          <a:bodyPr/>
          <a:lstStyle/>
          <a:p>
            <a:pPr>
              <a:defRPr/>
            </a:pPr>
            <a:endParaRPr/>
          </a:p>
        </p:txBody>
      </p:sp>
      <p:sp>
        <p:nvSpPr>
          <p:cNvPr id="121980082" name="Slide Number Placeholder 20"/>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42140411" name="Content Placeholder 2"/>
          <p:cNvSpPr>
            <a:spLocks noGrp="1"/>
          </p:cNvSpPr>
          <p:nvPr>
            <p:ph idx="1"/>
          </p:nvPr>
        </p:nvSpPr>
        <p:spPr bwMode="auto">
          <a:xfrm>
            <a:off x="4847861" y="1196753"/>
            <a:ext cx="6816757" cy="482453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944033532" name="Text Placeholder 3"/>
          <p:cNvSpPr>
            <a:spLocks noGrp="1"/>
          </p:cNvSpPr>
          <p:nvPr>
            <p:ph type="body" sz="half" idx="2"/>
          </p:nvPr>
        </p:nvSpPr>
        <p:spPr bwMode="auto">
          <a:xfrm>
            <a:off x="623393" y="1196753"/>
            <a:ext cx="4011084" cy="4824535"/>
          </a:xfrm>
        </p:spPr>
        <p:txBody>
          <a:bodyPr>
            <a:normAutofit/>
          </a:bodyPr>
          <a:lstStyle>
            <a:lvl1pPr marL="0" indent="0">
              <a:buNone/>
              <a:defRPr sz="2000">
                <a:solidFill>
                  <a:schemeClr val="tx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689221355" name="Date Placeholder 4"/>
          <p:cNvSpPr>
            <a:spLocks noGrp="1"/>
          </p:cNvSpPr>
          <p:nvPr>
            <p:ph type="dt" sz="half" idx="10"/>
          </p:nvPr>
        </p:nvSpPr>
        <p:spPr bwMode="auto"/>
        <p:txBody>
          <a:bodyPr/>
          <a:lstStyle/>
          <a:p>
            <a:pPr>
              <a:defRPr/>
            </a:pPr>
            <a:fld id="{51E84241-D031-42DE-84E4-CC10C30232F4}" type="datetimeFigureOut">
              <a:rPr/>
              <a:t>12/13/2025</a:t>
            </a:fld>
            <a:endParaRPr/>
          </a:p>
        </p:txBody>
      </p:sp>
      <p:sp>
        <p:nvSpPr>
          <p:cNvPr id="63155651" name="Footer Placeholder 5"/>
          <p:cNvSpPr>
            <a:spLocks noGrp="1"/>
          </p:cNvSpPr>
          <p:nvPr>
            <p:ph type="ftr" sz="quarter" idx="11"/>
          </p:nvPr>
        </p:nvSpPr>
        <p:spPr bwMode="auto"/>
        <p:txBody>
          <a:bodyPr/>
          <a:lstStyle/>
          <a:p>
            <a:pPr>
              <a:defRPr/>
            </a:pPr>
            <a:endParaRPr/>
          </a:p>
        </p:txBody>
      </p:sp>
      <p:sp>
        <p:nvSpPr>
          <p:cNvPr id="907860268" name="Slide Number Placeholder 6"/>
          <p:cNvSpPr>
            <a:spLocks noGrp="1"/>
          </p:cNvSpPr>
          <p:nvPr>
            <p:ph type="sldNum" sz="quarter" idx="12"/>
          </p:nvPr>
        </p:nvSpPr>
        <p:spPr bwMode="auto"/>
        <p:txBody>
          <a:bodyPr/>
          <a:lstStyle/>
          <a:p>
            <a:pPr>
              <a:defRPr/>
            </a:pPr>
            <a:fld id="{6B5AA3AA-5EA9-4976-BF6C-9891F6110747}" type="slidenum">
              <a:rPr/>
              <a:t>&lt;#&gt;</a:t>
            </a:fld>
            <a:endParaRPr/>
          </a:p>
        </p:txBody>
      </p:sp>
      <p:sp>
        <p:nvSpPr>
          <p:cNvPr id="1241192124" name="Title 8"/>
          <p:cNvSpPr>
            <a:spLocks noGrp="1"/>
          </p:cNvSpPr>
          <p:nvPr>
            <p:ph type="title"/>
          </p:nvPr>
        </p:nvSpPr>
        <p:spPr bwMode="auto"/>
        <p:txBody>
          <a:bodyPr/>
          <a:lstStyle/>
          <a:p>
            <a:pPr>
              <a:defRPr/>
            </a:pPr>
            <a:r>
              <a:rPr/>
              <a:t>Click to edit Master 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177459086" name="Title 1"/>
          <p:cNvSpPr>
            <a:spLocks noGrp="1"/>
          </p:cNvSpPr>
          <p:nvPr>
            <p:ph type="title"/>
          </p:nvPr>
        </p:nvSpPr>
        <p:spPr bwMode="auto">
          <a:xfrm>
            <a:off x="2389717" y="4797151"/>
            <a:ext cx="7315200" cy="576063"/>
          </a:xfrm>
        </p:spPr>
        <p:txBody>
          <a:bodyPr anchor="b"/>
          <a:lstStyle>
            <a:lvl1pPr algn="l">
              <a:defRPr sz="2000" b="1"/>
            </a:lvl1pPr>
          </a:lstStyle>
          <a:p>
            <a:pPr>
              <a:defRPr/>
            </a:pPr>
            <a:r>
              <a:rPr/>
              <a:t>Click to edit Master title style</a:t>
            </a:r>
            <a:endParaRPr/>
          </a:p>
        </p:txBody>
      </p:sp>
      <p:sp>
        <p:nvSpPr>
          <p:cNvPr id="121520884" name="Picture Placeholder 2"/>
          <p:cNvSpPr>
            <a:spLocks noGrp="1"/>
          </p:cNvSpPr>
          <p:nvPr>
            <p:ph type="pic" idx="1"/>
          </p:nvPr>
        </p:nvSpPr>
        <p:spPr bwMode="auto">
          <a:xfrm>
            <a:off x="2389717" y="1196751"/>
            <a:ext cx="7315200" cy="352839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a:t>Click icon to add picture</a:t>
            </a:r>
            <a:endParaRPr/>
          </a:p>
        </p:txBody>
      </p:sp>
      <p:sp>
        <p:nvSpPr>
          <p:cNvPr id="331982374" name="Text Placeholder 3"/>
          <p:cNvSpPr>
            <a:spLocks noGrp="1"/>
          </p:cNvSpPr>
          <p:nvPr>
            <p:ph type="body" sz="half" idx="2"/>
          </p:nvPr>
        </p:nvSpPr>
        <p:spPr bwMode="auto">
          <a:xfrm>
            <a:off x="2389717" y="5445223"/>
            <a:ext cx="7315200" cy="50296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456672153" name="Date Placeholder 8"/>
          <p:cNvSpPr>
            <a:spLocks noGrp="1"/>
          </p:cNvSpPr>
          <p:nvPr>
            <p:ph type="dt" sz="half" idx="10"/>
          </p:nvPr>
        </p:nvSpPr>
        <p:spPr bwMode="auto"/>
        <p:txBody>
          <a:bodyPr/>
          <a:lstStyle/>
          <a:p>
            <a:pPr>
              <a:defRPr/>
            </a:pPr>
            <a:fld id="{51E84241-D031-42DE-84E4-CC10C30232F4}" type="datetimeFigureOut">
              <a:rPr/>
              <a:t>12/13/2025</a:t>
            </a:fld>
            <a:endParaRPr/>
          </a:p>
        </p:txBody>
      </p:sp>
      <p:sp>
        <p:nvSpPr>
          <p:cNvPr id="74060346" name="Footer Placeholder 9"/>
          <p:cNvSpPr>
            <a:spLocks noGrp="1"/>
          </p:cNvSpPr>
          <p:nvPr>
            <p:ph type="ftr" sz="quarter" idx="11"/>
          </p:nvPr>
        </p:nvSpPr>
        <p:spPr bwMode="auto"/>
        <p:txBody>
          <a:bodyPr/>
          <a:lstStyle/>
          <a:p>
            <a:pPr>
              <a:defRPr/>
            </a:pPr>
            <a:endParaRPr/>
          </a:p>
        </p:txBody>
      </p:sp>
      <p:sp>
        <p:nvSpPr>
          <p:cNvPr id="1526974248" name="Slide Number Placeholder 10"/>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88613415" name="Title 1"/>
          <p:cNvSpPr>
            <a:spLocks noGrp="1"/>
          </p:cNvSpPr>
          <p:nvPr>
            <p:ph type="title"/>
          </p:nvPr>
        </p:nvSpPr>
        <p:spPr bwMode="auto"/>
        <p:txBody>
          <a:bodyPr/>
          <a:lstStyle/>
          <a:p>
            <a:pPr>
              <a:defRPr/>
            </a:pPr>
            <a:r>
              <a:rPr/>
              <a:t>Click to edit Master title style</a:t>
            </a:r>
            <a:endParaRPr/>
          </a:p>
        </p:txBody>
      </p:sp>
      <p:sp>
        <p:nvSpPr>
          <p:cNvPr id="1447323186"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712700682" name="Date Placeholder 9"/>
          <p:cNvSpPr>
            <a:spLocks noGrp="1"/>
          </p:cNvSpPr>
          <p:nvPr>
            <p:ph type="dt" sz="half" idx="10"/>
          </p:nvPr>
        </p:nvSpPr>
        <p:spPr bwMode="auto"/>
        <p:txBody>
          <a:bodyPr/>
          <a:lstStyle/>
          <a:p>
            <a:pPr>
              <a:defRPr/>
            </a:pPr>
            <a:fld id="{51E84241-D031-42DE-84E4-CC10C30232F4}" type="datetimeFigureOut">
              <a:rPr/>
              <a:t>12/13/2025</a:t>
            </a:fld>
            <a:endParaRPr/>
          </a:p>
        </p:txBody>
      </p:sp>
      <p:sp>
        <p:nvSpPr>
          <p:cNvPr id="1870380372" name="Footer Placeholder 10"/>
          <p:cNvSpPr>
            <a:spLocks noGrp="1"/>
          </p:cNvSpPr>
          <p:nvPr>
            <p:ph type="ftr" sz="quarter" idx="11"/>
          </p:nvPr>
        </p:nvSpPr>
        <p:spPr bwMode="auto"/>
        <p:txBody>
          <a:bodyPr/>
          <a:lstStyle/>
          <a:p>
            <a:pPr>
              <a:defRPr/>
            </a:pPr>
            <a:endParaRPr/>
          </a:p>
        </p:txBody>
      </p:sp>
      <p:sp>
        <p:nvSpPr>
          <p:cNvPr id="690138513" name="Slide Number Placeholder 11"/>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25572204" name="Vertical Title 1"/>
          <p:cNvSpPr>
            <a:spLocks noGrp="1"/>
          </p:cNvSpPr>
          <p:nvPr>
            <p:ph type="title" orient="vert"/>
          </p:nvPr>
        </p:nvSpPr>
        <p:spPr bwMode="auto">
          <a:xfrm>
            <a:off x="8839199" y="980729"/>
            <a:ext cx="2743200" cy="5040559"/>
          </a:xfrm>
        </p:spPr>
        <p:txBody>
          <a:bodyPr vert="eaVert"/>
          <a:lstStyle>
            <a:lvl1pPr>
              <a:defRPr b="1"/>
            </a:lvl1pPr>
          </a:lstStyle>
          <a:p>
            <a:pPr>
              <a:defRPr/>
            </a:pPr>
            <a:r>
              <a:rPr/>
              <a:t>Click to edit Master title style</a:t>
            </a:r>
            <a:endParaRPr/>
          </a:p>
        </p:txBody>
      </p:sp>
      <p:sp>
        <p:nvSpPr>
          <p:cNvPr id="2135250410" name="Vertical Text Placeholder 2"/>
          <p:cNvSpPr>
            <a:spLocks noGrp="1"/>
          </p:cNvSpPr>
          <p:nvPr>
            <p:ph type="body" orient="vert" idx="1"/>
          </p:nvPr>
        </p:nvSpPr>
        <p:spPr bwMode="auto">
          <a:xfrm>
            <a:off x="609599" y="980727"/>
            <a:ext cx="8026399" cy="5040561"/>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94292035" name="Date Placeholder 9"/>
          <p:cNvSpPr>
            <a:spLocks noGrp="1"/>
          </p:cNvSpPr>
          <p:nvPr>
            <p:ph type="dt" sz="half" idx="10"/>
          </p:nvPr>
        </p:nvSpPr>
        <p:spPr bwMode="auto"/>
        <p:txBody>
          <a:bodyPr/>
          <a:lstStyle/>
          <a:p>
            <a:pPr>
              <a:defRPr/>
            </a:pPr>
            <a:fld id="{51E84241-D031-42DE-84E4-CC10C30232F4}" type="datetimeFigureOut">
              <a:rPr/>
              <a:t>12/13/2025</a:t>
            </a:fld>
            <a:endParaRPr/>
          </a:p>
        </p:txBody>
      </p:sp>
      <p:sp>
        <p:nvSpPr>
          <p:cNvPr id="717684442" name="Footer Placeholder 10"/>
          <p:cNvSpPr>
            <a:spLocks noGrp="1"/>
          </p:cNvSpPr>
          <p:nvPr>
            <p:ph type="ftr" sz="quarter" idx="11"/>
          </p:nvPr>
        </p:nvSpPr>
        <p:spPr bwMode="auto"/>
        <p:txBody>
          <a:bodyPr/>
          <a:lstStyle/>
          <a:p>
            <a:pPr>
              <a:defRPr/>
            </a:pPr>
            <a:endParaRPr/>
          </a:p>
        </p:txBody>
      </p:sp>
      <p:sp>
        <p:nvSpPr>
          <p:cNvPr id="1120336005" name="Slide Number Placeholder 11"/>
          <p:cNvSpPr>
            <a:spLocks noGrp="1"/>
          </p:cNvSpPr>
          <p:nvPr>
            <p:ph type="sldNum" sz="quarter" idx="12"/>
          </p:nvPr>
        </p:nvSpPr>
        <p:spPr bwMode="auto"/>
        <p:txBody>
          <a:bodyPr/>
          <a:lstStyle/>
          <a:p>
            <a:pPr>
              <a:defRPr/>
            </a:pPr>
            <a:fld id="{91974DF9-AD47-4691-BA21-BBFCE3637A9A}" type="slidenum">
              <a:rPr/>
              <a:t>&lt;#&gt;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135094035" name="Rectangle 245"/>
          <p:cNvSpPr/>
          <p:nvPr userDrawn="1"/>
        </p:nvSpPr>
        <p:spPr bwMode="auto">
          <a:xfrm>
            <a:off x="759075" y="-8406"/>
            <a:ext cx="1144579" cy="864000"/>
          </a:xfrm>
          <a:prstGeom prst="rect">
            <a:avLst/>
          </a:prstGeom>
          <a:solidFill>
            <a:schemeClr val="accent6"/>
          </a:solidFill>
          <a:ln>
            <a:noFill/>
          </a:ln>
        </p:spPr>
      </p:sp>
      <p:sp>
        <p:nvSpPr>
          <p:cNvPr id="1137422780" name="Rectangle 350"/>
          <p:cNvSpPr/>
          <p:nvPr userDrawn="1"/>
        </p:nvSpPr>
        <p:spPr bwMode="auto">
          <a:xfrm>
            <a:off x="1" y="-5610"/>
            <a:ext cx="765453" cy="864000"/>
          </a:xfrm>
          <a:prstGeom prst="rect">
            <a:avLst/>
          </a:prstGeom>
          <a:solidFill>
            <a:schemeClr val="accent1"/>
          </a:solidFill>
          <a:ln>
            <a:noFill/>
          </a:ln>
        </p:spPr>
      </p:sp>
      <p:grpSp>
        <p:nvGrpSpPr>
          <p:cNvPr id="835956102" name="Group 6"/>
          <p:cNvGrpSpPr/>
          <p:nvPr userDrawn="1"/>
        </p:nvGrpSpPr>
        <p:grpSpPr bwMode="auto">
          <a:xfrm>
            <a:off x="2" y="-8405"/>
            <a:ext cx="12199158" cy="867598"/>
            <a:chOff x="1" y="-11207"/>
            <a:chExt cx="12199158" cy="1156798"/>
          </a:xfrm>
        </p:grpSpPr>
        <p:grpSp>
          <p:nvGrpSpPr>
            <p:cNvPr id="113" name="Group 112"/>
            <p:cNvGrpSpPr/>
            <p:nvPr userDrawn="1"/>
          </p:nvGrpSpPr>
          <p:grpSpPr bwMode="auto">
            <a:xfrm>
              <a:off x="11052937" y="-6409"/>
              <a:ext cx="1146222" cy="1147201"/>
              <a:chOff x="8985289" y="2208431"/>
              <a:chExt cx="1153652" cy="1152000"/>
            </a:xfrm>
          </p:grpSpPr>
          <p:sp>
            <p:nvSpPr>
              <p:cNvPr id="6" name="Rectangle 5"/>
              <p:cNvSpPr/>
              <p:nvPr userDrawn="1"/>
            </p:nvSpPr>
            <p:spPr bwMode="auto">
              <a:xfrm>
                <a:off x="8985885" y="2208431"/>
                <a:ext cx="1152000" cy="1152000"/>
              </a:xfrm>
              <a:prstGeom prst="rect">
                <a:avLst/>
              </a:prstGeom>
              <a:solidFill>
                <a:schemeClr val="accent1"/>
              </a:solidFill>
              <a:ln>
                <a:noFill/>
              </a:ln>
            </p:spPr>
          </p:sp>
          <p:grpSp>
            <p:nvGrpSpPr>
              <p:cNvPr id="5" name="Group 4"/>
              <p:cNvGrpSpPr/>
              <p:nvPr userDrawn="1"/>
            </p:nvGrpSpPr>
            <p:grpSpPr bwMode="auto">
              <a:xfrm>
                <a:off x="8985289" y="2208431"/>
                <a:ext cx="1153652" cy="1152000"/>
                <a:chOff x="8985289" y="2208431"/>
                <a:chExt cx="1153652" cy="1152000"/>
              </a:xfrm>
            </p:grpSpPr>
            <p:sp>
              <p:nvSpPr>
                <p:cNvPr id="158" name="Rectangle 157"/>
                <p:cNvSpPr/>
                <p:nvPr userDrawn="1"/>
              </p:nvSpPr>
              <p:spPr bwMode="auto">
                <a:xfrm>
                  <a:off x="8985289" y="2592432"/>
                  <a:ext cx="383999" cy="383999"/>
                </a:xfrm>
                <a:prstGeom prst="rect">
                  <a:avLst/>
                </a:prstGeom>
                <a:solidFill>
                  <a:schemeClr val="accent5">
                    <a:lumMod val="75000"/>
                    <a:alpha val="45000"/>
                  </a:schemeClr>
                </a:solidFill>
                <a:ln>
                  <a:noFill/>
                </a:ln>
              </p:spPr>
            </p:sp>
            <p:sp>
              <p:nvSpPr>
                <p:cNvPr id="159" name="Rectangle 158"/>
                <p:cNvSpPr/>
                <p:nvPr userDrawn="1"/>
              </p:nvSpPr>
              <p:spPr bwMode="auto">
                <a:xfrm>
                  <a:off x="9367467" y="2592432"/>
                  <a:ext cx="383999" cy="383999"/>
                </a:xfrm>
                <a:prstGeom prst="rect">
                  <a:avLst/>
                </a:prstGeom>
                <a:solidFill>
                  <a:schemeClr val="accent5">
                    <a:lumMod val="40000"/>
                    <a:lumOff val="60000"/>
                    <a:alpha val="60000"/>
                  </a:schemeClr>
                </a:solidFill>
                <a:ln>
                  <a:noFill/>
                </a:ln>
              </p:spPr>
            </p:sp>
            <p:sp>
              <p:nvSpPr>
                <p:cNvPr id="160" name="Rectangle 159"/>
                <p:cNvSpPr/>
                <p:nvPr userDrawn="1"/>
              </p:nvSpPr>
              <p:spPr bwMode="auto">
                <a:xfrm>
                  <a:off x="9750410" y="2592432"/>
                  <a:ext cx="383999" cy="383999"/>
                </a:xfrm>
                <a:prstGeom prst="rect">
                  <a:avLst/>
                </a:prstGeom>
                <a:solidFill>
                  <a:schemeClr val="accent5">
                    <a:lumMod val="60000"/>
                    <a:lumOff val="40000"/>
                    <a:alpha val="45000"/>
                  </a:schemeClr>
                </a:solidFill>
                <a:ln>
                  <a:noFill/>
                </a:ln>
              </p:spPr>
            </p:sp>
            <p:sp>
              <p:nvSpPr>
                <p:cNvPr id="161" name="Rectangle 160"/>
                <p:cNvSpPr/>
                <p:nvPr userDrawn="1"/>
              </p:nvSpPr>
              <p:spPr bwMode="auto">
                <a:xfrm>
                  <a:off x="8989821" y="2208431"/>
                  <a:ext cx="383999" cy="383999"/>
                </a:xfrm>
                <a:prstGeom prst="rect">
                  <a:avLst/>
                </a:prstGeom>
                <a:solidFill>
                  <a:schemeClr val="accent1">
                    <a:lumMod val="60000"/>
                    <a:lumOff val="40000"/>
                    <a:alpha val="22000"/>
                  </a:schemeClr>
                </a:solidFill>
                <a:ln>
                  <a:noFill/>
                </a:ln>
              </p:spPr>
            </p:sp>
            <p:sp>
              <p:nvSpPr>
                <p:cNvPr id="162" name="Rectangle 161"/>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163" name="Rectangle 162"/>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164" name="Rectangle 163"/>
                <p:cNvSpPr/>
                <p:nvPr userDrawn="1"/>
              </p:nvSpPr>
              <p:spPr bwMode="auto">
                <a:xfrm>
                  <a:off x="8988763" y="2976431"/>
                  <a:ext cx="383999" cy="383999"/>
                </a:xfrm>
                <a:prstGeom prst="rect">
                  <a:avLst/>
                </a:prstGeom>
                <a:solidFill>
                  <a:schemeClr val="accent1">
                    <a:lumMod val="75000"/>
                  </a:schemeClr>
                </a:solidFill>
                <a:ln>
                  <a:noFill/>
                </a:ln>
              </p:spPr>
            </p:sp>
            <p:sp>
              <p:nvSpPr>
                <p:cNvPr id="165" name="Rectangle 164"/>
                <p:cNvSpPr/>
                <p:nvPr userDrawn="1"/>
              </p:nvSpPr>
              <p:spPr bwMode="auto">
                <a:xfrm>
                  <a:off x="9370942" y="2976431"/>
                  <a:ext cx="383999" cy="383999"/>
                </a:xfrm>
                <a:prstGeom prst="rect">
                  <a:avLst/>
                </a:prstGeom>
                <a:solidFill>
                  <a:schemeClr val="tx2">
                    <a:lumMod val="75000"/>
                    <a:alpha val="0"/>
                  </a:schemeClr>
                </a:solidFill>
                <a:ln>
                  <a:noFill/>
                </a:ln>
              </p:spPr>
            </p:sp>
            <p:sp>
              <p:nvSpPr>
                <p:cNvPr id="166" name="Rectangle 165"/>
                <p:cNvSpPr/>
                <p:nvPr userDrawn="1"/>
              </p:nvSpPr>
              <p:spPr bwMode="auto">
                <a:xfrm>
                  <a:off x="9753885" y="2976431"/>
                  <a:ext cx="383999" cy="383999"/>
                </a:xfrm>
                <a:prstGeom prst="rect">
                  <a:avLst/>
                </a:prstGeom>
                <a:solidFill>
                  <a:schemeClr val="tx2">
                    <a:lumMod val="75000"/>
                    <a:alpha val="20000"/>
                  </a:schemeClr>
                </a:solidFill>
                <a:ln>
                  <a:noFill/>
                </a:ln>
              </p:spPr>
            </p:sp>
          </p:grpSp>
        </p:grpSp>
        <p:grpSp>
          <p:nvGrpSpPr>
            <p:cNvPr id="191" name="Group 190"/>
            <p:cNvGrpSpPr/>
            <p:nvPr userDrawn="1"/>
          </p:nvGrpSpPr>
          <p:grpSpPr bwMode="auto">
            <a:xfrm>
              <a:off x="9908949" y="-9923"/>
              <a:ext cx="1145630" cy="1152000"/>
              <a:chOff x="8985885" y="2208431"/>
              <a:chExt cx="1153056" cy="1152000"/>
            </a:xfrm>
          </p:grpSpPr>
          <p:sp>
            <p:nvSpPr>
              <p:cNvPr id="192" name="Rectangle 191"/>
              <p:cNvSpPr/>
              <p:nvPr userDrawn="1"/>
            </p:nvSpPr>
            <p:spPr bwMode="auto">
              <a:xfrm>
                <a:off x="8985885" y="2208431"/>
                <a:ext cx="1152000" cy="1152000"/>
              </a:xfrm>
              <a:prstGeom prst="rect">
                <a:avLst/>
              </a:prstGeom>
              <a:solidFill>
                <a:schemeClr val="accent3"/>
              </a:solidFill>
              <a:ln>
                <a:noFill/>
              </a:ln>
            </p:spPr>
          </p:sp>
          <p:grpSp>
            <p:nvGrpSpPr>
              <p:cNvPr id="193" name="Group 192"/>
              <p:cNvGrpSpPr/>
              <p:nvPr userDrawn="1"/>
            </p:nvGrpSpPr>
            <p:grpSpPr bwMode="auto">
              <a:xfrm>
                <a:off x="8988763" y="2208431"/>
                <a:ext cx="1150178" cy="1152000"/>
                <a:chOff x="8988763" y="2208431"/>
                <a:chExt cx="1150178" cy="1152000"/>
              </a:xfrm>
            </p:grpSpPr>
            <p:sp>
              <p:nvSpPr>
                <p:cNvPr id="194" name="Rectangle 193"/>
                <p:cNvSpPr/>
                <p:nvPr userDrawn="1"/>
              </p:nvSpPr>
              <p:spPr bwMode="auto">
                <a:xfrm>
                  <a:off x="8989821" y="2592432"/>
                  <a:ext cx="383999" cy="383999"/>
                </a:xfrm>
                <a:prstGeom prst="rect">
                  <a:avLst/>
                </a:prstGeom>
                <a:solidFill>
                  <a:schemeClr val="accent5">
                    <a:lumMod val="75000"/>
                    <a:alpha val="20000"/>
                  </a:schemeClr>
                </a:solidFill>
                <a:ln>
                  <a:noFill/>
                </a:ln>
              </p:spPr>
            </p:sp>
            <p:sp>
              <p:nvSpPr>
                <p:cNvPr id="195" name="Rectangle 194"/>
                <p:cNvSpPr/>
                <p:nvPr userDrawn="1"/>
              </p:nvSpPr>
              <p:spPr bwMode="auto">
                <a:xfrm>
                  <a:off x="9371999" y="2592432"/>
                  <a:ext cx="383999" cy="383999"/>
                </a:xfrm>
                <a:prstGeom prst="rect">
                  <a:avLst/>
                </a:prstGeom>
                <a:solidFill>
                  <a:schemeClr val="accent5">
                    <a:lumMod val="40000"/>
                    <a:lumOff val="60000"/>
                    <a:alpha val="40000"/>
                  </a:schemeClr>
                </a:solidFill>
                <a:ln>
                  <a:noFill/>
                </a:ln>
              </p:spPr>
            </p:sp>
            <p:sp>
              <p:nvSpPr>
                <p:cNvPr id="196" name="Rectangle 195"/>
                <p:cNvSpPr/>
                <p:nvPr userDrawn="1"/>
              </p:nvSpPr>
              <p:spPr bwMode="auto">
                <a:xfrm>
                  <a:off x="9754942" y="2592432"/>
                  <a:ext cx="383999" cy="383999"/>
                </a:xfrm>
                <a:prstGeom prst="rect">
                  <a:avLst/>
                </a:prstGeom>
                <a:solidFill>
                  <a:schemeClr val="accent5">
                    <a:lumMod val="60000"/>
                    <a:lumOff val="40000"/>
                    <a:alpha val="30000"/>
                  </a:schemeClr>
                </a:solidFill>
                <a:ln>
                  <a:noFill/>
                </a:ln>
              </p:spPr>
            </p:sp>
            <p:sp>
              <p:nvSpPr>
                <p:cNvPr id="197" name="Rectangle 196"/>
                <p:cNvSpPr/>
                <p:nvPr userDrawn="1"/>
              </p:nvSpPr>
              <p:spPr bwMode="auto">
                <a:xfrm>
                  <a:off x="8989821" y="2208431"/>
                  <a:ext cx="383999" cy="383999"/>
                </a:xfrm>
                <a:prstGeom prst="rect">
                  <a:avLst/>
                </a:prstGeom>
                <a:solidFill>
                  <a:schemeClr val="accent3">
                    <a:lumMod val="20000"/>
                    <a:lumOff val="80000"/>
                    <a:alpha val="22000"/>
                  </a:schemeClr>
                </a:solidFill>
                <a:ln>
                  <a:noFill/>
                </a:ln>
              </p:spPr>
            </p:sp>
            <p:sp>
              <p:nvSpPr>
                <p:cNvPr id="198" name="Rectangle 197"/>
                <p:cNvSpPr/>
                <p:nvPr userDrawn="1"/>
              </p:nvSpPr>
              <p:spPr bwMode="auto">
                <a:xfrm>
                  <a:off x="9371999" y="2208431"/>
                  <a:ext cx="383999" cy="383999"/>
                </a:xfrm>
                <a:prstGeom prst="rect">
                  <a:avLst/>
                </a:prstGeom>
                <a:solidFill>
                  <a:schemeClr val="accent3">
                    <a:lumMod val="20000"/>
                    <a:lumOff val="80000"/>
                    <a:alpha val="0"/>
                  </a:schemeClr>
                </a:solidFill>
                <a:ln>
                  <a:noFill/>
                </a:ln>
              </p:spPr>
            </p:sp>
            <p:sp>
              <p:nvSpPr>
                <p:cNvPr id="199" name="Rectangle 198"/>
                <p:cNvSpPr/>
                <p:nvPr userDrawn="1"/>
              </p:nvSpPr>
              <p:spPr bwMode="auto">
                <a:xfrm>
                  <a:off x="9754942" y="2208431"/>
                  <a:ext cx="383999" cy="383999"/>
                </a:xfrm>
                <a:prstGeom prst="rect">
                  <a:avLst/>
                </a:prstGeom>
                <a:solidFill>
                  <a:schemeClr val="accent3">
                    <a:lumMod val="20000"/>
                    <a:lumOff val="80000"/>
                    <a:alpha val="50000"/>
                  </a:schemeClr>
                </a:solidFill>
                <a:ln>
                  <a:noFill/>
                </a:ln>
              </p:spPr>
            </p:sp>
            <p:sp>
              <p:nvSpPr>
                <p:cNvPr id="200" name="Rectangle 199"/>
                <p:cNvSpPr/>
                <p:nvPr userDrawn="1"/>
              </p:nvSpPr>
              <p:spPr bwMode="auto">
                <a:xfrm>
                  <a:off x="8988763" y="2976431"/>
                  <a:ext cx="383999" cy="383999"/>
                </a:xfrm>
                <a:prstGeom prst="rect">
                  <a:avLst/>
                </a:prstGeom>
                <a:solidFill>
                  <a:schemeClr val="accent3">
                    <a:lumMod val="50000"/>
                    <a:alpha val="20000"/>
                  </a:schemeClr>
                </a:solidFill>
                <a:ln>
                  <a:noFill/>
                </a:ln>
              </p:spPr>
            </p:sp>
            <p:sp>
              <p:nvSpPr>
                <p:cNvPr id="201" name="Rectangle 200"/>
                <p:cNvSpPr/>
                <p:nvPr userDrawn="1"/>
              </p:nvSpPr>
              <p:spPr bwMode="auto">
                <a:xfrm>
                  <a:off x="9370942" y="2976431"/>
                  <a:ext cx="383999" cy="383999"/>
                </a:xfrm>
                <a:prstGeom prst="rect">
                  <a:avLst/>
                </a:prstGeom>
                <a:solidFill>
                  <a:schemeClr val="accent3">
                    <a:lumMod val="75000"/>
                  </a:schemeClr>
                </a:solidFill>
                <a:ln>
                  <a:noFill/>
                </a:ln>
              </p:spPr>
            </p:sp>
            <p:sp>
              <p:nvSpPr>
                <p:cNvPr id="202" name="Rectangle 201"/>
                <p:cNvSpPr/>
                <p:nvPr userDrawn="1"/>
              </p:nvSpPr>
              <p:spPr bwMode="auto">
                <a:xfrm>
                  <a:off x="9753885" y="2976431"/>
                  <a:ext cx="383999" cy="383999"/>
                </a:xfrm>
                <a:prstGeom prst="rect">
                  <a:avLst/>
                </a:prstGeom>
                <a:solidFill>
                  <a:schemeClr val="accent3">
                    <a:lumMod val="75000"/>
                    <a:alpha val="20000"/>
                  </a:schemeClr>
                </a:solidFill>
                <a:ln>
                  <a:noFill/>
                </a:ln>
              </p:spPr>
            </p:sp>
          </p:grpSp>
        </p:grpSp>
        <p:grpSp>
          <p:nvGrpSpPr>
            <p:cNvPr id="203" name="Group 202"/>
            <p:cNvGrpSpPr/>
            <p:nvPr userDrawn="1"/>
          </p:nvGrpSpPr>
          <p:grpSpPr bwMode="auto">
            <a:xfrm>
              <a:off x="8763318" y="-6409"/>
              <a:ext cx="1149082" cy="1152000"/>
              <a:chOff x="8985885" y="2208431"/>
              <a:chExt cx="1156531" cy="1152000"/>
            </a:xfrm>
          </p:grpSpPr>
          <p:sp>
            <p:nvSpPr>
              <p:cNvPr id="204" name="Rectangle 203"/>
              <p:cNvSpPr/>
              <p:nvPr userDrawn="1"/>
            </p:nvSpPr>
            <p:spPr bwMode="auto">
              <a:xfrm>
                <a:off x="8985885" y="2208431"/>
                <a:ext cx="1152000" cy="1152000"/>
              </a:xfrm>
              <a:prstGeom prst="rect">
                <a:avLst/>
              </a:prstGeom>
              <a:solidFill>
                <a:schemeClr val="accent6"/>
              </a:solidFill>
              <a:ln>
                <a:noFill/>
              </a:ln>
            </p:spPr>
          </p:sp>
          <p:grpSp>
            <p:nvGrpSpPr>
              <p:cNvPr id="205" name="Group 204"/>
              <p:cNvGrpSpPr/>
              <p:nvPr userDrawn="1"/>
            </p:nvGrpSpPr>
            <p:grpSpPr bwMode="auto">
              <a:xfrm>
                <a:off x="8988763" y="2208431"/>
                <a:ext cx="1153652" cy="1152000"/>
                <a:chOff x="8988763" y="2208431"/>
                <a:chExt cx="1153652" cy="1152000"/>
              </a:xfrm>
            </p:grpSpPr>
            <p:sp>
              <p:nvSpPr>
                <p:cNvPr id="206" name="Rectangle 205"/>
                <p:cNvSpPr/>
                <p:nvPr userDrawn="1"/>
              </p:nvSpPr>
              <p:spPr bwMode="auto">
                <a:xfrm>
                  <a:off x="8989821" y="2592432"/>
                  <a:ext cx="383999" cy="383999"/>
                </a:xfrm>
                <a:prstGeom prst="rect">
                  <a:avLst/>
                </a:prstGeom>
                <a:solidFill>
                  <a:schemeClr val="accent6">
                    <a:lumMod val="60000"/>
                    <a:lumOff val="40000"/>
                    <a:alpha val="70000"/>
                  </a:schemeClr>
                </a:solidFill>
                <a:ln>
                  <a:noFill/>
                </a:ln>
              </p:spPr>
            </p:sp>
            <p:sp>
              <p:nvSpPr>
                <p:cNvPr id="207" name="Rectangle 206"/>
                <p:cNvSpPr/>
                <p:nvPr userDrawn="1"/>
              </p:nvSpPr>
              <p:spPr bwMode="auto">
                <a:xfrm>
                  <a:off x="9371999" y="2592432"/>
                  <a:ext cx="383999" cy="383999"/>
                </a:xfrm>
                <a:prstGeom prst="rect">
                  <a:avLst/>
                </a:prstGeom>
                <a:solidFill>
                  <a:schemeClr val="accent2">
                    <a:lumMod val="20000"/>
                    <a:lumOff val="80000"/>
                    <a:alpha val="62000"/>
                  </a:schemeClr>
                </a:solidFill>
                <a:ln>
                  <a:noFill/>
                </a:ln>
              </p:spPr>
            </p:sp>
            <p:sp>
              <p:nvSpPr>
                <p:cNvPr id="208" name="Rectangle 207"/>
                <p:cNvSpPr/>
                <p:nvPr userDrawn="1"/>
              </p:nvSpPr>
              <p:spPr bwMode="auto">
                <a:xfrm>
                  <a:off x="9754942" y="2592432"/>
                  <a:ext cx="383999" cy="383999"/>
                </a:xfrm>
                <a:prstGeom prst="rect">
                  <a:avLst/>
                </a:prstGeom>
                <a:solidFill>
                  <a:schemeClr val="accent6">
                    <a:lumMod val="60000"/>
                    <a:lumOff val="40000"/>
                    <a:alpha val="55000"/>
                  </a:schemeClr>
                </a:solidFill>
                <a:ln>
                  <a:noFill/>
                </a:ln>
              </p:spPr>
            </p:sp>
            <p:sp>
              <p:nvSpPr>
                <p:cNvPr id="209" name="Rectangle 208"/>
                <p:cNvSpPr/>
                <p:nvPr userDrawn="1"/>
              </p:nvSpPr>
              <p:spPr bwMode="auto">
                <a:xfrm>
                  <a:off x="8989821" y="2208431"/>
                  <a:ext cx="383999" cy="383999"/>
                </a:xfrm>
                <a:prstGeom prst="rect">
                  <a:avLst/>
                </a:prstGeom>
                <a:solidFill>
                  <a:schemeClr val="accent2">
                    <a:lumMod val="75000"/>
                    <a:alpha val="46000"/>
                  </a:schemeClr>
                </a:solidFill>
                <a:ln>
                  <a:noFill/>
                </a:ln>
              </p:spPr>
            </p:sp>
            <p:sp>
              <p:nvSpPr>
                <p:cNvPr id="210" name="Rectangle 209"/>
                <p:cNvSpPr/>
                <p:nvPr userDrawn="1"/>
              </p:nvSpPr>
              <p:spPr bwMode="auto">
                <a:xfrm>
                  <a:off x="9371999" y="2208431"/>
                  <a:ext cx="383999" cy="383999"/>
                </a:xfrm>
                <a:prstGeom prst="rect">
                  <a:avLst/>
                </a:prstGeom>
                <a:solidFill>
                  <a:schemeClr val="accent2">
                    <a:lumMod val="60000"/>
                    <a:lumOff val="40000"/>
                    <a:alpha val="30000"/>
                  </a:schemeClr>
                </a:solidFill>
                <a:ln>
                  <a:noFill/>
                </a:ln>
              </p:spPr>
            </p:sp>
            <p:sp>
              <p:nvSpPr>
                <p:cNvPr id="211" name="Rectangle 210"/>
                <p:cNvSpPr/>
                <p:nvPr userDrawn="1"/>
              </p:nvSpPr>
              <p:spPr bwMode="auto">
                <a:xfrm>
                  <a:off x="9754942" y="2208431"/>
                  <a:ext cx="383999" cy="383999"/>
                </a:xfrm>
                <a:prstGeom prst="rect">
                  <a:avLst/>
                </a:prstGeom>
                <a:solidFill>
                  <a:schemeClr val="accent2">
                    <a:lumMod val="40000"/>
                    <a:lumOff val="60000"/>
                    <a:alpha val="76000"/>
                  </a:schemeClr>
                </a:solidFill>
                <a:ln>
                  <a:noFill/>
                </a:ln>
              </p:spPr>
            </p:sp>
            <p:sp>
              <p:nvSpPr>
                <p:cNvPr id="212" name="Rectangle 211"/>
                <p:cNvSpPr/>
                <p:nvPr userDrawn="1"/>
              </p:nvSpPr>
              <p:spPr bwMode="auto">
                <a:xfrm>
                  <a:off x="8988763" y="2976431"/>
                  <a:ext cx="383999" cy="383999"/>
                </a:xfrm>
                <a:prstGeom prst="rect">
                  <a:avLst/>
                </a:prstGeom>
                <a:solidFill>
                  <a:schemeClr val="accent6">
                    <a:lumMod val="75000"/>
                    <a:alpha val="30000"/>
                  </a:schemeClr>
                </a:solidFill>
                <a:ln>
                  <a:noFill/>
                </a:ln>
              </p:spPr>
            </p:sp>
            <p:sp>
              <p:nvSpPr>
                <p:cNvPr id="213" name="Rectangle 212"/>
                <p:cNvSpPr/>
                <p:nvPr userDrawn="1"/>
              </p:nvSpPr>
              <p:spPr bwMode="auto">
                <a:xfrm>
                  <a:off x="9370942" y="2976431"/>
                  <a:ext cx="383999" cy="383999"/>
                </a:xfrm>
                <a:prstGeom prst="rect">
                  <a:avLst/>
                </a:prstGeom>
                <a:solidFill>
                  <a:schemeClr val="accent6">
                    <a:lumMod val="75000"/>
                    <a:alpha val="50000"/>
                  </a:schemeClr>
                </a:solidFill>
                <a:ln>
                  <a:noFill/>
                </a:ln>
              </p:spPr>
            </p:sp>
            <p:sp>
              <p:nvSpPr>
                <p:cNvPr id="214" name="Rectangle 213"/>
                <p:cNvSpPr/>
                <p:nvPr userDrawn="1"/>
              </p:nvSpPr>
              <p:spPr bwMode="auto">
                <a:xfrm>
                  <a:off x="9758417" y="2976431"/>
                  <a:ext cx="383999" cy="383999"/>
                </a:xfrm>
                <a:prstGeom prst="rect">
                  <a:avLst/>
                </a:prstGeom>
                <a:solidFill>
                  <a:schemeClr val="accent6">
                    <a:lumMod val="75000"/>
                    <a:alpha val="20000"/>
                  </a:schemeClr>
                </a:solidFill>
                <a:ln>
                  <a:noFill/>
                </a:ln>
              </p:spPr>
            </p:sp>
          </p:grpSp>
        </p:grpSp>
        <p:grpSp>
          <p:nvGrpSpPr>
            <p:cNvPr id="215" name="Group 214"/>
            <p:cNvGrpSpPr/>
            <p:nvPr userDrawn="1"/>
          </p:nvGrpSpPr>
          <p:grpSpPr bwMode="auto">
            <a:xfrm>
              <a:off x="7621191" y="-9923"/>
              <a:ext cx="1145630" cy="1152000"/>
              <a:chOff x="8985885" y="2208431"/>
              <a:chExt cx="1153056" cy="1152000"/>
            </a:xfrm>
          </p:grpSpPr>
          <p:sp>
            <p:nvSpPr>
              <p:cNvPr id="216" name="Rectangle 215"/>
              <p:cNvSpPr/>
              <p:nvPr userDrawn="1"/>
            </p:nvSpPr>
            <p:spPr bwMode="auto">
              <a:xfrm>
                <a:off x="8985885" y="2208431"/>
                <a:ext cx="1152000" cy="1152000"/>
              </a:xfrm>
              <a:prstGeom prst="rect">
                <a:avLst/>
              </a:prstGeom>
              <a:solidFill>
                <a:schemeClr val="accent4"/>
              </a:solidFill>
              <a:ln>
                <a:noFill/>
              </a:ln>
            </p:spPr>
          </p:sp>
          <p:grpSp>
            <p:nvGrpSpPr>
              <p:cNvPr id="217" name="Group 216"/>
              <p:cNvGrpSpPr/>
              <p:nvPr userDrawn="1"/>
            </p:nvGrpSpPr>
            <p:grpSpPr bwMode="auto">
              <a:xfrm>
                <a:off x="8988763" y="2208431"/>
                <a:ext cx="1150178" cy="1152000"/>
                <a:chOff x="8988763" y="2208431"/>
                <a:chExt cx="1150178" cy="1152000"/>
              </a:xfrm>
            </p:grpSpPr>
            <p:sp>
              <p:nvSpPr>
                <p:cNvPr id="218" name="Rectangle 217"/>
                <p:cNvSpPr/>
                <p:nvPr userDrawn="1"/>
              </p:nvSpPr>
              <p:spPr bwMode="auto">
                <a:xfrm>
                  <a:off x="8989821" y="2592432"/>
                  <a:ext cx="383999" cy="383999"/>
                </a:xfrm>
                <a:prstGeom prst="rect">
                  <a:avLst/>
                </a:prstGeom>
                <a:solidFill>
                  <a:schemeClr val="accent4">
                    <a:lumMod val="75000"/>
                    <a:alpha val="76000"/>
                  </a:schemeClr>
                </a:solidFill>
                <a:ln>
                  <a:noFill/>
                </a:ln>
              </p:spPr>
            </p:sp>
            <p:sp>
              <p:nvSpPr>
                <p:cNvPr id="219" name="Rectangle 218"/>
                <p:cNvSpPr/>
                <p:nvPr userDrawn="1"/>
              </p:nvSpPr>
              <p:spPr bwMode="auto">
                <a:xfrm>
                  <a:off x="9371999" y="2592432"/>
                  <a:ext cx="383999" cy="383999"/>
                </a:xfrm>
                <a:prstGeom prst="rect">
                  <a:avLst/>
                </a:prstGeom>
                <a:solidFill>
                  <a:schemeClr val="accent5">
                    <a:lumMod val="40000"/>
                    <a:lumOff val="60000"/>
                    <a:alpha val="38000"/>
                  </a:schemeClr>
                </a:solidFill>
                <a:ln>
                  <a:noFill/>
                </a:ln>
              </p:spPr>
            </p:sp>
            <p:sp>
              <p:nvSpPr>
                <p:cNvPr id="220" name="Rectangle 219"/>
                <p:cNvSpPr/>
                <p:nvPr userDrawn="1"/>
              </p:nvSpPr>
              <p:spPr bwMode="auto">
                <a:xfrm>
                  <a:off x="9754942" y="2592432"/>
                  <a:ext cx="383999" cy="383999"/>
                </a:xfrm>
                <a:prstGeom prst="rect">
                  <a:avLst/>
                </a:prstGeom>
                <a:solidFill>
                  <a:schemeClr val="accent1">
                    <a:lumMod val="75000"/>
                    <a:alpha val="24000"/>
                  </a:schemeClr>
                </a:solidFill>
                <a:ln>
                  <a:noFill/>
                </a:ln>
              </p:spPr>
            </p:sp>
            <p:sp>
              <p:nvSpPr>
                <p:cNvPr id="221" name="Rectangle 220"/>
                <p:cNvSpPr/>
                <p:nvPr userDrawn="1"/>
              </p:nvSpPr>
              <p:spPr bwMode="auto">
                <a:xfrm>
                  <a:off x="8989821" y="2208431"/>
                  <a:ext cx="383999" cy="383999"/>
                </a:xfrm>
                <a:prstGeom prst="rect">
                  <a:avLst/>
                </a:prstGeom>
                <a:solidFill>
                  <a:schemeClr val="accent1">
                    <a:lumMod val="60000"/>
                    <a:lumOff val="40000"/>
                    <a:alpha val="35000"/>
                  </a:schemeClr>
                </a:solidFill>
                <a:ln>
                  <a:noFill/>
                </a:ln>
              </p:spPr>
            </p:sp>
            <p:sp>
              <p:nvSpPr>
                <p:cNvPr id="222" name="Rectangle 221"/>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223" name="Rectangle 222"/>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224" name="Rectangle 223"/>
                <p:cNvSpPr/>
                <p:nvPr userDrawn="1"/>
              </p:nvSpPr>
              <p:spPr bwMode="auto">
                <a:xfrm>
                  <a:off x="8988763" y="2976431"/>
                  <a:ext cx="383999" cy="383999"/>
                </a:xfrm>
                <a:prstGeom prst="rect">
                  <a:avLst/>
                </a:prstGeom>
                <a:solidFill>
                  <a:schemeClr val="accent1">
                    <a:lumMod val="40000"/>
                    <a:lumOff val="60000"/>
                    <a:alpha val="25000"/>
                  </a:schemeClr>
                </a:solidFill>
                <a:ln>
                  <a:noFill/>
                </a:ln>
              </p:spPr>
            </p:sp>
            <p:sp>
              <p:nvSpPr>
                <p:cNvPr id="225" name="Rectangle 224"/>
                <p:cNvSpPr/>
                <p:nvPr userDrawn="1"/>
              </p:nvSpPr>
              <p:spPr bwMode="auto">
                <a:xfrm>
                  <a:off x="9370942" y="2976431"/>
                  <a:ext cx="383999" cy="383999"/>
                </a:xfrm>
                <a:prstGeom prst="rect">
                  <a:avLst/>
                </a:prstGeom>
                <a:solidFill>
                  <a:schemeClr val="tx2">
                    <a:lumMod val="60000"/>
                    <a:lumOff val="40000"/>
                    <a:alpha val="3999"/>
                  </a:schemeClr>
                </a:solidFill>
                <a:ln>
                  <a:noFill/>
                </a:ln>
              </p:spPr>
            </p:sp>
            <p:sp>
              <p:nvSpPr>
                <p:cNvPr id="226" name="Rectangle 225"/>
                <p:cNvSpPr/>
                <p:nvPr userDrawn="1"/>
              </p:nvSpPr>
              <p:spPr bwMode="auto">
                <a:xfrm>
                  <a:off x="9753885" y="2976431"/>
                  <a:ext cx="383999" cy="383999"/>
                </a:xfrm>
                <a:prstGeom prst="rect">
                  <a:avLst/>
                </a:prstGeom>
                <a:solidFill>
                  <a:schemeClr val="accent4">
                    <a:lumMod val="40000"/>
                    <a:lumOff val="60000"/>
                    <a:alpha val="29000"/>
                  </a:schemeClr>
                </a:solidFill>
                <a:ln>
                  <a:noFill/>
                </a:ln>
              </p:spPr>
            </p:sp>
          </p:grpSp>
        </p:grpSp>
        <p:grpSp>
          <p:nvGrpSpPr>
            <p:cNvPr id="227" name="Group 226"/>
            <p:cNvGrpSpPr/>
            <p:nvPr userDrawn="1"/>
          </p:nvGrpSpPr>
          <p:grpSpPr bwMode="auto">
            <a:xfrm>
              <a:off x="6479777" y="-9923"/>
              <a:ext cx="1145630" cy="1152000"/>
              <a:chOff x="8985885" y="2208431"/>
              <a:chExt cx="1153056" cy="1152000"/>
            </a:xfrm>
          </p:grpSpPr>
          <p:sp>
            <p:nvSpPr>
              <p:cNvPr id="228" name="Rectangle 227"/>
              <p:cNvSpPr/>
              <p:nvPr userDrawn="1"/>
            </p:nvSpPr>
            <p:spPr bwMode="auto">
              <a:xfrm>
                <a:off x="8985885" y="2208431"/>
                <a:ext cx="1152000" cy="1152000"/>
              </a:xfrm>
              <a:prstGeom prst="rect">
                <a:avLst/>
              </a:prstGeom>
              <a:solidFill>
                <a:schemeClr val="accent6"/>
              </a:solidFill>
              <a:ln>
                <a:noFill/>
              </a:ln>
            </p:spPr>
          </p:sp>
          <p:grpSp>
            <p:nvGrpSpPr>
              <p:cNvPr id="229" name="Group 228"/>
              <p:cNvGrpSpPr/>
              <p:nvPr userDrawn="1"/>
            </p:nvGrpSpPr>
            <p:grpSpPr bwMode="auto">
              <a:xfrm>
                <a:off x="8988763" y="2208431"/>
                <a:ext cx="1150178" cy="1152000"/>
                <a:chOff x="8988763" y="2208431"/>
                <a:chExt cx="1150178" cy="1152000"/>
              </a:xfrm>
            </p:grpSpPr>
            <p:sp>
              <p:nvSpPr>
                <p:cNvPr id="230" name="Rectangle 229"/>
                <p:cNvSpPr/>
                <p:nvPr userDrawn="1"/>
              </p:nvSpPr>
              <p:spPr bwMode="auto">
                <a:xfrm>
                  <a:off x="8989821" y="2592432"/>
                  <a:ext cx="383999" cy="383999"/>
                </a:xfrm>
                <a:prstGeom prst="rect">
                  <a:avLst/>
                </a:prstGeom>
                <a:solidFill>
                  <a:schemeClr val="accent2">
                    <a:lumMod val="20000"/>
                    <a:lumOff val="80000"/>
                    <a:alpha val="48000"/>
                  </a:schemeClr>
                </a:solidFill>
                <a:ln>
                  <a:noFill/>
                </a:ln>
              </p:spPr>
            </p:sp>
            <p:sp>
              <p:nvSpPr>
                <p:cNvPr id="231" name="Rectangle 230"/>
                <p:cNvSpPr/>
                <p:nvPr userDrawn="1"/>
              </p:nvSpPr>
              <p:spPr bwMode="auto">
                <a:xfrm>
                  <a:off x="9371999" y="2592432"/>
                  <a:ext cx="383999" cy="383999"/>
                </a:xfrm>
                <a:prstGeom prst="rect">
                  <a:avLst/>
                </a:prstGeom>
                <a:solidFill>
                  <a:schemeClr val="accent2">
                    <a:lumMod val="20000"/>
                    <a:lumOff val="80000"/>
                    <a:alpha val="29000"/>
                  </a:schemeClr>
                </a:solidFill>
                <a:ln>
                  <a:noFill/>
                </a:ln>
              </p:spPr>
            </p:sp>
            <p:sp>
              <p:nvSpPr>
                <p:cNvPr id="232" name="Rectangle 231"/>
                <p:cNvSpPr/>
                <p:nvPr userDrawn="1"/>
              </p:nvSpPr>
              <p:spPr bwMode="auto">
                <a:xfrm>
                  <a:off x="9754942" y="2592432"/>
                  <a:ext cx="383999" cy="383999"/>
                </a:xfrm>
                <a:prstGeom prst="rect">
                  <a:avLst/>
                </a:prstGeom>
                <a:solidFill>
                  <a:schemeClr val="accent2">
                    <a:lumMod val="75000"/>
                    <a:alpha val="15999"/>
                  </a:schemeClr>
                </a:solidFill>
                <a:ln>
                  <a:noFill/>
                </a:ln>
              </p:spPr>
            </p:sp>
            <p:sp>
              <p:nvSpPr>
                <p:cNvPr id="233" name="Rectangle 232"/>
                <p:cNvSpPr/>
                <p:nvPr userDrawn="1"/>
              </p:nvSpPr>
              <p:spPr bwMode="auto">
                <a:xfrm>
                  <a:off x="8989821" y="2208431"/>
                  <a:ext cx="383999" cy="383999"/>
                </a:xfrm>
                <a:prstGeom prst="rect">
                  <a:avLst/>
                </a:prstGeom>
                <a:solidFill>
                  <a:schemeClr val="accent4">
                    <a:lumMod val="40000"/>
                    <a:lumOff val="60000"/>
                    <a:alpha val="3999"/>
                  </a:schemeClr>
                </a:solidFill>
                <a:ln>
                  <a:noFill/>
                </a:ln>
              </p:spPr>
            </p:sp>
            <p:sp>
              <p:nvSpPr>
                <p:cNvPr id="234" name="Rectangle 233"/>
                <p:cNvSpPr/>
                <p:nvPr userDrawn="1"/>
              </p:nvSpPr>
              <p:spPr bwMode="auto">
                <a:xfrm>
                  <a:off x="9371999" y="2208431"/>
                  <a:ext cx="383999" cy="383999"/>
                </a:xfrm>
                <a:prstGeom prst="rect">
                  <a:avLst/>
                </a:prstGeom>
                <a:solidFill>
                  <a:schemeClr val="accent4">
                    <a:lumMod val="40000"/>
                    <a:lumOff val="60000"/>
                    <a:alpha val="23000"/>
                  </a:schemeClr>
                </a:solidFill>
                <a:ln>
                  <a:noFill/>
                </a:ln>
              </p:spPr>
            </p:sp>
            <p:sp>
              <p:nvSpPr>
                <p:cNvPr id="235" name="Rectangle 234"/>
                <p:cNvSpPr/>
                <p:nvPr userDrawn="1"/>
              </p:nvSpPr>
              <p:spPr bwMode="auto">
                <a:xfrm>
                  <a:off x="9754942" y="2208431"/>
                  <a:ext cx="383999" cy="383999"/>
                </a:xfrm>
                <a:prstGeom prst="rect">
                  <a:avLst/>
                </a:prstGeom>
                <a:solidFill>
                  <a:schemeClr val="accent4">
                    <a:lumMod val="20000"/>
                    <a:lumOff val="80000"/>
                    <a:alpha val="26998"/>
                  </a:schemeClr>
                </a:solidFill>
                <a:ln>
                  <a:noFill/>
                </a:ln>
              </p:spPr>
            </p:sp>
            <p:sp>
              <p:nvSpPr>
                <p:cNvPr id="236" name="Rectangle 235"/>
                <p:cNvSpPr/>
                <p:nvPr userDrawn="1"/>
              </p:nvSpPr>
              <p:spPr bwMode="auto">
                <a:xfrm>
                  <a:off x="8988763" y="2976431"/>
                  <a:ext cx="383999" cy="383999"/>
                </a:xfrm>
                <a:prstGeom prst="rect">
                  <a:avLst/>
                </a:prstGeom>
                <a:solidFill>
                  <a:schemeClr val="accent2">
                    <a:lumMod val="75000"/>
                    <a:alpha val="65000"/>
                  </a:schemeClr>
                </a:solidFill>
                <a:ln>
                  <a:noFill/>
                </a:ln>
              </p:spPr>
            </p:sp>
            <p:sp>
              <p:nvSpPr>
                <p:cNvPr id="237" name="Rectangle 236"/>
                <p:cNvSpPr/>
                <p:nvPr userDrawn="1"/>
              </p:nvSpPr>
              <p:spPr bwMode="auto">
                <a:xfrm>
                  <a:off x="9370942" y="2976431"/>
                  <a:ext cx="383999" cy="383999"/>
                </a:xfrm>
                <a:prstGeom prst="rect">
                  <a:avLst/>
                </a:prstGeom>
                <a:solidFill>
                  <a:schemeClr val="accent2">
                    <a:alpha val="0"/>
                  </a:schemeClr>
                </a:solidFill>
                <a:ln>
                  <a:noFill/>
                </a:ln>
              </p:spPr>
            </p:sp>
            <p:sp>
              <p:nvSpPr>
                <p:cNvPr id="238" name="Rectangle 237"/>
                <p:cNvSpPr/>
                <p:nvPr userDrawn="1"/>
              </p:nvSpPr>
              <p:spPr bwMode="auto">
                <a:xfrm>
                  <a:off x="9753885" y="2976431"/>
                  <a:ext cx="383999" cy="383999"/>
                </a:xfrm>
                <a:prstGeom prst="rect">
                  <a:avLst/>
                </a:prstGeom>
                <a:solidFill>
                  <a:schemeClr val="accent6">
                    <a:lumMod val="75000"/>
                    <a:alpha val="57000"/>
                  </a:schemeClr>
                </a:solidFill>
                <a:ln>
                  <a:noFill/>
                </a:ln>
              </p:spPr>
            </p:sp>
          </p:grpSp>
        </p:grpSp>
        <p:grpSp>
          <p:nvGrpSpPr>
            <p:cNvPr id="241" name="Group 240"/>
            <p:cNvGrpSpPr/>
            <p:nvPr userDrawn="1"/>
          </p:nvGrpSpPr>
          <p:grpSpPr bwMode="auto">
            <a:xfrm>
              <a:off x="5332234" y="-7693"/>
              <a:ext cx="1146222" cy="1152000"/>
              <a:chOff x="8985289" y="2208431"/>
              <a:chExt cx="1153652" cy="1152000"/>
            </a:xfrm>
          </p:grpSpPr>
          <p:sp>
            <p:nvSpPr>
              <p:cNvPr id="290" name="Rectangle 289"/>
              <p:cNvSpPr/>
              <p:nvPr userDrawn="1"/>
            </p:nvSpPr>
            <p:spPr bwMode="auto">
              <a:xfrm>
                <a:off x="8985885" y="2208431"/>
                <a:ext cx="1152000" cy="1152000"/>
              </a:xfrm>
              <a:prstGeom prst="rect">
                <a:avLst/>
              </a:prstGeom>
              <a:solidFill>
                <a:schemeClr val="accent1"/>
              </a:solidFill>
              <a:ln>
                <a:noFill/>
              </a:ln>
            </p:spPr>
          </p:sp>
          <p:grpSp>
            <p:nvGrpSpPr>
              <p:cNvPr id="291" name="Group 290"/>
              <p:cNvGrpSpPr/>
              <p:nvPr userDrawn="1"/>
            </p:nvGrpSpPr>
            <p:grpSpPr bwMode="auto">
              <a:xfrm>
                <a:off x="8985289" y="2208431"/>
                <a:ext cx="1153652" cy="1152000"/>
                <a:chOff x="8985289" y="2208431"/>
                <a:chExt cx="1153652" cy="1152000"/>
              </a:xfrm>
            </p:grpSpPr>
            <p:sp>
              <p:nvSpPr>
                <p:cNvPr id="292" name="Rectangle 291"/>
                <p:cNvSpPr/>
                <p:nvPr userDrawn="1"/>
              </p:nvSpPr>
              <p:spPr bwMode="auto">
                <a:xfrm>
                  <a:off x="8985289" y="2592432"/>
                  <a:ext cx="383999" cy="383999"/>
                </a:xfrm>
                <a:prstGeom prst="rect">
                  <a:avLst/>
                </a:prstGeom>
                <a:solidFill>
                  <a:schemeClr val="accent5">
                    <a:lumMod val="75000"/>
                    <a:alpha val="45000"/>
                  </a:schemeClr>
                </a:solidFill>
                <a:ln>
                  <a:noFill/>
                </a:ln>
              </p:spPr>
            </p:sp>
            <p:sp>
              <p:nvSpPr>
                <p:cNvPr id="293" name="Rectangle 292"/>
                <p:cNvSpPr/>
                <p:nvPr userDrawn="1"/>
              </p:nvSpPr>
              <p:spPr bwMode="auto">
                <a:xfrm>
                  <a:off x="9367467" y="2592432"/>
                  <a:ext cx="383999" cy="383999"/>
                </a:xfrm>
                <a:prstGeom prst="rect">
                  <a:avLst/>
                </a:prstGeom>
                <a:solidFill>
                  <a:schemeClr val="accent5">
                    <a:lumMod val="40000"/>
                    <a:lumOff val="60000"/>
                    <a:alpha val="60000"/>
                  </a:schemeClr>
                </a:solidFill>
                <a:ln>
                  <a:noFill/>
                </a:ln>
              </p:spPr>
            </p:sp>
            <p:sp>
              <p:nvSpPr>
                <p:cNvPr id="294" name="Rectangle 293"/>
                <p:cNvSpPr/>
                <p:nvPr userDrawn="1"/>
              </p:nvSpPr>
              <p:spPr bwMode="auto">
                <a:xfrm>
                  <a:off x="9750410" y="2592432"/>
                  <a:ext cx="383999" cy="383999"/>
                </a:xfrm>
                <a:prstGeom prst="rect">
                  <a:avLst/>
                </a:prstGeom>
                <a:solidFill>
                  <a:schemeClr val="accent5">
                    <a:lumMod val="60000"/>
                    <a:lumOff val="40000"/>
                    <a:alpha val="45000"/>
                  </a:schemeClr>
                </a:solidFill>
                <a:ln>
                  <a:noFill/>
                </a:ln>
              </p:spPr>
            </p:sp>
            <p:sp>
              <p:nvSpPr>
                <p:cNvPr id="295" name="Rectangle 294"/>
                <p:cNvSpPr/>
                <p:nvPr userDrawn="1"/>
              </p:nvSpPr>
              <p:spPr bwMode="auto">
                <a:xfrm>
                  <a:off x="8989821" y="2208431"/>
                  <a:ext cx="383999" cy="383999"/>
                </a:xfrm>
                <a:prstGeom prst="rect">
                  <a:avLst/>
                </a:prstGeom>
                <a:solidFill>
                  <a:schemeClr val="accent1">
                    <a:lumMod val="60000"/>
                    <a:lumOff val="40000"/>
                    <a:alpha val="22000"/>
                  </a:schemeClr>
                </a:solidFill>
                <a:ln>
                  <a:noFill/>
                </a:ln>
              </p:spPr>
            </p:sp>
            <p:sp>
              <p:nvSpPr>
                <p:cNvPr id="296" name="Rectangle 295"/>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297" name="Rectangle 296"/>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298" name="Rectangle 297"/>
                <p:cNvSpPr/>
                <p:nvPr userDrawn="1"/>
              </p:nvSpPr>
              <p:spPr bwMode="auto">
                <a:xfrm>
                  <a:off x="8988763" y="2976431"/>
                  <a:ext cx="383999" cy="383999"/>
                </a:xfrm>
                <a:prstGeom prst="rect">
                  <a:avLst/>
                </a:prstGeom>
                <a:solidFill>
                  <a:schemeClr val="accent1">
                    <a:lumMod val="75000"/>
                  </a:schemeClr>
                </a:solidFill>
                <a:ln>
                  <a:noFill/>
                </a:ln>
              </p:spPr>
            </p:sp>
            <p:sp>
              <p:nvSpPr>
                <p:cNvPr id="299" name="Rectangle 298"/>
                <p:cNvSpPr/>
                <p:nvPr userDrawn="1"/>
              </p:nvSpPr>
              <p:spPr bwMode="auto">
                <a:xfrm>
                  <a:off x="9370942" y="2976431"/>
                  <a:ext cx="383999" cy="383999"/>
                </a:xfrm>
                <a:prstGeom prst="rect">
                  <a:avLst/>
                </a:prstGeom>
                <a:solidFill>
                  <a:schemeClr val="tx2">
                    <a:lumMod val="75000"/>
                    <a:alpha val="0"/>
                  </a:schemeClr>
                </a:solidFill>
                <a:ln>
                  <a:noFill/>
                </a:ln>
              </p:spPr>
            </p:sp>
            <p:sp>
              <p:nvSpPr>
                <p:cNvPr id="300" name="Rectangle 299"/>
                <p:cNvSpPr/>
                <p:nvPr userDrawn="1"/>
              </p:nvSpPr>
              <p:spPr bwMode="auto">
                <a:xfrm>
                  <a:off x="9753885" y="2976431"/>
                  <a:ext cx="383999" cy="383999"/>
                </a:xfrm>
                <a:prstGeom prst="rect">
                  <a:avLst/>
                </a:prstGeom>
                <a:solidFill>
                  <a:schemeClr val="tx2">
                    <a:lumMod val="75000"/>
                    <a:alpha val="20000"/>
                  </a:schemeClr>
                </a:solidFill>
                <a:ln>
                  <a:noFill/>
                </a:ln>
              </p:spPr>
            </p:sp>
          </p:grpSp>
        </p:grpSp>
        <p:grpSp>
          <p:nvGrpSpPr>
            <p:cNvPr id="242" name="Group 241"/>
            <p:cNvGrpSpPr/>
            <p:nvPr userDrawn="1"/>
          </p:nvGrpSpPr>
          <p:grpSpPr bwMode="auto">
            <a:xfrm>
              <a:off x="4188246" y="-11207"/>
              <a:ext cx="1145630" cy="1152000"/>
              <a:chOff x="8985885" y="2208431"/>
              <a:chExt cx="1153056" cy="1152000"/>
            </a:xfrm>
          </p:grpSpPr>
          <p:sp>
            <p:nvSpPr>
              <p:cNvPr id="279" name="Rectangle 278"/>
              <p:cNvSpPr/>
              <p:nvPr userDrawn="1"/>
            </p:nvSpPr>
            <p:spPr bwMode="auto">
              <a:xfrm>
                <a:off x="8985885" y="2208431"/>
                <a:ext cx="1152000" cy="1152000"/>
              </a:xfrm>
              <a:prstGeom prst="rect">
                <a:avLst/>
              </a:prstGeom>
              <a:solidFill>
                <a:schemeClr val="accent3"/>
              </a:solidFill>
              <a:ln>
                <a:noFill/>
              </a:ln>
            </p:spPr>
          </p:sp>
          <p:grpSp>
            <p:nvGrpSpPr>
              <p:cNvPr id="280" name="Group 279"/>
              <p:cNvGrpSpPr/>
              <p:nvPr userDrawn="1"/>
            </p:nvGrpSpPr>
            <p:grpSpPr bwMode="auto">
              <a:xfrm>
                <a:off x="8988763" y="2208431"/>
                <a:ext cx="1150178" cy="1152000"/>
                <a:chOff x="8988763" y="2208431"/>
                <a:chExt cx="1150178" cy="1152000"/>
              </a:xfrm>
            </p:grpSpPr>
            <p:sp>
              <p:nvSpPr>
                <p:cNvPr id="281" name="Rectangle 280"/>
                <p:cNvSpPr/>
                <p:nvPr userDrawn="1"/>
              </p:nvSpPr>
              <p:spPr bwMode="auto">
                <a:xfrm>
                  <a:off x="8989821" y="2592432"/>
                  <a:ext cx="383999" cy="383999"/>
                </a:xfrm>
                <a:prstGeom prst="rect">
                  <a:avLst/>
                </a:prstGeom>
                <a:solidFill>
                  <a:schemeClr val="accent5">
                    <a:lumMod val="75000"/>
                    <a:alpha val="20000"/>
                  </a:schemeClr>
                </a:solidFill>
                <a:ln>
                  <a:noFill/>
                </a:ln>
              </p:spPr>
            </p:sp>
            <p:sp>
              <p:nvSpPr>
                <p:cNvPr id="282" name="Rectangle 281"/>
                <p:cNvSpPr/>
                <p:nvPr userDrawn="1"/>
              </p:nvSpPr>
              <p:spPr bwMode="auto">
                <a:xfrm>
                  <a:off x="9371999" y="2592432"/>
                  <a:ext cx="383999" cy="383999"/>
                </a:xfrm>
                <a:prstGeom prst="rect">
                  <a:avLst/>
                </a:prstGeom>
                <a:solidFill>
                  <a:schemeClr val="accent5">
                    <a:lumMod val="40000"/>
                    <a:lumOff val="60000"/>
                    <a:alpha val="40000"/>
                  </a:schemeClr>
                </a:solidFill>
                <a:ln>
                  <a:noFill/>
                </a:ln>
              </p:spPr>
            </p:sp>
            <p:sp>
              <p:nvSpPr>
                <p:cNvPr id="283" name="Rectangle 282"/>
                <p:cNvSpPr/>
                <p:nvPr userDrawn="1"/>
              </p:nvSpPr>
              <p:spPr bwMode="auto">
                <a:xfrm>
                  <a:off x="9754942" y="2592432"/>
                  <a:ext cx="383999" cy="383999"/>
                </a:xfrm>
                <a:prstGeom prst="rect">
                  <a:avLst/>
                </a:prstGeom>
                <a:solidFill>
                  <a:schemeClr val="accent5">
                    <a:lumMod val="60000"/>
                    <a:lumOff val="40000"/>
                    <a:alpha val="30000"/>
                  </a:schemeClr>
                </a:solidFill>
                <a:ln>
                  <a:noFill/>
                </a:ln>
              </p:spPr>
            </p:sp>
            <p:sp>
              <p:nvSpPr>
                <p:cNvPr id="284" name="Rectangle 283"/>
                <p:cNvSpPr/>
                <p:nvPr userDrawn="1"/>
              </p:nvSpPr>
              <p:spPr bwMode="auto">
                <a:xfrm>
                  <a:off x="8989821" y="2208431"/>
                  <a:ext cx="383999" cy="383999"/>
                </a:xfrm>
                <a:prstGeom prst="rect">
                  <a:avLst/>
                </a:prstGeom>
                <a:solidFill>
                  <a:schemeClr val="accent3">
                    <a:lumMod val="20000"/>
                    <a:lumOff val="80000"/>
                    <a:alpha val="22000"/>
                  </a:schemeClr>
                </a:solidFill>
                <a:ln>
                  <a:noFill/>
                </a:ln>
              </p:spPr>
            </p:sp>
            <p:sp>
              <p:nvSpPr>
                <p:cNvPr id="285" name="Rectangle 284"/>
                <p:cNvSpPr/>
                <p:nvPr userDrawn="1"/>
              </p:nvSpPr>
              <p:spPr bwMode="auto">
                <a:xfrm>
                  <a:off x="9371999" y="2208431"/>
                  <a:ext cx="383999" cy="383999"/>
                </a:xfrm>
                <a:prstGeom prst="rect">
                  <a:avLst/>
                </a:prstGeom>
                <a:solidFill>
                  <a:schemeClr val="accent3">
                    <a:lumMod val="20000"/>
                    <a:lumOff val="80000"/>
                    <a:alpha val="0"/>
                  </a:schemeClr>
                </a:solidFill>
                <a:ln>
                  <a:noFill/>
                </a:ln>
              </p:spPr>
            </p:sp>
            <p:sp>
              <p:nvSpPr>
                <p:cNvPr id="286" name="Rectangle 285"/>
                <p:cNvSpPr/>
                <p:nvPr userDrawn="1"/>
              </p:nvSpPr>
              <p:spPr bwMode="auto">
                <a:xfrm>
                  <a:off x="9754942" y="2208431"/>
                  <a:ext cx="383999" cy="383999"/>
                </a:xfrm>
                <a:prstGeom prst="rect">
                  <a:avLst/>
                </a:prstGeom>
                <a:solidFill>
                  <a:schemeClr val="accent3">
                    <a:lumMod val="20000"/>
                    <a:lumOff val="80000"/>
                    <a:alpha val="50000"/>
                  </a:schemeClr>
                </a:solidFill>
                <a:ln>
                  <a:noFill/>
                </a:ln>
              </p:spPr>
            </p:sp>
            <p:sp>
              <p:nvSpPr>
                <p:cNvPr id="287" name="Rectangle 286"/>
                <p:cNvSpPr/>
                <p:nvPr userDrawn="1"/>
              </p:nvSpPr>
              <p:spPr bwMode="auto">
                <a:xfrm>
                  <a:off x="8988763" y="2976431"/>
                  <a:ext cx="383999" cy="383999"/>
                </a:xfrm>
                <a:prstGeom prst="rect">
                  <a:avLst/>
                </a:prstGeom>
                <a:solidFill>
                  <a:schemeClr val="accent3">
                    <a:lumMod val="50000"/>
                    <a:alpha val="20000"/>
                  </a:schemeClr>
                </a:solidFill>
                <a:ln>
                  <a:noFill/>
                </a:ln>
              </p:spPr>
            </p:sp>
            <p:sp>
              <p:nvSpPr>
                <p:cNvPr id="288" name="Rectangle 287"/>
                <p:cNvSpPr/>
                <p:nvPr userDrawn="1"/>
              </p:nvSpPr>
              <p:spPr bwMode="auto">
                <a:xfrm>
                  <a:off x="9370942" y="2976431"/>
                  <a:ext cx="383999" cy="383999"/>
                </a:xfrm>
                <a:prstGeom prst="rect">
                  <a:avLst/>
                </a:prstGeom>
                <a:solidFill>
                  <a:schemeClr val="accent3">
                    <a:lumMod val="75000"/>
                  </a:schemeClr>
                </a:solidFill>
                <a:ln>
                  <a:noFill/>
                </a:ln>
              </p:spPr>
            </p:sp>
            <p:sp>
              <p:nvSpPr>
                <p:cNvPr id="289" name="Rectangle 288"/>
                <p:cNvSpPr/>
                <p:nvPr userDrawn="1"/>
              </p:nvSpPr>
              <p:spPr bwMode="auto">
                <a:xfrm>
                  <a:off x="9753885" y="2976431"/>
                  <a:ext cx="383999" cy="383999"/>
                </a:xfrm>
                <a:prstGeom prst="rect">
                  <a:avLst/>
                </a:prstGeom>
                <a:solidFill>
                  <a:schemeClr val="accent3">
                    <a:lumMod val="75000"/>
                    <a:alpha val="20000"/>
                  </a:schemeClr>
                </a:solidFill>
                <a:ln>
                  <a:noFill/>
                </a:ln>
              </p:spPr>
            </p:sp>
          </p:grpSp>
        </p:grpSp>
        <p:grpSp>
          <p:nvGrpSpPr>
            <p:cNvPr id="243" name="Group 242"/>
            <p:cNvGrpSpPr/>
            <p:nvPr userDrawn="1"/>
          </p:nvGrpSpPr>
          <p:grpSpPr bwMode="auto">
            <a:xfrm>
              <a:off x="3042615" y="-7693"/>
              <a:ext cx="1149082" cy="1152000"/>
              <a:chOff x="8985885" y="2208431"/>
              <a:chExt cx="1156531" cy="1152000"/>
            </a:xfrm>
          </p:grpSpPr>
          <p:sp>
            <p:nvSpPr>
              <p:cNvPr id="268" name="Rectangle 267"/>
              <p:cNvSpPr/>
              <p:nvPr userDrawn="1"/>
            </p:nvSpPr>
            <p:spPr bwMode="auto">
              <a:xfrm>
                <a:off x="8985885" y="2208431"/>
                <a:ext cx="1152000" cy="1152000"/>
              </a:xfrm>
              <a:prstGeom prst="rect">
                <a:avLst/>
              </a:prstGeom>
              <a:solidFill>
                <a:schemeClr val="accent6"/>
              </a:solidFill>
              <a:ln>
                <a:noFill/>
              </a:ln>
            </p:spPr>
          </p:sp>
          <p:grpSp>
            <p:nvGrpSpPr>
              <p:cNvPr id="269" name="Group 268"/>
              <p:cNvGrpSpPr/>
              <p:nvPr userDrawn="1"/>
            </p:nvGrpSpPr>
            <p:grpSpPr bwMode="auto">
              <a:xfrm>
                <a:off x="8988763" y="2208431"/>
                <a:ext cx="1153652" cy="1152000"/>
                <a:chOff x="8988763" y="2208431"/>
                <a:chExt cx="1153652" cy="1152000"/>
              </a:xfrm>
            </p:grpSpPr>
            <p:sp>
              <p:nvSpPr>
                <p:cNvPr id="270" name="Rectangle 269"/>
                <p:cNvSpPr/>
                <p:nvPr userDrawn="1"/>
              </p:nvSpPr>
              <p:spPr bwMode="auto">
                <a:xfrm>
                  <a:off x="8989821" y="2592432"/>
                  <a:ext cx="383999" cy="383999"/>
                </a:xfrm>
                <a:prstGeom prst="rect">
                  <a:avLst/>
                </a:prstGeom>
                <a:solidFill>
                  <a:schemeClr val="accent6">
                    <a:lumMod val="60000"/>
                    <a:lumOff val="40000"/>
                    <a:alpha val="70000"/>
                  </a:schemeClr>
                </a:solidFill>
                <a:ln>
                  <a:noFill/>
                </a:ln>
              </p:spPr>
            </p:sp>
            <p:sp>
              <p:nvSpPr>
                <p:cNvPr id="271" name="Rectangle 270"/>
                <p:cNvSpPr/>
                <p:nvPr userDrawn="1"/>
              </p:nvSpPr>
              <p:spPr bwMode="auto">
                <a:xfrm>
                  <a:off x="9371999" y="2592432"/>
                  <a:ext cx="383999" cy="383999"/>
                </a:xfrm>
                <a:prstGeom prst="rect">
                  <a:avLst/>
                </a:prstGeom>
                <a:solidFill>
                  <a:schemeClr val="accent2">
                    <a:lumMod val="20000"/>
                    <a:lumOff val="80000"/>
                    <a:alpha val="62000"/>
                  </a:schemeClr>
                </a:solidFill>
                <a:ln>
                  <a:noFill/>
                </a:ln>
              </p:spPr>
            </p:sp>
            <p:sp>
              <p:nvSpPr>
                <p:cNvPr id="272" name="Rectangle 271"/>
                <p:cNvSpPr/>
                <p:nvPr userDrawn="1"/>
              </p:nvSpPr>
              <p:spPr bwMode="auto">
                <a:xfrm>
                  <a:off x="9754942" y="2592432"/>
                  <a:ext cx="383999" cy="383999"/>
                </a:xfrm>
                <a:prstGeom prst="rect">
                  <a:avLst/>
                </a:prstGeom>
                <a:solidFill>
                  <a:schemeClr val="accent6">
                    <a:lumMod val="60000"/>
                    <a:lumOff val="40000"/>
                    <a:alpha val="55000"/>
                  </a:schemeClr>
                </a:solidFill>
                <a:ln>
                  <a:noFill/>
                </a:ln>
              </p:spPr>
            </p:sp>
            <p:sp>
              <p:nvSpPr>
                <p:cNvPr id="273" name="Rectangle 272"/>
                <p:cNvSpPr/>
                <p:nvPr userDrawn="1"/>
              </p:nvSpPr>
              <p:spPr bwMode="auto">
                <a:xfrm>
                  <a:off x="8989821" y="2208431"/>
                  <a:ext cx="383999" cy="383999"/>
                </a:xfrm>
                <a:prstGeom prst="rect">
                  <a:avLst/>
                </a:prstGeom>
                <a:solidFill>
                  <a:schemeClr val="accent2">
                    <a:lumMod val="75000"/>
                    <a:alpha val="46000"/>
                  </a:schemeClr>
                </a:solidFill>
                <a:ln>
                  <a:noFill/>
                </a:ln>
              </p:spPr>
            </p:sp>
            <p:sp>
              <p:nvSpPr>
                <p:cNvPr id="274" name="Rectangle 273"/>
                <p:cNvSpPr/>
                <p:nvPr userDrawn="1"/>
              </p:nvSpPr>
              <p:spPr bwMode="auto">
                <a:xfrm>
                  <a:off x="9371999" y="2208431"/>
                  <a:ext cx="383999" cy="383999"/>
                </a:xfrm>
                <a:prstGeom prst="rect">
                  <a:avLst/>
                </a:prstGeom>
                <a:solidFill>
                  <a:schemeClr val="accent2">
                    <a:lumMod val="60000"/>
                    <a:lumOff val="40000"/>
                    <a:alpha val="30000"/>
                  </a:schemeClr>
                </a:solidFill>
                <a:ln>
                  <a:noFill/>
                </a:ln>
              </p:spPr>
            </p:sp>
            <p:sp>
              <p:nvSpPr>
                <p:cNvPr id="275" name="Rectangle 274"/>
                <p:cNvSpPr/>
                <p:nvPr userDrawn="1"/>
              </p:nvSpPr>
              <p:spPr bwMode="auto">
                <a:xfrm>
                  <a:off x="9754942" y="2208431"/>
                  <a:ext cx="383999" cy="383999"/>
                </a:xfrm>
                <a:prstGeom prst="rect">
                  <a:avLst/>
                </a:prstGeom>
                <a:solidFill>
                  <a:schemeClr val="accent2">
                    <a:lumMod val="40000"/>
                    <a:lumOff val="60000"/>
                    <a:alpha val="76000"/>
                  </a:schemeClr>
                </a:solidFill>
                <a:ln>
                  <a:noFill/>
                </a:ln>
              </p:spPr>
            </p:sp>
            <p:sp>
              <p:nvSpPr>
                <p:cNvPr id="276" name="Rectangle 275"/>
                <p:cNvSpPr/>
                <p:nvPr userDrawn="1"/>
              </p:nvSpPr>
              <p:spPr bwMode="auto">
                <a:xfrm>
                  <a:off x="8988763" y="2976431"/>
                  <a:ext cx="383999" cy="383999"/>
                </a:xfrm>
                <a:prstGeom prst="rect">
                  <a:avLst/>
                </a:prstGeom>
                <a:solidFill>
                  <a:schemeClr val="accent6">
                    <a:lumMod val="75000"/>
                    <a:alpha val="30000"/>
                  </a:schemeClr>
                </a:solidFill>
                <a:ln>
                  <a:noFill/>
                </a:ln>
              </p:spPr>
            </p:sp>
            <p:sp>
              <p:nvSpPr>
                <p:cNvPr id="277" name="Rectangle 276"/>
                <p:cNvSpPr/>
                <p:nvPr userDrawn="1"/>
              </p:nvSpPr>
              <p:spPr bwMode="auto">
                <a:xfrm>
                  <a:off x="9370942" y="2976431"/>
                  <a:ext cx="383999" cy="383999"/>
                </a:xfrm>
                <a:prstGeom prst="rect">
                  <a:avLst/>
                </a:prstGeom>
                <a:solidFill>
                  <a:schemeClr val="accent6">
                    <a:lumMod val="75000"/>
                    <a:alpha val="50000"/>
                  </a:schemeClr>
                </a:solidFill>
                <a:ln>
                  <a:noFill/>
                </a:ln>
              </p:spPr>
            </p:sp>
            <p:sp>
              <p:nvSpPr>
                <p:cNvPr id="278" name="Rectangle 277"/>
                <p:cNvSpPr/>
                <p:nvPr userDrawn="1"/>
              </p:nvSpPr>
              <p:spPr bwMode="auto">
                <a:xfrm>
                  <a:off x="9758417" y="2976431"/>
                  <a:ext cx="383999" cy="383999"/>
                </a:xfrm>
                <a:prstGeom prst="rect">
                  <a:avLst/>
                </a:prstGeom>
                <a:solidFill>
                  <a:schemeClr val="accent6">
                    <a:lumMod val="75000"/>
                    <a:alpha val="20000"/>
                  </a:schemeClr>
                </a:solidFill>
                <a:ln>
                  <a:noFill/>
                </a:ln>
              </p:spPr>
            </p:sp>
          </p:grpSp>
        </p:grpSp>
        <p:grpSp>
          <p:nvGrpSpPr>
            <p:cNvPr id="244" name="Group 243"/>
            <p:cNvGrpSpPr/>
            <p:nvPr userDrawn="1"/>
          </p:nvGrpSpPr>
          <p:grpSpPr bwMode="auto">
            <a:xfrm>
              <a:off x="1900489" y="-11207"/>
              <a:ext cx="1145630" cy="1152000"/>
              <a:chOff x="8985885" y="2208431"/>
              <a:chExt cx="1153056" cy="1152000"/>
            </a:xfrm>
          </p:grpSpPr>
          <p:sp>
            <p:nvSpPr>
              <p:cNvPr id="257" name="Rectangle 256"/>
              <p:cNvSpPr/>
              <p:nvPr userDrawn="1"/>
            </p:nvSpPr>
            <p:spPr bwMode="auto">
              <a:xfrm>
                <a:off x="8985885" y="2208431"/>
                <a:ext cx="1152000" cy="1152000"/>
              </a:xfrm>
              <a:prstGeom prst="rect">
                <a:avLst/>
              </a:prstGeom>
              <a:solidFill>
                <a:schemeClr val="accent4"/>
              </a:solidFill>
              <a:ln>
                <a:noFill/>
              </a:ln>
            </p:spPr>
          </p:sp>
          <p:grpSp>
            <p:nvGrpSpPr>
              <p:cNvPr id="258" name="Group 257"/>
              <p:cNvGrpSpPr/>
              <p:nvPr userDrawn="1"/>
            </p:nvGrpSpPr>
            <p:grpSpPr bwMode="auto">
              <a:xfrm>
                <a:off x="8988763" y="2208431"/>
                <a:ext cx="1150178" cy="1152000"/>
                <a:chOff x="8988763" y="2208431"/>
                <a:chExt cx="1150178" cy="1152000"/>
              </a:xfrm>
            </p:grpSpPr>
            <p:sp>
              <p:nvSpPr>
                <p:cNvPr id="259" name="Rectangle 258"/>
                <p:cNvSpPr/>
                <p:nvPr userDrawn="1"/>
              </p:nvSpPr>
              <p:spPr bwMode="auto">
                <a:xfrm>
                  <a:off x="8989821" y="2592432"/>
                  <a:ext cx="383999" cy="383999"/>
                </a:xfrm>
                <a:prstGeom prst="rect">
                  <a:avLst/>
                </a:prstGeom>
                <a:solidFill>
                  <a:schemeClr val="accent4">
                    <a:lumMod val="75000"/>
                    <a:alpha val="76000"/>
                  </a:schemeClr>
                </a:solidFill>
                <a:ln>
                  <a:noFill/>
                </a:ln>
              </p:spPr>
            </p:sp>
            <p:sp>
              <p:nvSpPr>
                <p:cNvPr id="260" name="Rectangle 259"/>
                <p:cNvSpPr/>
                <p:nvPr userDrawn="1"/>
              </p:nvSpPr>
              <p:spPr bwMode="auto">
                <a:xfrm>
                  <a:off x="9371999" y="2592432"/>
                  <a:ext cx="383999" cy="383999"/>
                </a:xfrm>
                <a:prstGeom prst="rect">
                  <a:avLst/>
                </a:prstGeom>
                <a:solidFill>
                  <a:schemeClr val="accent5">
                    <a:lumMod val="40000"/>
                    <a:lumOff val="60000"/>
                    <a:alpha val="38000"/>
                  </a:schemeClr>
                </a:solidFill>
                <a:ln>
                  <a:noFill/>
                </a:ln>
              </p:spPr>
            </p:sp>
            <p:sp>
              <p:nvSpPr>
                <p:cNvPr id="261" name="Rectangle 260"/>
                <p:cNvSpPr/>
                <p:nvPr userDrawn="1"/>
              </p:nvSpPr>
              <p:spPr bwMode="auto">
                <a:xfrm>
                  <a:off x="9754942" y="2592432"/>
                  <a:ext cx="383999" cy="383999"/>
                </a:xfrm>
                <a:prstGeom prst="rect">
                  <a:avLst/>
                </a:prstGeom>
                <a:solidFill>
                  <a:schemeClr val="accent1">
                    <a:lumMod val="75000"/>
                    <a:alpha val="24000"/>
                  </a:schemeClr>
                </a:solidFill>
                <a:ln>
                  <a:noFill/>
                </a:ln>
              </p:spPr>
            </p:sp>
            <p:sp>
              <p:nvSpPr>
                <p:cNvPr id="262" name="Rectangle 261"/>
                <p:cNvSpPr/>
                <p:nvPr userDrawn="1"/>
              </p:nvSpPr>
              <p:spPr bwMode="auto">
                <a:xfrm>
                  <a:off x="8989821" y="2208431"/>
                  <a:ext cx="383999" cy="383999"/>
                </a:xfrm>
                <a:prstGeom prst="rect">
                  <a:avLst/>
                </a:prstGeom>
                <a:solidFill>
                  <a:schemeClr val="accent1">
                    <a:lumMod val="60000"/>
                    <a:lumOff val="40000"/>
                    <a:alpha val="35000"/>
                  </a:schemeClr>
                </a:solidFill>
                <a:ln>
                  <a:noFill/>
                </a:ln>
              </p:spPr>
            </p:sp>
            <p:sp>
              <p:nvSpPr>
                <p:cNvPr id="263" name="Rectangle 262"/>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264" name="Rectangle 263"/>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265" name="Rectangle 264"/>
                <p:cNvSpPr/>
                <p:nvPr userDrawn="1"/>
              </p:nvSpPr>
              <p:spPr bwMode="auto">
                <a:xfrm>
                  <a:off x="8988763" y="2976431"/>
                  <a:ext cx="383999" cy="383999"/>
                </a:xfrm>
                <a:prstGeom prst="rect">
                  <a:avLst/>
                </a:prstGeom>
                <a:solidFill>
                  <a:schemeClr val="accent1">
                    <a:lumMod val="40000"/>
                    <a:lumOff val="60000"/>
                    <a:alpha val="25000"/>
                  </a:schemeClr>
                </a:solidFill>
                <a:ln>
                  <a:noFill/>
                </a:ln>
              </p:spPr>
            </p:sp>
            <p:sp>
              <p:nvSpPr>
                <p:cNvPr id="266" name="Rectangle 265"/>
                <p:cNvSpPr/>
                <p:nvPr userDrawn="1"/>
              </p:nvSpPr>
              <p:spPr bwMode="auto">
                <a:xfrm>
                  <a:off x="9370942" y="2976431"/>
                  <a:ext cx="383999" cy="383999"/>
                </a:xfrm>
                <a:prstGeom prst="rect">
                  <a:avLst/>
                </a:prstGeom>
                <a:solidFill>
                  <a:schemeClr val="tx2">
                    <a:lumMod val="60000"/>
                    <a:lumOff val="40000"/>
                    <a:alpha val="3999"/>
                  </a:schemeClr>
                </a:solidFill>
                <a:ln>
                  <a:noFill/>
                </a:ln>
              </p:spPr>
            </p:sp>
            <p:sp>
              <p:nvSpPr>
                <p:cNvPr id="267" name="Rectangle 266"/>
                <p:cNvSpPr/>
                <p:nvPr userDrawn="1"/>
              </p:nvSpPr>
              <p:spPr bwMode="auto">
                <a:xfrm>
                  <a:off x="9753885" y="2976431"/>
                  <a:ext cx="383999" cy="383999"/>
                </a:xfrm>
                <a:prstGeom prst="rect">
                  <a:avLst/>
                </a:prstGeom>
                <a:solidFill>
                  <a:schemeClr val="accent4">
                    <a:lumMod val="40000"/>
                    <a:lumOff val="60000"/>
                    <a:alpha val="29000"/>
                  </a:schemeClr>
                </a:solidFill>
                <a:ln>
                  <a:noFill/>
                </a:ln>
              </p:spPr>
            </p:sp>
          </p:grpSp>
        </p:grpSp>
        <p:grpSp>
          <p:nvGrpSpPr>
            <p:cNvPr id="4" name="Group 3"/>
            <p:cNvGrpSpPr/>
            <p:nvPr userDrawn="1"/>
          </p:nvGrpSpPr>
          <p:grpSpPr bwMode="auto">
            <a:xfrm>
              <a:off x="762985" y="-11207"/>
              <a:ext cx="1141719" cy="1156798"/>
              <a:chOff x="762985" y="-11207"/>
              <a:chExt cx="1141719" cy="1156798"/>
            </a:xfrm>
          </p:grpSpPr>
          <p:sp>
            <p:nvSpPr>
              <p:cNvPr id="248" name="Rectangle 247"/>
              <p:cNvSpPr/>
              <p:nvPr userDrawn="1"/>
            </p:nvSpPr>
            <p:spPr bwMode="auto">
              <a:xfrm>
                <a:off x="762985" y="372791"/>
                <a:ext cx="381526" cy="383999"/>
              </a:xfrm>
              <a:prstGeom prst="rect">
                <a:avLst/>
              </a:prstGeom>
              <a:solidFill>
                <a:schemeClr val="accent2">
                  <a:lumMod val="20000"/>
                  <a:lumOff val="80000"/>
                  <a:alpha val="48000"/>
                </a:schemeClr>
              </a:solidFill>
              <a:ln>
                <a:noFill/>
              </a:ln>
            </p:spPr>
          </p:sp>
          <p:sp>
            <p:nvSpPr>
              <p:cNvPr id="249" name="Rectangle 248"/>
              <p:cNvSpPr/>
              <p:nvPr userDrawn="1"/>
            </p:nvSpPr>
            <p:spPr bwMode="auto">
              <a:xfrm>
                <a:off x="1142702" y="372791"/>
                <a:ext cx="381526" cy="383999"/>
              </a:xfrm>
              <a:prstGeom prst="rect">
                <a:avLst/>
              </a:prstGeom>
              <a:solidFill>
                <a:schemeClr val="accent2">
                  <a:lumMod val="20000"/>
                  <a:lumOff val="80000"/>
                  <a:alpha val="29000"/>
                </a:schemeClr>
              </a:solidFill>
              <a:ln>
                <a:noFill/>
              </a:ln>
            </p:spPr>
          </p:sp>
          <p:sp>
            <p:nvSpPr>
              <p:cNvPr id="250" name="Rectangle 249"/>
              <p:cNvSpPr/>
              <p:nvPr userDrawn="1"/>
            </p:nvSpPr>
            <p:spPr bwMode="auto">
              <a:xfrm>
                <a:off x="1523178" y="372791"/>
                <a:ext cx="381526" cy="383999"/>
              </a:xfrm>
              <a:prstGeom prst="rect">
                <a:avLst/>
              </a:prstGeom>
              <a:solidFill>
                <a:schemeClr val="accent2">
                  <a:lumMod val="75000"/>
                  <a:alpha val="15999"/>
                </a:schemeClr>
              </a:solidFill>
              <a:ln>
                <a:noFill/>
              </a:ln>
            </p:spPr>
          </p:sp>
          <p:sp>
            <p:nvSpPr>
              <p:cNvPr id="251" name="Rectangle 250"/>
              <p:cNvSpPr/>
              <p:nvPr userDrawn="1"/>
            </p:nvSpPr>
            <p:spPr bwMode="auto">
              <a:xfrm>
                <a:off x="762985" y="-11207"/>
                <a:ext cx="381526" cy="383999"/>
              </a:xfrm>
              <a:prstGeom prst="rect">
                <a:avLst/>
              </a:prstGeom>
              <a:solidFill>
                <a:schemeClr val="accent4">
                  <a:lumMod val="40000"/>
                  <a:lumOff val="60000"/>
                  <a:alpha val="3999"/>
                </a:schemeClr>
              </a:solidFill>
              <a:ln>
                <a:noFill/>
              </a:ln>
            </p:spPr>
          </p:sp>
          <p:sp>
            <p:nvSpPr>
              <p:cNvPr id="252" name="Rectangle 251"/>
              <p:cNvSpPr/>
              <p:nvPr userDrawn="1"/>
            </p:nvSpPr>
            <p:spPr bwMode="auto">
              <a:xfrm>
                <a:off x="1142702" y="-11207"/>
                <a:ext cx="381526" cy="383999"/>
              </a:xfrm>
              <a:prstGeom prst="rect">
                <a:avLst/>
              </a:prstGeom>
              <a:solidFill>
                <a:schemeClr val="accent4">
                  <a:lumMod val="40000"/>
                  <a:lumOff val="60000"/>
                  <a:alpha val="23000"/>
                </a:schemeClr>
              </a:solidFill>
              <a:ln>
                <a:noFill/>
              </a:ln>
            </p:spPr>
          </p:sp>
          <p:sp>
            <p:nvSpPr>
              <p:cNvPr id="253" name="Rectangle 252"/>
              <p:cNvSpPr/>
              <p:nvPr userDrawn="1"/>
            </p:nvSpPr>
            <p:spPr bwMode="auto">
              <a:xfrm>
                <a:off x="1523178" y="-11207"/>
                <a:ext cx="381526" cy="383999"/>
              </a:xfrm>
              <a:prstGeom prst="rect">
                <a:avLst/>
              </a:prstGeom>
              <a:solidFill>
                <a:schemeClr val="accent4">
                  <a:lumMod val="20000"/>
                  <a:lumOff val="80000"/>
                  <a:alpha val="26998"/>
                </a:schemeClr>
              </a:solidFill>
              <a:ln>
                <a:noFill/>
              </a:ln>
            </p:spPr>
          </p:sp>
          <p:sp>
            <p:nvSpPr>
              <p:cNvPr id="254" name="Rectangle 253"/>
              <p:cNvSpPr/>
              <p:nvPr userDrawn="1"/>
            </p:nvSpPr>
            <p:spPr bwMode="auto">
              <a:xfrm>
                <a:off x="765835" y="761590"/>
                <a:ext cx="381526" cy="383999"/>
              </a:xfrm>
              <a:prstGeom prst="rect">
                <a:avLst/>
              </a:prstGeom>
              <a:solidFill>
                <a:schemeClr val="accent2">
                  <a:lumMod val="75000"/>
                  <a:alpha val="65000"/>
                </a:schemeClr>
              </a:solidFill>
              <a:ln>
                <a:noFill/>
              </a:ln>
            </p:spPr>
          </p:sp>
          <p:sp>
            <p:nvSpPr>
              <p:cNvPr id="255" name="Rectangle 254"/>
              <p:cNvSpPr/>
              <p:nvPr userDrawn="1"/>
            </p:nvSpPr>
            <p:spPr bwMode="auto">
              <a:xfrm>
                <a:off x="1141651" y="756792"/>
                <a:ext cx="381526" cy="383999"/>
              </a:xfrm>
              <a:prstGeom prst="rect">
                <a:avLst/>
              </a:prstGeom>
              <a:solidFill>
                <a:schemeClr val="accent2">
                  <a:alpha val="0"/>
                </a:schemeClr>
              </a:solidFill>
              <a:ln>
                <a:noFill/>
              </a:ln>
            </p:spPr>
          </p:sp>
          <p:sp>
            <p:nvSpPr>
              <p:cNvPr id="256" name="Rectangle 255"/>
              <p:cNvSpPr/>
              <p:nvPr userDrawn="1"/>
            </p:nvSpPr>
            <p:spPr bwMode="auto">
              <a:xfrm>
                <a:off x="1522127" y="756792"/>
                <a:ext cx="381526" cy="383999"/>
              </a:xfrm>
              <a:prstGeom prst="rect">
                <a:avLst/>
              </a:prstGeom>
              <a:solidFill>
                <a:schemeClr val="accent6">
                  <a:lumMod val="75000"/>
                  <a:alpha val="57000"/>
                </a:schemeClr>
              </a:solidFill>
              <a:ln>
                <a:noFill/>
              </a:ln>
            </p:spPr>
          </p:sp>
        </p:grpSp>
        <p:grpSp>
          <p:nvGrpSpPr>
            <p:cNvPr id="352" name="Group 351"/>
            <p:cNvGrpSpPr/>
            <p:nvPr userDrawn="1"/>
          </p:nvGrpSpPr>
          <p:grpSpPr bwMode="auto">
            <a:xfrm>
              <a:off x="1" y="-7479"/>
              <a:ext cx="766505" cy="1148271"/>
              <a:chOff x="9367467" y="2208431"/>
              <a:chExt cx="771474" cy="1152000"/>
            </a:xfrm>
          </p:grpSpPr>
          <p:sp>
            <p:nvSpPr>
              <p:cNvPr id="354" name="Rectangle 353"/>
              <p:cNvSpPr/>
              <p:nvPr userDrawn="1"/>
            </p:nvSpPr>
            <p:spPr bwMode="auto">
              <a:xfrm>
                <a:off x="9367467" y="2592432"/>
                <a:ext cx="383999" cy="383999"/>
              </a:xfrm>
              <a:prstGeom prst="rect">
                <a:avLst/>
              </a:prstGeom>
              <a:solidFill>
                <a:schemeClr val="accent5">
                  <a:lumMod val="40000"/>
                  <a:lumOff val="60000"/>
                  <a:alpha val="60000"/>
                </a:schemeClr>
              </a:solidFill>
              <a:ln>
                <a:noFill/>
              </a:ln>
            </p:spPr>
          </p:sp>
          <p:sp>
            <p:nvSpPr>
              <p:cNvPr id="355" name="Rectangle 354"/>
              <p:cNvSpPr/>
              <p:nvPr userDrawn="1"/>
            </p:nvSpPr>
            <p:spPr bwMode="auto">
              <a:xfrm>
                <a:off x="9750410" y="2592432"/>
                <a:ext cx="383999" cy="383999"/>
              </a:xfrm>
              <a:prstGeom prst="rect">
                <a:avLst/>
              </a:prstGeom>
              <a:solidFill>
                <a:schemeClr val="accent5">
                  <a:lumMod val="60000"/>
                  <a:lumOff val="40000"/>
                  <a:alpha val="45000"/>
                </a:schemeClr>
              </a:solidFill>
              <a:ln>
                <a:noFill/>
              </a:ln>
            </p:spPr>
          </p:sp>
          <p:sp>
            <p:nvSpPr>
              <p:cNvPr id="357" name="Rectangle 356"/>
              <p:cNvSpPr/>
              <p:nvPr userDrawn="1"/>
            </p:nvSpPr>
            <p:spPr bwMode="auto">
              <a:xfrm>
                <a:off x="9371999" y="2208431"/>
                <a:ext cx="383999" cy="383999"/>
              </a:xfrm>
              <a:prstGeom prst="rect">
                <a:avLst/>
              </a:prstGeom>
              <a:solidFill>
                <a:schemeClr val="accent1">
                  <a:lumMod val="60000"/>
                  <a:lumOff val="40000"/>
                  <a:alpha val="0"/>
                </a:schemeClr>
              </a:solidFill>
              <a:ln>
                <a:noFill/>
              </a:ln>
            </p:spPr>
          </p:sp>
          <p:sp>
            <p:nvSpPr>
              <p:cNvPr id="358" name="Rectangle 357"/>
              <p:cNvSpPr/>
              <p:nvPr userDrawn="1"/>
            </p:nvSpPr>
            <p:spPr bwMode="auto">
              <a:xfrm>
                <a:off x="9754942" y="2208431"/>
                <a:ext cx="383999" cy="383999"/>
              </a:xfrm>
              <a:prstGeom prst="rect">
                <a:avLst/>
              </a:prstGeom>
              <a:solidFill>
                <a:schemeClr val="accent1">
                  <a:lumMod val="60000"/>
                  <a:lumOff val="40000"/>
                  <a:alpha val="50000"/>
                </a:schemeClr>
              </a:solidFill>
              <a:ln>
                <a:noFill/>
              </a:ln>
            </p:spPr>
          </p:sp>
          <p:sp>
            <p:nvSpPr>
              <p:cNvPr id="360" name="Rectangle 359"/>
              <p:cNvSpPr/>
              <p:nvPr userDrawn="1"/>
            </p:nvSpPr>
            <p:spPr bwMode="auto">
              <a:xfrm>
                <a:off x="9370942" y="2976431"/>
                <a:ext cx="383999" cy="383999"/>
              </a:xfrm>
              <a:prstGeom prst="rect">
                <a:avLst/>
              </a:prstGeom>
              <a:solidFill>
                <a:schemeClr val="tx2">
                  <a:lumMod val="75000"/>
                  <a:alpha val="0"/>
                </a:schemeClr>
              </a:solidFill>
              <a:ln>
                <a:noFill/>
              </a:ln>
            </p:spPr>
          </p:sp>
          <p:sp>
            <p:nvSpPr>
              <p:cNvPr id="361" name="Rectangle 360"/>
              <p:cNvSpPr/>
              <p:nvPr userDrawn="1"/>
            </p:nvSpPr>
            <p:spPr bwMode="auto">
              <a:xfrm>
                <a:off x="9753885" y="2976431"/>
                <a:ext cx="383999" cy="383999"/>
              </a:xfrm>
              <a:prstGeom prst="rect">
                <a:avLst/>
              </a:prstGeom>
              <a:solidFill>
                <a:schemeClr val="tx2">
                  <a:lumMod val="75000"/>
                  <a:alpha val="20000"/>
                </a:schemeClr>
              </a:solidFill>
              <a:ln>
                <a:noFill/>
              </a:ln>
            </p:spPr>
          </p:sp>
        </p:grpSp>
      </p:grpSp>
      <p:sp>
        <p:nvSpPr>
          <p:cNvPr id="1210018170" name="Rectangle 482"/>
          <p:cNvSpPr/>
          <p:nvPr userDrawn="1"/>
        </p:nvSpPr>
        <p:spPr bwMode="auto">
          <a:xfrm>
            <a:off x="11049447" y="6600570"/>
            <a:ext cx="1144157" cy="255074"/>
          </a:xfrm>
          <a:prstGeom prst="rect">
            <a:avLst/>
          </a:prstGeom>
          <a:solidFill>
            <a:schemeClr val="accent1"/>
          </a:solidFill>
          <a:ln>
            <a:noFill/>
          </a:ln>
        </p:spPr>
      </p:sp>
      <p:sp>
        <p:nvSpPr>
          <p:cNvPr id="1313178030" name="Rectangle 487"/>
          <p:cNvSpPr/>
          <p:nvPr userDrawn="1"/>
        </p:nvSpPr>
        <p:spPr bwMode="auto">
          <a:xfrm>
            <a:off x="11053358" y="6594997"/>
            <a:ext cx="381384" cy="257430"/>
          </a:xfrm>
          <a:prstGeom prst="rect">
            <a:avLst/>
          </a:prstGeom>
          <a:solidFill>
            <a:schemeClr val="accent1">
              <a:lumMod val="60000"/>
              <a:lumOff val="40000"/>
              <a:alpha val="22000"/>
            </a:schemeClr>
          </a:solidFill>
          <a:ln>
            <a:noFill/>
          </a:ln>
        </p:spPr>
      </p:sp>
      <p:sp>
        <p:nvSpPr>
          <p:cNvPr id="307455372" name="Rectangle 488"/>
          <p:cNvSpPr/>
          <p:nvPr userDrawn="1"/>
        </p:nvSpPr>
        <p:spPr bwMode="auto">
          <a:xfrm>
            <a:off x="11432934" y="6600570"/>
            <a:ext cx="381384" cy="257430"/>
          </a:xfrm>
          <a:prstGeom prst="rect">
            <a:avLst/>
          </a:prstGeom>
          <a:solidFill>
            <a:schemeClr val="accent1">
              <a:lumMod val="60000"/>
              <a:lumOff val="40000"/>
              <a:alpha val="0"/>
            </a:schemeClr>
          </a:solidFill>
          <a:ln>
            <a:noFill/>
          </a:ln>
        </p:spPr>
      </p:sp>
      <p:sp>
        <p:nvSpPr>
          <p:cNvPr id="550506631" name="Rectangle 489"/>
          <p:cNvSpPr/>
          <p:nvPr userDrawn="1"/>
        </p:nvSpPr>
        <p:spPr bwMode="auto">
          <a:xfrm>
            <a:off x="11813271" y="6600570"/>
            <a:ext cx="381384" cy="257430"/>
          </a:xfrm>
          <a:prstGeom prst="rect">
            <a:avLst/>
          </a:prstGeom>
          <a:solidFill>
            <a:schemeClr val="accent1">
              <a:lumMod val="60000"/>
              <a:lumOff val="40000"/>
              <a:alpha val="50000"/>
            </a:schemeClr>
          </a:solidFill>
          <a:ln>
            <a:noFill/>
          </a:ln>
        </p:spPr>
      </p:sp>
      <p:sp>
        <p:nvSpPr>
          <p:cNvPr id="31591814" name="Rectangle 471"/>
          <p:cNvSpPr/>
          <p:nvPr userDrawn="1"/>
        </p:nvSpPr>
        <p:spPr bwMode="auto">
          <a:xfrm>
            <a:off x="9905290" y="6598214"/>
            <a:ext cx="1144157" cy="255074"/>
          </a:xfrm>
          <a:prstGeom prst="rect">
            <a:avLst/>
          </a:prstGeom>
          <a:solidFill>
            <a:schemeClr val="accent3"/>
          </a:solidFill>
          <a:ln>
            <a:noFill/>
          </a:ln>
        </p:spPr>
      </p:sp>
      <p:sp>
        <p:nvSpPr>
          <p:cNvPr id="730588222" name="Rectangle 476"/>
          <p:cNvSpPr/>
          <p:nvPr userDrawn="1"/>
        </p:nvSpPr>
        <p:spPr bwMode="auto">
          <a:xfrm>
            <a:off x="9909199" y="6598214"/>
            <a:ext cx="381384" cy="257430"/>
          </a:xfrm>
          <a:prstGeom prst="rect">
            <a:avLst/>
          </a:prstGeom>
          <a:solidFill>
            <a:schemeClr val="accent3">
              <a:lumMod val="20000"/>
              <a:lumOff val="80000"/>
              <a:alpha val="22000"/>
            </a:schemeClr>
          </a:solidFill>
          <a:ln>
            <a:noFill/>
          </a:ln>
        </p:spPr>
      </p:sp>
      <p:sp>
        <p:nvSpPr>
          <p:cNvPr id="317679083" name="Rectangle 477"/>
          <p:cNvSpPr/>
          <p:nvPr userDrawn="1"/>
        </p:nvSpPr>
        <p:spPr bwMode="auto">
          <a:xfrm>
            <a:off x="10289537" y="6681515"/>
            <a:ext cx="381384" cy="257430"/>
          </a:xfrm>
          <a:prstGeom prst="rect">
            <a:avLst/>
          </a:prstGeom>
          <a:solidFill>
            <a:schemeClr val="accent3">
              <a:lumMod val="20000"/>
              <a:lumOff val="80000"/>
              <a:alpha val="0"/>
            </a:schemeClr>
          </a:solidFill>
          <a:ln>
            <a:noFill/>
          </a:ln>
        </p:spPr>
      </p:sp>
      <p:sp>
        <p:nvSpPr>
          <p:cNvPr id="1731227895" name="Rectangle 478"/>
          <p:cNvSpPr/>
          <p:nvPr userDrawn="1"/>
        </p:nvSpPr>
        <p:spPr bwMode="auto">
          <a:xfrm>
            <a:off x="10669114" y="6598214"/>
            <a:ext cx="381384" cy="257430"/>
          </a:xfrm>
          <a:prstGeom prst="rect">
            <a:avLst/>
          </a:prstGeom>
          <a:solidFill>
            <a:schemeClr val="accent3">
              <a:lumMod val="20000"/>
              <a:lumOff val="80000"/>
              <a:alpha val="50000"/>
            </a:schemeClr>
          </a:solidFill>
          <a:ln>
            <a:noFill/>
          </a:ln>
        </p:spPr>
      </p:sp>
      <p:sp>
        <p:nvSpPr>
          <p:cNvPr id="1872320597" name="Rectangle 460"/>
          <p:cNvSpPr/>
          <p:nvPr userDrawn="1"/>
        </p:nvSpPr>
        <p:spPr bwMode="auto">
          <a:xfrm>
            <a:off x="8760083" y="6600570"/>
            <a:ext cx="1144157" cy="255074"/>
          </a:xfrm>
          <a:prstGeom prst="rect">
            <a:avLst/>
          </a:prstGeom>
          <a:solidFill>
            <a:schemeClr val="accent6"/>
          </a:solidFill>
          <a:ln>
            <a:noFill/>
          </a:ln>
        </p:spPr>
      </p:sp>
      <p:sp>
        <p:nvSpPr>
          <p:cNvPr id="2093102775" name="Rectangle 465"/>
          <p:cNvSpPr/>
          <p:nvPr userDrawn="1"/>
        </p:nvSpPr>
        <p:spPr bwMode="auto">
          <a:xfrm>
            <a:off x="8763994" y="6594997"/>
            <a:ext cx="381384" cy="257430"/>
          </a:xfrm>
          <a:prstGeom prst="rect">
            <a:avLst/>
          </a:prstGeom>
          <a:solidFill>
            <a:schemeClr val="accent2">
              <a:lumMod val="75000"/>
              <a:alpha val="46000"/>
            </a:schemeClr>
          </a:solidFill>
          <a:ln>
            <a:noFill/>
          </a:ln>
        </p:spPr>
      </p:sp>
      <p:sp>
        <p:nvSpPr>
          <p:cNvPr id="1218776237" name="Rectangle 466"/>
          <p:cNvSpPr/>
          <p:nvPr userDrawn="1"/>
        </p:nvSpPr>
        <p:spPr bwMode="auto">
          <a:xfrm>
            <a:off x="9150709" y="6594997"/>
            <a:ext cx="381384" cy="257430"/>
          </a:xfrm>
          <a:prstGeom prst="rect">
            <a:avLst/>
          </a:prstGeom>
          <a:solidFill>
            <a:schemeClr val="accent2">
              <a:lumMod val="60000"/>
              <a:lumOff val="40000"/>
              <a:alpha val="30000"/>
            </a:schemeClr>
          </a:solidFill>
          <a:ln>
            <a:noFill/>
          </a:ln>
        </p:spPr>
      </p:sp>
      <p:sp>
        <p:nvSpPr>
          <p:cNvPr id="926764230" name="Rectangle 467"/>
          <p:cNvSpPr/>
          <p:nvPr userDrawn="1"/>
        </p:nvSpPr>
        <p:spPr bwMode="auto">
          <a:xfrm>
            <a:off x="9521437" y="6597036"/>
            <a:ext cx="381384" cy="257430"/>
          </a:xfrm>
          <a:prstGeom prst="rect">
            <a:avLst/>
          </a:prstGeom>
          <a:solidFill>
            <a:schemeClr val="accent2">
              <a:lumMod val="40000"/>
              <a:lumOff val="60000"/>
              <a:alpha val="76000"/>
            </a:schemeClr>
          </a:solidFill>
          <a:ln>
            <a:noFill/>
          </a:ln>
        </p:spPr>
      </p:sp>
      <p:sp>
        <p:nvSpPr>
          <p:cNvPr id="717093386" name="Rectangle 449"/>
          <p:cNvSpPr/>
          <p:nvPr userDrawn="1"/>
        </p:nvSpPr>
        <p:spPr bwMode="auto">
          <a:xfrm>
            <a:off x="7618378" y="6598214"/>
            <a:ext cx="1144157" cy="255074"/>
          </a:xfrm>
          <a:prstGeom prst="rect">
            <a:avLst/>
          </a:prstGeom>
          <a:solidFill>
            <a:schemeClr val="accent4"/>
          </a:solidFill>
          <a:ln>
            <a:noFill/>
          </a:ln>
        </p:spPr>
      </p:sp>
      <p:sp>
        <p:nvSpPr>
          <p:cNvPr id="1431016584" name="Rectangle 454"/>
          <p:cNvSpPr/>
          <p:nvPr userDrawn="1"/>
        </p:nvSpPr>
        <p:spPr bwMode="auto">
          <a:xfrm>
            <a:off x="7622289" y="6598214"/>
            <a:ext cx="381384" cy="257430"/>
          </a:xfrm>
          <a:prstGeom prst="rect">
            <a:avLst/>
          </a:prstGeom>
          <a:solidFill>
            <a:schemeClr val="accent1">
              <a:lumMod val="60000"/>
              <a:lumOff val="40000"/>
              <a:alpha val="35000"/>
            </a:schemeClr>
          </a:solidFill>
          <a:ln>
            <a:noFill/>
          </a:ln>
        </p:spPr>
      </p:sp>
      <p:sp>
        <p:nvSpPr>
          <p:cNvPr id="1630242670" name="Rectangle 455"/>
          <p:cNvSpPr/>
          <p:nvPr userDrawn="1"/>
        </p:nvSpPr>
        <p:spPr bwMode="auto">
          <a:xfrm>
            <a:off x="8001866" y="6598214"/>
            <a:ext cx="381384" cy="257430"/>
          </a:xfrm>
          <a:prstGeom prst="rect">
            <a:avLst/>
          </a:prstGeom>
          <a:solidFill>
            <a:schemeClr val="accent1">
              <a:lumMod val="60000"/>
              <a:lumOff val="40000"/>
              <a:alpha val="0"/>
            </a:schemeClr>
          </a:solidFill>
          <a:ln>
            <a:noFill/>
          </a:ln>
        </p:spPr>
      </p:sp>
      <p:sp>
        <p:nvSpPr>
          <p:cNvPr id="147570782" name="Rectangle 456"/>
          <p:cNvSpPr/>
          <p:nvPr userDrawn="1"/>
        </p:nvSpPr>
        <p:spPr bwMode="auto">
          <a:xfrm>
            <a:off x="8382201" y="6598214"/>
            <a:ext cx="381384" cy="257430"/>
          </a:xfrm>
          <a:prstGeom prst="rect">
            <a:avLst/>
          </a:prstGeom>
          <a:solidFill>
            <a:schemeClr val="accent1">
              <a:lumMod val="60000"/>
              <a:lumOff val="40000"/>
              <a:alpha val="50000"/>
            </a:schemeClr>
          </a:solidFill>
          <a:ln>
            <a:noFill/>
          </a:ln>
        </p:spPr>
      </p:sp>
      <p:sp>
        <p:nvSpPr>
          <p:cNvPr id="559132672" name="Rectangle 438"/>
          <p:cNvSpPr/>
          <p:nvPr userDrawn="1"/>
        </p:nvSpPr>
        <p:spPr bwMode="auto">
          <a:xfrm>
            <a:off x="6477385" y="6598214"/>
            <a:ext cx="1144157" cy="255074"/>
          </a:xfrm>
          <a:prstGeom prst="rect">
            <a:avLst/>
          </a:prstGeom>
          <a:solidFill>
            <a:schemeClr val="accent6"/>
          </a:solidFill>
          <a:ln>
            <a:noFill/>
          </a:ln>
        </p:spPr>
      </p:sp>
      <p:sp>
        <p:nvSpPr>
          <p:cNvPr id="178726964" name="Rectangle 443"/>
          <p:cNvSpPr/>
          <p:nvPr userDrawn="1"/>
        </p:nvSpPr>
        <p:spPr bwMode="auto">
          <a:xfrm>
            <a:off x="6481296" y="6598214"/>
            <a:ext cx="381384" cy="257430"/>
          </a:xfrm>
          <a:prstGeom prst="rect">
            <a:avLst/>
          </a:prstGeom>
          <a:solidFill>
            <a:schemeClr val="accent4">
              <a:lumMod val="40000"/>
              <a:lumOff val="60000"/>
              <a:alpha val="3999"/>
            </a:schemeClr>
          </a:solidFill>
          <a:ln>
            <a:noFill/>
          </a:ln>
        </p:spPr>
      </p:sp>
      <p:sp>
        <p:nvSpPr>
          <p:cNvPr id="1763250054" name="Rectangle 444"/>
          <p:cNvSpPr/>
          <p:nvPr userDrawn="1"/>
        </p:nvSpPr>
        <p:spPr bwMode="auto">
          <a:xfrm>
            <a:off x="6860871" y="6598214"/>
            <a:ext cx="381384" cy="257430"/>
          </a:xfrm>
          <a:prstGeom prst="rect">
            <a:avLst/>
          </a:prstGeom>
          <a:solidFill>
            <a:schemeClr val="accent4">
              <a:lumMod val="40000"/>
              <a:lumOff val="60000"/>
              <a:alpha val="23000"/>
            </a:schemeClr>
          </a:solidFill>
          <a:ln>
            <a:noFill/>
          </a:ln>
        </p:spPr>
      </p:sp>
      <p:sp>
        <p:nvSpPr>
          <p:cNvPr id="1436611010" name="Rectangle 445"/>
          <p:cNvSpPr/>
          <p:nvPr userDrawn="1"/>
        </p:nvSpPr>
        <p:spPr bwMode="auto">
          <a:xfrm>
            <a:off x="7241207" y="6598214"/>
            <a:ext cx="381384" cy="257430"/>
          </a:xfrm>
          <a:prstGeom prst="rect">
            <a:avLst/>
          </a:prstGeom>
          <a:solidFill>
            <a:schemeClr val="accent4">
              <a:lumMod val="20000"/>
              <a:lumOff val="80000"/>
              <a:alpha val="26998"/>
            </a:schemeClr>
          </a:solidFill>
          <a:ln>
            <a:noFill/>
          </a:ln>
        </p:spPr>
      </p:sp>
      <p:sp>
        <p:nvSpPr>
          <p:cNvPr id="1043531032" name="Rectangle 422"/>
          <p:cNvSpPr/>
          <p:nvPr userDrawn="1"/>
        </p:nvSpPr>
        <p:spPr bwMode="auto">
          <a:xfrm>
            <a:off x="5330856" y="6599709"/>
            <a:ext cx="1144157" cy="255074"/>
          </a:xfrm>
          <a:prstGeom prst="rect">
            <a:avLst/>
          </a:prstGeom>
          <a:solidFill>
            <a:schemeClr val="accent1"/>
          </a:solidFill>
          <a:ln>
            <a:noFill/>
          </a:ln>
        </p:spPr>
      </p:sp>
      <p:sp>
        <p:nvSpPr>
          <p:cNvPr id="324897582" name="Rectangle 427"/>
          <p:cNvSpPr/>
          <p:nvPr userDrawn="1"/>
        </p:nvSpPr>
        <p:spPr bwMode="auto">
          <a:xfrm>
            <a:off x="5334768" y="6599709"/>
            <a:ext cx="381384" cy="257430"/>
          </a:xfrm>
          <a:prstGeom prst="rect">
            <a:avLst/>
          </a:prstGeom>
          <a:solidFill>
            <a:schemeClr val="accent1">
              <a:lumMod val="60000"/>
              <a:lumOff val="40000"/>
              <a:alpha val="22000"/>
            </a:schemeClr>
          </a:solidFill>
          <a:ln>
            <a:noFill/>
          </a:ln>
        </p:spPr>
      </p:sp>
      <p:sp>
        <p:nvSpPr>
          <p:cNvPr id="593675925" name="Rectangle 428"/>
          <p:cNvSpPr/>
          <p:nvPr userDrawn="1"/>
        </p:nvSpPr>
        <p:spPr bwMode="auto">
          <a:xfrm>
            <a:off x="5714343" y="6599709"/>
            <a:ext cx="381384" cy="257430"/>
          </a:xfrm>
          <a:prstGeom prst="rect">
            <a:avLst/>
          </a:prstGeom>
          <a:solidFill>
            <a:schemeClr val="accent1">
              <a:lumMod val="60000"/>
              <a:lumOff val="40000"/>
              <a:alpha val="0"/>
            </a:schemeClr>
          </a:solidFill>
          <a:ln>
            <a:noFill/>
          </a:ln>
        </p:spPr>
      </p:sp>
      <p:sp>
        <p:nvSpPr>
          <p:cNvPr id="11821507" name="Rectangle 429"/>
          <p:cNvSpPr/>
          <p:nvPr userDrawn="1"/>
        </p:nvSpPr>
        <p:spPr bwMode="auto">
          <a:xfrm>
            <a:off x="6094679" y="6599709"/>
            <a:ext cx="381384" cy="257430"/>
          </a:xfrm>
          <a:prstGeom prst="rect">
            <a:avLst/>
          </a:prstGeom>
          <a:solidFill>
            <a:schemeClr val="accent1">
              <a:lumMod val="60000"/>
              <a:lumOff val="40000"/>
              <a:alpha val="50000"/>
            </a:schemeClr>
          </a:solidFill>
          <a:ln>
            <a:noFill/>
          </a:ln>
        </p:spPr>
      </p:sp>
      <p:sp>
        <p:nvSpPr>
          <p:cNvPr id="954635566" name="Rectangle 411"/>
          <p:cNvSpPr/>
          <p:nvPr userDrawn="1"/>
        </p:nvSpPr>
        <p:spPr bwMode="auto">
          <a:xfrm>
            <a:off x="4186699" y="6597353"/>
            <a:ext cx="1144157" cy="255074"/>
          </a:xfrm>
          <a:prstGeom prst="rect">
            <a:avLst/>
          </a:prstGeom>
          <a:solidFill>
            <a:schemeClr val="accent3"/>
          </a:solidFill>
          <a:ln>
            <a:noFill/>
          </a:ln>
        </p:spPr>
      </p:sp>
      <p:sp>
        <p:nvSpPr>
          <p:cNvPr id="2015298257" name="Rectangle 416"/>
          <p:cNvSpPr/>
          <p:nvPr userDrawn="1"/>
        </p:nvSpPr>
        <p:spPr bwMode="auto">
          <a:xfrm>
            <a:off x="4190610" y="6597353"/>
            <a:ext cx="381384" cy="257430"/>
          </a:xfrm>
          <a:prstGeom prst="rect">
            <a:avLst/>
          </a:prstGeom>
          <a:solidFill>
            <a:schemeClr val="accent3">
              <a:lumMod val="20000"/>
              <a:lumOff val="80000"/>
              <a:alpha val="22000"/>
            </a:schemeClr>
          </a:solidFill>
          <a:ln>
            <a:noFill/>
          </a:ln>
        </p:spPr>
      </p:sp>
      <p:sp>
        <p:nvSpPr>
          <p:cNvPr id="397585309" name="Rectangle 417"/>
          <p:cNvSpPr/>
          <p:nvPr userDrawn="1"/>
        </p:nvSpPr>
        <p:spPr bwMode="auto">
          <a:xfrm>
            <a:off x="4570186" y="6597353"/>
            <a:ext cx="381384" cy="257430"/>
          </a:xfrm>
          <a:prstGeom prst="rect">
            <a:avLst/>
          </a:prstGeom>
          <a:solidFill>
            <a:schemeClr val="accent3">
              <a:lumMod val="20000"/>
              <a:lumOff val="80000"/>
              <a:alpha val="0"/>
            </a:schemeClr>
          </a:solidFill>
          <a:ln>
            <a:noFill/>
          </a:ln>
        </p:spPr>
      </p:sp>
      <p:sp>
        <p:nvSpPr>
          <p:cNvPr id="1988323406" name="Rectangle 418"/>
          <p:cNvSpPr/>
          <p:nvPr userDrawn="1"/>
        </p:nvSpPr>
        <p:spPr bwMode="auto">
          <a:xfrm>
            <a:off x="4950522" y="6597353"/>
            <a:ext cx="381384" cy="257430"/>
          </a:xfrm>
          <a:prstGeom prst="rect">
            <a:avLst/>
          </a:prstGeom>
          <a:solidFill>
            <a:schemeClr val="accent3">
              <a:lumMod val="20000"/>
              <a:lumOff val="80000"/>
              <a:alpha val="50000"/>
            </a:schemeClr>
          </a:solidFill>
          <a:ln>
            <a:noFill/>
          </a:ln>
        </p:spPr>
      </p:sp>
      <p:sp>
        <p:nvSpPr>
          <p:cNvPr id="1170507640" name="Rectangle 400"/>
          <p:cNvSpPr/>
          <p:nvPr userDrawn="1"/>
        </p:nvSpPr>
        <p:spPr bwMode="auto">
          <a:xfrm>
            <a:off x="3041491" y="6599709"/>
            <a:ext cx="1144157" cy="255074"/>
          </a:xfrm>
          <a:prstGeom prst="rect">
            <a:avLst/>
          </a:prstGeom>
          <a:solidFill>
            <a:schemeClr val="accent6"/>
          </a:solidFill>
          <a:ln>
            <a:noFill/>
          </a:ln>
        </p:spPr>
      </p:sp>
      <p:sp>
        <p:nvSpPr>
          <p:cNvPr id="1215663533" name="Rectangle 405"/>
          <p:cNvSpPr/>
          <p:nvPr userDrawn="1"/>
        </p:nvSpPr>
        <p:spPr bwMode="auto">
          <a:xfrm>
            <a:off x="3045402" y="6599709"/>
            <a:ext cx="381384" cy="257430"/>
          </a:xfrm>
          <a:prstGeom prst="rect">
            <a:avLst/>
          </a:prstGeom>
          <a:solidFill>
            <a:schemeClr val="accent2">
              <a:lumMod val="75000"/>
              <a:alpha val="46000"/>
            </a:schemeClr>
          </a:solidFill>
          <a:ln>
            <a:noFill/>
          </a:ln>
        </p:spPr>
      </p:sp>
      <p:sp>
        <p:nvSpPr>
          <p:cNvPr id="433515674" name="Rectangle 406"/>
          <p:cNvSpPr/>
          <p:nvPr userDrawn="1"/>
        </p:nvSpPr>
        <p:spPr bwMode="auto">
          <a:xfrm>
            <a:off x="3424979" y="6599709"/>
            <a:ext cx="381384" cy="257430"/>
          </a:xfrm>
          <a:prstGeom prst="rect">
            <a:avLst/>
          </a:prstGeom>
          <a:solidFill>
            <a:schemeClr val="accent2">
              <a:lumMod val="60000"/>
              <a:lumOff val="40000"/>
              <a:alpha val="30000"/>
            </a:schemeClr>
          </a:solidFill>
          <a:ln>
            <a:noFill/>
          </a:ln>
        </p:spPr>
      </p:sp>
      <p:sp>
        <p:nvSpPr>
          <p:cNvPr id="439810265" name="Rectangle 407"/>
          <p:cNvSpPr/>
          <p:nvPr userDrawn="1"/>
        </p:nvSpPr>
        <p:spPr bwMode="auto">
          <a:xfrm>
            <a:off x="3805314" y="6599709"/>
            <a:ext cx="381384" cy="257430"/>
          </a:xfrm>
          <a:prstGeom prst="rect">
            <a:avLst/>
          </a:prstGeom>
          <a:solidFill>
            <a:schemeClr val="accent2">
              <a:lumMod val="40000"/>
              <a:lumOff val="60000"/>
              <a:alpha val="76000"/>
            </a:schemeClr>
          </a:solidFill>
          <a:ln>
            <a:noFill/>
          </a:ln>
        </p:spPr>
      </p:sp>
      <p:sp>
        <p:nvSpPr>
          <p:cNvPr id="1044378050" name="Rectangle 389"/>
          <p:cNvSpPr/>
          <p:nvPr userDrawn="1"/>
        </p:nvSpPr>
        <p:spPr bwMode="auto">
          <a:xfrm>
            <a:off x="1899786" y="6597353"/>
            <a:ext cx="1144157" cy="255074"/>
          </a:xfrm>
          <a:prstGeom prst="rect">
            <a:avLst/>
          </a:prstGeom>
          <a:solidFill>
            <a:schemeClr val="accent4"/>
          </a:solidFill>
          <a:ln>
            <a:noFill/>
          </a:ln>
        </p:spPr>
      </p:sp>
      <p:sp>
        <p:nvSpPr>
          <p:cNvPr id="519631496" name="Rectangle 394"/>
          <p:cNvSpPr/>
          <p:nvPr userDrawn="1"/>
        </p:nvSpPr>
        <p:spPr bwMode="auto">
          <a:xfrm>
            <a:off x="1903697" y="6597353"/>
            <a:ext cx="381384" cy="257430"/>
          </a:xfrm>
          <a:prstGeom prst="rect">
            <a:avLst/>
          </a:prstGeom>
          <a:solidFill>
            <a:schemeClr val="accent1">
              <a:lumMod val="60000"/>
              <a:lumOff val="40000"/>
              <a:alpha val="35000"/>
            </a:schemeClr>
          </a:solidFill>
          <a:ln>
            <a:noFill/>
          </a:ln>
        </p:spPr>
      </p:sp>
      <p:sp>
        <p:nvSpPr>
          <p:cNvPr id="942708529" name="Rectangle 395"/>
          <p:cNvSpPr/>
          <p:nvPr userDrawn="1"/>
        </p:nvSpPr>
        <p:spPr bwMode="auto">
          <a:xfrm>
            <a:off x="2283274" y="6597353"/>
            <a:ext cx="381384" cy="257430"/>
          </a:xfrm>
          <a:prstGeom prst="rect">
            <a:avLst/>
          </a:prstGeom>
          <a:solidFill>
            <a:schemeClr val="accent1">
              <a:lumMod val="60000"/>
              <a:lumOff val="40000"/>
              <a:alpha val="0"/>
            </a:schemeClr>
          </a:solidFill>
          <a:ln>
            <a:noFill/>
          </a:ln>
        </p:spPr>
      </p:sp>
      <p:sp>
        <p:nvSpPr>
          <p:cNvPr id="1645878675" name="Rectangle 396"/>
          <p:cNvSpPr/>
          <p:nvPr userDrawn="1"/>
        </p:nvSpPr>
        <p:spPr bwMode="auto">
          <a:xfrm>
            <a:off x="2663610" y="6597353"/>
            <a:ext cx="381384" cy="257430"/>
          </a:xfrm>
          <a:prstGeom prst="rect">
            <a:avLst/>
          </a:prstGeom>
          <a:solidFill>
            <a:schemeClr val="accent1">
              <a:lumMod val="60000"/>
              <a:lumOff val="40000"/>
              <a:alpha val="50000"/>
            </a:schemeClr>
          </a:solidFill>
          <a:ln>
            <a:noFill/>
          </a:ln>
        </p:spPr>
      </p:sp>
      <p:sp>
        <p:nvSpPr>
          <p:cNvPr id="1054938450" name="Rectangle 378"/>
          <p:cNvSpPr/>
          <p:nvPr userDrawn="1"/>
        </p:nvSpPr>
        <p:spPr bwMode="auto">
          <a:xfrm>
            <a:off x="758793" y="6597353"/>
            <a:ext cx="1144157" cy="257430"/>
          </a:xfrm>
          <a:prstGeom prst="rect">
            <a:avLst/>
          </a:prstGeom>
          <a:solidFill>
            <a:schemeClr val="accent6"/>
          </a:solidFill>
          <a:ln>
            <a:noFill/>
          </a:ln>
        </p:spPr>
      </p:sp>
      <p:sp>
        <p:nvSpPr>
          <p:cNvPr id="1019455956" name="Rectangle 383"/>
          <p:cNvSpPr/>
          <p:nvPr userDrawn="1"/>
        </p:nvSpPr>
        <p:spPr bwMode="auto">
          <a:xfrm>
            <a:off x="762703" y="6597353"/>
            <a:ext cx="381384" cy="257430"/>
          </a:xfrm>
          <a:prstGeom prst="rect">
            <a:avLst/>
          </a:prstGeom>
          <a:solidFill>
            <a:schemeClr val="accent4">
              <a:lumMod val="40000"/>
              <a:lumOff val="60000"/>
              <a:alpha val="3999"/>
            </a:schemeClr>
          </a:solidFill>
          <a:ln>
            <a:noFill/>
          </a:ln>
        </p:spPr>
      </p:sp>
      <p:sp>
        <p:nvSpPr>
          <p:cNvPr id="405775200" name="Rectangle 384"/>
          <p:cNvSpPr/>
          <p:nvPr userDrawn="1"/>
        </p:nvSpPr>
        <p:spPr bwMode="auto">
          <a:xfrm>
            <a:off x="1142281" y="6597353"/>
            <a:ext cx="381384" cy="257430"/>
          </a:xfrm>
          <a:prstGeom prst="rect">
            <a:avLst/>
          </a:prstGeom>
          <a:solidFill>
            <a:schemeClr val="accent4">
              <a:lumMod val="40000"/>
              <a:lumOff val="60000"/>
              <a:alpha val="23000"/>
            </a:schemeClr>
          </a:solidFill>
          <a:ln>
            <a:noFill/>
          </a:ln>
        </p:spPr>
      </p:sp>
      <p:sp>
        <p:nvSpPr>
          <p:cNvPr id="1164999232" name="Rectangle 385"/>
          <p:cNvSpPr/>
          <p:nvPr userDrawn="1"/>
        </p:nvSpPr>
        <p:spPr bwMode="auto">
          <a:xfrm>
            <a:off x="1522615" y="6597353"/>
            <a:ext cx="381384" cy="257430"/>
          </a:xfrm>
          <a:prstGeom prst="rect">
            <a:avLst/>
          </a:prstGeom>
          <a:solidFill>
            <a:schemeClr val="accent4">
              <a:lumMod val="20000"/>
              <a:lumOff val="80000"/>
              <a:alpha val="26998"/>
            </a:schemeClr>
          </a:solidFill>
          <a:ln>
            <a:noFill/>
          </a:ln>
        </p:spPr>
      </p:sp>
      <p:sp>
        <p:nvSpPr>
          <p:cNvPr id="768437388" name="Rectangle 365"/>
          <p:cNvSpPr/>
          <p:nvPr userDrawn="1"/>
        </p:nvSpPr>
        <p:spPr bwMode="auto">
          <a:xfrm>
            <a:off x="-1" y="6599851"/>
            <a:ext cx="765171" cy="254931"/>
          </a:xfrm>
          <a:prstGeom prst="rect">
            <a:avLst/>
          </a:prstGeom>
          <a:solidFill>
            <a:schemeClr val="accent1"/>
          </a:solidFill>
          <a:ln>
            <a:noFill/>
          </a:ln>
        </p:spPr>
      </p:sp>
      <p:sp>
        <p:nvSpPr>
          <p:cNvPr id="1066555219" name="Rectangle 369"/>
          <p:cNvSpPr/>
          <p:nvPr userDrawn="1"/>
        </p:nvSpPr>
        <p:spPr bwMode="auto">
          <a:xfrm>
            <a:off x="4502" y="6599853"/>
            <a:ext cx="381384" cy="257430"/>
          </a:xfrm>
          <a:prstGeom prst="rect">
            <a:avLst/>
          </a:prstGeom>
          <a:solidFill>
            <a:schemeClr val="accent1">
              <a:lumMod val="60000"/>
              <a:lumOff val="40000"/>
              <a:alpha val="0"/>
            </a:schemeClr>
          </a:solidFill>
          <a:ln>
            <a:noFill/>
          </a:ln>
        </p:spPr>
      </p:sp>
      <p:sp>
        <p:nvSpPr>
          <p:cNvPr id="1757216386" name="Rectangle 370"/>
          <p:cNvSpPr/>
          <p:nvPr userDrawn="1"/>
        </p:nvSpPr>
        <p:spPr bwMode="auto">
          <a:xfrm>
            <a:off x="384838" y="6599853"/>
            <a:ext cx="381384" cy="257430"/>
          </a:xfrm>
          <a:prstGeom prst="rect">
            <a:avLst/>
          </a:prstGeom>
          <a:solidFill>
            <a:schemeClr val="accent1">
              <a:lumMod val="60000"/>
              <a:lumOff val="40000"/>
              <a:alpha val="50000"/>
            </a:schemeClr>
          </a:solidFill>
          <a:ln>
            <a:noFill/>
          </a:ln>
        </p:spPr>
      </p:sp>
      <p:sp>
        <p:nvSpPr>
          <p:cNvPr id="96265757" name="Text Placeholder 2"/>
          <p:cNvSpPr>
            <a:spLocks noGrp="1"/>
          </p:cNvSpPr>
          <p:nvPr userDrawn="1">
            <p:ph type="body" idx="1"/>
          </p:nvPr>
        </p:nvSpPr>
        <p:spPr bwMode="auto">
          <a:xfrm>
            <a:off x="609599" y="1340767"/>
            <a:ext cx="10972800" cy="4608513"/>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231187181" name="Title 1"/>
          <p:cNvSpPr>
            <a:spLocks noGrp="1"/>
          </p:cNvSpPr>
          <p:nvPr userDrawn="1">
            <p:ph type="title"/>
          </p:nvPr>
        </p:nvSpPr>
        <p:spPr bwMode="auto">
          <a:xfrm>
            <a:off x="2676487" y="220639"/>
            <a:ext cx="6750077" cy="856127"/>
          </a:xfrm>
          <a:prstGeom prst="rect">
            <a:avLst/>
          </a:prstGeom>
          <a:solidFill>
            <a:schemeClr val="bg1">
              <a:alpha val="84000"/>
            </a:schemeClr>
          </a:solidFill>
        </p:spPr>
        <p:txBody>
          <a:bodyPr vert="horz" lIns="91440" tIns="45720" rIns="91440" bIns="45720" rtlCol="0" anchor="ctr">
            <a:normAutofit/>
          </a:bodyPr>
          <a:lstStyle/>
          <a:p>
            <a:pPr>
              <a:defRPr/>
            </a:pPr>
            <a:r>
              <a:rPr/>
              <a:t>Click to edit Master title style</a:t>
            </a:r>
            <a:endParaRPr/>
          </a:p>
        </p:txBody>
      </p:sp>
      <p:sp>
        <p:nvSpPr>
          <p:cNvPr id="877006027" name="Slide Number Placeholder 5"/>
          <p:cNvSpPr>
            <a:spLocks noGrp="1"/>
          </p:cNvSpPr>
          <p:nvPr userDrawn="1">
            <p:ph type="sldNum" sz="quarter" idx="4"/>
          </p:nvPr>
        </p:nvSpPr>
        <p:spPr bwMode="auto">
          <a:xfrm>
            <a:off x="5190395" y="6132835"/>
            <a:ext cx="952634" cy="365125"/>
          </a:xfrm>
          <a:prstGeom prst="rect">
            <a:avLst/>
          </a:prstGeom>
          <a:solidFill>
            <a:schemeClr val="bg1"/>
          </a:solidFill>
        </p:spPr>
        <p:txBody>
          <a:bodyPr/>
          <a:lstStyle>
            <a:lvl1pPr algn="ctr">
              <a:defRPr/>
            </a:lvl1pPr>
          </a:lstStyle>
          <a:p>
            <a:pPr>
              <a:defRPr/>
            </a:pPr>
            <a:fld id="{91974DF9-AD47-4691-BA21-BBFCE3637A9A}" type="slidenum">
              <a:rPr/>
              <a:t>15</a:t>
            </a:fld>
            <a:endParaRPr/>
          </a:p>
        </p:txBody>
      </p:sp>
      <p:sp>
        <p:nvSpPr>
          <p:cNvPr id="2060068695" name="Date Placeholder 3"/>
          <p:cNvSpPr>
            <a:spLocks noGrp="1"/>
          </p:cNvSpPr>
          <p:nvPr userDrawn="1">
            <p:ph type="dt" sz="half" idx="2"/>
          </p:nvPr>
        </p:nvSpPr>
        <p:spPr bwMode="auto">
          <a:xfrm>
            <a:off x="607261" y="6109507"/>
            <a:ext cx="2844798"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1E84241-D031-42DE-84E4-CC10C30232F4}" type="datetimeFigureOut">
              <a:rPr/>
              <a:t>12/13/2025</a:t>
            </a:fld>
            <a:endParaRPr/>
          </a:p>
        </p:txBody>
      </p:sp>
      <p:sp>
        <p:nvSpPr>
          <p:cNvPr id="2007868841" name="Footer Placeholder 4"/>
          <p:cNvSpPr>
            <a:spLocks noGrp="1"/>
          </p:cNvSpPr>
          <p:nvPr userDrawn="1">
            <p:ph type="ftr" sz="quarter" idx="3"/>
          </p:nvPr>
        </p:nvSpPr>
        <p:spPr bwMode="auto">
          <a:xfrm>
            <a:off x="7758885" y="6132835"/>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3200" b="1">
          <a:solidFill>
            <a:schemeClr val="accent1">
              <a:lumMod val="50000"/>
            </a:schemeClr>
          </a:solidFill>
          <a:latin typeface="+mj-lt"/>
          <a:ea typeface="+mj-ea"/>
          <a:cs typeface="+mj-cs"/>
        </a:defRPr>
      </a:lvl1pPr>
    </p:titleStyle>
    <p:bodyStyle>
      <a:lvl1pPr marL="342900" indent="-342900" algn="l" defTabSz="914400" rtl="0">
        <a:spcBef>
          <a:spcPts val="0"/>
        </a:spcBef>
        <a:buFont typeface="Arial"/>
        <a:buChar char="•"/>
        <a:defRPr sz="3200">
          <a:solidFill>
            <a:schemeClr val="tx2">
              <a:lumMod val="50000"/>
            </a:schemeClr>
          </a:solidFill>
          <a:latin typeface="+mn-lt"/>
          <a:ea typeface="+mn-ea"/>
          <a:cs typeface="+mn-cs"/>
        </a:defRPr>
      </a:lvl1pPr>
      <a:lvl2pPr marL="742950" indent="-285750" algn="l" defTabSz="914400" rtl="0">
        <a:spcBef>
          <a:spcPts val="0"/>
        </a:spcBef>
        <a:buFont typeface="Arial"/>
        <a:buChar char="–"/>
        <a:defRPr sz="2800">
          <a:solidFill>
            <a:schemeClr val="tx2">
              <a:lumMod val="50000"/>
            </a:schemeClr>
          </a:solidFill>
          <a:latin typeface="+mn-lt"/>
          <a:ea typeface="+mn-ea"/>
          <a:cs typeface="+mn-cs"/>
        </a:defRPr>
      </a:lvl2pPr>
      <a:lvl3pPr marL="1143000" indent="-228600" algn="l" defTabSz="914400" rtl="0">
        <a:spcBef>
          <a:spcPts val="0"/>
        </a:spcBef>
        <a:buFont typeface="Arial"/>
        <a:buChar char="•"/>
        <a:defRPr sz="2400">
          <a:solidFill>
            <a:schemeClr val="tx2">
              <a:lumMod val="50000"/>
            </a:schemeClr>
          </a:solidFill>
          <a:latin typeface="+mn-lt"/>
          <a:ea typeface="+mn-ea"/>
          <a:cs typeface="+mn-cs"/>
        </a:defRPr>
      </a:lvl3pPr>
      <a:lvl4pPr marL="1600200" indent="-228600" algn="l" defTabSz="914400" rtl="0">
        <a:spcBef>
          <a:spcPts val="0"/>
        </a:spcBef>
        <a:buFont typeface="Arial"/>
        <a:buChar char="–"/>
        <a:defRPr sz="2000">
          <a:solidFill>
            <a:schemeClr val="tx2">
              <a:lumMod val="50000"/>
            </a:schemeClr>
          </a:solidFill>
          <a:latin typeface="+mn-lt"/>
          <a:ea typeface="+mn-ea"/>
          <a:cs typeface="+mn-cs"/>
        </a:defRPr>
      </a:lvl4pPr>
      <a:lvl5pPr marL="2057400" indent="-228600" algn="l" defTabSz="914400" rtl="0">
        <a:spcBef>
          <a:spcPts val="0"/>
        </a:spcBef>
        <a:buFont typeface="Arial"/>
        <a:buChar char="»"/>
        <a:defRPr sz="2000">
          <a:solidFill>
            <a:schemeClr val="tx2">
              <a:lumMod val="50000"/>
            </a:schemeClr>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researchgate.net/publication/335639394_Shuttle_Run_Analysis_with_Image_Processing#pf4" TargetMode="External"/><Relationship Id="rId4" Type="http://schemas.openxmlformats.org/officeDocument/2006/relationships/hyperlink" Target="https://serdara.com/renk-teorisi-rgb-cmyk/" TargetMode="External"/><Relationship Id="rId5" Type="http://schemas.openxmlformats.org/officeDocument/2006/relationships/hyperlink" Target="https://www.adobe.com/creativecloud/file-types/image/raster.html" TargetMode="External"/><Relationship Id="rId6" Type="http://schemas.openxmlformats.org/officeDocument/2006/relationships/hyperlink" Target="https://developer.mozilla.org/en-US/docs/Web/Media/Guides/Formats/Image_types" TargetMode="External"/><Relationship Id="rId7" Type="http://schemas.openxmlformats.org/officeDocument/2006/relationships/hyperlink" Target="https://photographylife.com/what-is-exif-data" TargetMode="External"/><Relationship Id="rId8" Type="http://schemas.openxmlformats.org/officeDocument/2006/relationships/hyperlink" Target="https://www.khanacademy.org/computing/computer-science/informationtheory/moderninfotheory/v/symbol-rate-information-theory"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7297978" name="Title 1"/>
          <p:cNvSpPr>
            <a:spLocks noGrp="1"/>
          </p:cNvSpPr>
          <p:nvPr>
            <p:ph type="ctrTitle"/>
          </p:nvPr>
        </p:nvSpPr>
        <p:spPr bwMode="auto">
          <a:xfrm>
            <a:off x="167267" y="2709020"/>
            <a:ext cx="11850872" cy="1152127"/>
          </a:xfrm>
        </p:spPr>
        <p:txBody>
          <a:bodyPr/>
          <a:lstStyle/>
          <a:p>
            <a:pPr>
              <a:defRPr/>
            </a:pPr>
            <a:r>
              <a:rPr lang="tr-TR" sz="4800"/>
              <a:t>Gördüklerimizi Sayılara Dönüştürmek</a:t>
            </a:r>
            <a:endParaRPr sz="4800"/>
          </a:p>
        </p:txBody>
      </p:sp>
      <p:sp>
        <p:nvSpPr>
          <p:cNvPr id="1860667370" name="Subtitle 2"/>
          <p:cNvSpPr>
            <a:spLocks noGrp="1"/>
          </p:cNvSpPr>
          <p:nvPr>
            <p:ph type="subTitle" idx="1"/>
          </p:nvPr>
        </p:nvSpPr>
        <p:spPr bwMode="auto">
          <a:xfrm>
            <a:off x="5494622" y="5748226"/>
            <a:ext cx="6147858" cy="571968"/>
          </a:xfrm>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marL="283879" indent="-283879">
              <a:buFont typeface="Arial"/>
              <a:buAutoNum type="alphaUcPeriod"/>
              <a:defRPr/>
            </a:pPr>
            <a:r>
              <a:rPr lang="tr-TR"/>
              <a:t>█████</a:t>
            </a:r>
            <a:endParaRPr lang="tr-TR"/>
          </a:p>
          <a:p>
            <a:pPr>
              <a:defRPr/>
            </a:pPr>
            <a:r>
              <a:rPr lang="tr-TR"/>
              <a:t>█████</a:t>
            </a:r>
            <a:endParaRPr lang="tr-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1812696" name="Resim 1256718362"/>
          <p:cNvPicPr>
            <a:picLocks noChangeAspect="1"/>
          </p:cNvPicPr>
          <p:nvPr/>
        </p:nvPicPr>
        <p:blipFill>
          <a:blip r:embed="rId3"/>
          <a:stretch/>
        </p:blipFill>
        <p:spPr bwMode="auto">
          <a:xfrm>
            <a:off x="8303258" y="1933426"/>
            <a:ext cx="4541954" cy="3172271"/>
          </a:xfrm>
          <a:prstGeom prst="rect">
            <a:avLst/>
          </a:prstGeom>
        </p:spPr>
      </p:pic>
      <p:sp>
        <p:nvSpPr>
          <p:cNvPr id="1314497179" name="Title 1"/>
          <p:cNvSpPr>
            <a:spLocks noGrp="1"/>
          </p:cNvSpPr>
          <p:nvPr>
            <p:ph type="title"/>
          </p:nvPr>
        </p:nvSpPr>
        <p:spPr bwMode="auto">
          <a:xfrm>
            <a:off x="2676487" y="919272"/>
            <a:ext cx="6750077" cy="874970"/>
          </a:xfrm>
        </p:spPr>
        <p:txBody>
          <a:bodyPr/>
          <a:lstStyle/>
          <a:p>
            <a:pPr>
              <a:defRPr/>
            </a:pPr>
            <a:r>
              <a:rPr lang="tr-TR" sz="3200"/>
              <a:t>ANALOG VE DIJITAL FARKI</a:t>
            </a:r>
            <a:endParaRPr sz="3200"/>
          </a:p>
        </p:txBody>
      </p:sp>
      <p:sp>
        <p:nvSpPr>
          <p:cNvPr id="1494821904" name="Content Placeholder 2"/>
          <p:cNvSpPr>
            <a:spLocks noGrp="1"/>
          </p:cNvSpPr>
          <p:nvPr>
            <p:ph idx="1"/>
          </p:nvPr>
        </p:nvSpPr>
        <p:spPr bwMode="auto">
          <a:xfrm>
            <a:off x="609599" y="1871773"/>
            <a:ext cx="10972800" cy="4077507"/>
          </a:xfrm>
        </p:spPr>
        <p:txBody>
          <a:bodyPr/>
          <a:lstStyle/>
          <a:p>
            <a:pPr>
              <a:defRPr/>
            </a:pPr>
            <a:r>
              <a:rPr lang="tr-TR" sz="2200"/>
              <a:t>İnsan gözü dünyayı analog görür.</a:t>
            </a:r>
            <a:endParaRPr sz="2200"/>
          </a:p>
          <a:p>
            <a:pPr>
              <a:defRPr/>
            </a:pPr>
            <a:r>
              <a:rPr lang="tr-TR" sz="2200"/>
              <a:t>Bilgisayarlar ise yalnızca 1 ve 0’lardan oluşur.</a:t>
            </a:r>
            <a:endParaRPr sz="2200"/>
          </a:p>
          <a:p>
            <a:pPr>
              <a:defRPr/>
            </a:pPr>
            <a:r>
              <a:rPr lang="tr-TR" sz="2200"/>
              <a:t>Bu sebeple bizim gördüğümüz değişken</a:t>
            </a:r>
            <a:endParaRPr sz="2200"/>
          </a:p>
          <a:p>
            <a:pPr marL="0" indent="0">
              <a:buFont typeface="Arial"/>
              <a:buNone/>
              <a:defRPr/>
            </a:pPr>
            <a:r>
              <a:rPr lang="tr-TR" sz="2200"/>
              <a:t>değerleri 1 ve 0’lara dönüştürmemiz gerekir.</a:t>
            </a:r>
            <a:endParaRPr lang="tr-TR" sz="2200"/>
          </a:p>
          <a:p>
            <a:pPr>
              <a:defRPr/>
            </a:pPr>
            <a:r>
              <a:rPr lang="tr-TR" sz="2200"/>
              <a:t>Bunun için örnekleme dediğimiz yöntem kullanılır.</a:t>
            </a:r>
            <a:endParaRPr lang="tr-TR" sz="2200"/>
          </a:p>
          <a:p>
            <a:pPr marL="0" indent="0">
              <a:buFont typeface="Arial"/>
              <a:buNone/>
              <a:defRPr/>
            </a:pPr>
            <a:r>
              <a:rPr lang="tr-TR" sz="2200"/>
              <a:t>Görüntüyü belirli aralıklarla parçalara böleriz ve bu sayede sonsuz</a:t>
            </a:r>
            <a:endParaRPr lang="tr-TR" sz="2200"/>
          </a:p>
          <a:p>
            <a:pPr marL="0" indent="0">
              <a:buFont typeface="Arial"/>
              <a:buNone/>
              <a:defRPr/>
            </a:pPr>
            <a:r>
              <a:rPr lang="tr-TR" sz="2200"/>
              <a:t>düzeyde detaylı olan veriyi sonlu </a:t>
            </a:r>
            <a:r>
              <a:rPr lang="tr-TR" sz="2200"/>
              <a:t>yaparak saklamayı mümkün </a:t>
            </a:r>
            <a:r>
              <a:rPr lang="tr-TR" sz="2200"/>
              <a:t>kılar. </a:t>
            </a:r>
            <a:endParaRPr lang="tr-TR" sz="2200"/>
          </a:p>
          <a:p>
            <a:pPr>
              <a:defRPr/>
            </a:pPr>
            <a:r>
              <a:rPr lang="tr-TR" sz="2200"/>
              <a:t>Her biri yalnızca tek bir renk içeren en küçük parçaya piksel deriz.</a:t>
            </a:r>
            <a:endParaRPr lang="tr-T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4190908" name="Title 1"/>
          <p:cNvSpPr>
            <a:spLocks noGrp="1"/>
          </p:cNvSpPr>
          <p:nvPr>
            <p:ph type="title"/>
          </p:nvPr>
        </p:nvSpPr>
        <p:spPr bwMode="auto">
          <a:xfrm>
            <a:off x="2676525" y="919480"/>
            <a:ext cx="6750050" cy="875030"/>
          </a:xfrm>
        </p:spPr>
        <p:txBody>
          <a:bodyPr/>
          <a:lstStyle/>
          <a:p>
            <a:pPr>
              <a:defRPr/>
            </a:pPr>
            <a:r>
              <a:rPr lang="tr-TR" sz="4200"/>
              <a:t>PİKSEL</a:t>
            </a:r>
            <a:endParaRPr sz="4200"/>
          </a:p>
        </p:txBody>
      </p:sp>
      <p:sp>
        <p:nvSpPr>
          <p:cNvPr id="251336389" name="Content Placeholder 2"/>
          <p:cNvSpPr>
            <a:spLocks noGrp="1"/>
          </p:cNvSpPr>
          <p:nvPr>
            <p:ph idx="1"/>
          </p:nvPr>
        </p:nvSpPr>
        <p:spPr bwMode="auto">
          <a:xfrm>
            <a:off x="609600" y="1871980"/>
            <a:ext cx="10972800" cy="4077335"/>
          </a:xfrm>
        </p:spPr>
        <p:txBody>
          <a:bodyPr/>
          <a:lstStyle/>
          <a:p>
            <a:pPr>
              <a:defRPr/>
            </a:pPr>
            <a:r>
              <a:rPr lang="tr-TR" sz="2600"/>
              <a:t>Her bir piksel yalnızca tek bir renk içerir. </a:t>
            </a:r>
            <a:endParaRPr lang="tr-TR" sz="2600"/>
          </a:p>
          <a:p>
            <a:pPr>
              <a:defRPr/>
            </a:pPr>
            <a:r>
              <a:rPr lang="tr-TR" sz="2600"/>
              <a:t>İçerisinde bir desen veya şekil bilgisi olmaz.</a:t>
            </a:r>
            <a:endParaRPr lang="tr-TR" sz="2600"/>
          </a:p>
          <a:p>
            <a:pPr>
              <a:defRPr/>
            </a:pPr>
            <a:r>
              <a:rPr lang="tr-TR" sz="2600"/>
              <a:t>Piksellerin boyutları birbirinden farklı olamaz.</a:t>
            </a:r>
            <a:endParaRPr lang="tr-TR" sz="2600"/>
          </a:p>
          <a:p>
            <a:pPr>
              <a:defRPr/>
            </a:pPr>
            <a:r>
              <a:rPr lang="tr-TR" sz="2600"/>
              <a:t>Slaytın etrafındaki çerçevede bu piksellere benzer görüntüleri görebiliriz.</a:t>
            </a:r>
            <a:endParaRPr lang="tr-TR" sz="2600"/>
          </a:p>
          <a:p>
            <a:pPr>
              <a:defRPr/>
            </a:pPr>
            <a:r>
              <a:rPr lang="tr-TR" sz="2600"/>
              <a:t>Resimleri büyüttüğümüzde piksellerden oluşan o mozaik yapıyı görebiliriz.</a:t>
            </a:r>
            <a:endParaRPr lang="tr-TR" sz="2600"/>
          </a:p>
        </p:txBody>
      </p:sp>
      <p:pic>
        <p:nvPicPr>
          <p:cNvPr id="1802510389" name="Picture 2" descr="/storage/emulated/0/Android/data/com.infraware.office.link/files/.polaris_temp/fImage798614057594.jpeg"/>
          <p:cNvPicPr>
            <a:picLocks noChangeAspect="1"/>
          </p:cNvPicPr>
          <p:nvPr/>
        </p:nvPicPr>
        <p:blipFill>
          <a:blip r:embed="rId3"/>
          <a:stretch/>
        </p:blipFill>
        <p:spPr bwMode="auto">
          <a:xfrm rot="0">
            <a:off x="3822700" y="3905249"/>
            <a:ext cx="4695190" cy="25908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890308" name="Title 1"/>
          <p:cNvSpPr>
            <a:spLocks noGrp="1"/>
          </p:cNvSpPr>
          <p:nvPr>
            <p:ph type="title"/>
          </p:nvPr>
        </p:nvSpPr>
        <p:spPr bwMode="auto">
          <a:xfrm>
            <a:off x="2676525" y="919480"/>
            <a:ext cx="6750050" cy="875030"/>
          </a:xfrm>
        </p:spPr>
        <p:txBody>
          <a:bodyPr/>
          <a:lstStyle/>
          <a:p>
            <a:pPr>
              <a:defRPr/>
            </a:pPr>
            <a:r>
              <a:rPr lang="tr-TR" sz="5000"/>
              <a:t>RGB</a:t>
            </a:r>
            <a:endParaRPr sz="5000"/>
          </a:p>
        </p:txBody>
      </p:sp>
      <p:pic>
        <p:nvPicPr>
          <p:cNvPr id="2077883600" name="Picture 1" descr="/storage/emulated/0/Android/data/com.infraware.office.link/files/.polaris_temp/fImage83564049096.jpeg"/>
          <p:cNvPicPr>
            <a:picLocks noChangeAspect="1"/>
          </p:cNvPicPr>
          <p:nvPr/>
        </p:nvPicPr>
        <p:blipFill>
          <a:blip r:embed="rId3"/>
          <a:stretch/>
        </p:blipFill>
        <p:spPr bwMode="auto">
          <a:xfrm rot="0" flipH="0" flipV="0">
            <a:off x="8861598" y="3176004"/>
            <a:ext cx="3331671" cy="3237494"/>
          </a:xfrm>
          <a:prstGeom prst="rect">
            <a:avLst/>
          </a:prstGeom>
          <a:noFill/>
          <a:ln w="0" cap="flat" cmpd="sng">
            <a:prstDash val="solid"/>
          </a:ln>
        </p:spPr>
      </p:pic>
      <p:sp>
        <p:nvSpPr>
          <p:cNvPr id="1102989053" name="Content Placeholder 2"/>
          <p:cNvSpPr>
            <a:spLocks noGrp="1"/>
          </p:cNvSpPr>
          <p:nvPr>
            <p:ph idx="1"/>
          </p:nvPr>
        </p:nvSpPr>
        <p:spPr bwMode="auto">
          <a:xfrm>
            <a:off x="609600" y="1871980"/>
            <a:ext cx="10972800" cy="4077335"/>
          </a:xfrm>
        </p:spPr>
        <p:txBody>
          <a:bodyPr/>
          <a:lstStyle/>
          <a:p>
            <a:pPr>
              <a:defRPr/>
            </a:pPr>
            <a:r>
              <a:rPr lang="tr-TR" sz="2200"/>
              <a:t>Hepimizin sıklıkta duyduğu bir terim olan rgb renkleri değil ışıkları temsil eder.</a:t>
            </a:r>
            <a:endParaRPr lang="tr-TR" sz="2200"/>
          </a:p>
          <a:p>
            <a:pPr>
              <a:defRPr/>
            </a:pPr>
            <a:r>
              <a:rPr lang="tr-TR" sz="2200"/>
              <a:t>Gözlerimiz renkleri değil cisimlerden yansıyan ışıkları algılar.</a:t>
            </a:r>
            <a:endParaRPr lang="tr-TR" sz="2200"/>
          </a:p>
          <a:p>
            <a:pPr>
              <a:defRPr/>
            </a:pPr>
            <a:r>
              <a:rPr lang="tr-TR" sz="2200"/>
              <a:t>Kırmızı (R), Yeşil(G), Mavi(B) ışıklar bize gerekli renklerin birçoğunu gösterebilirler.</a:t>
            </a:r>
            <a:endParaRPr lang="tr-TR" sz="2200"/>
          </a:p>
          <a:p>
            <a:pPr>
              <a:defRPr/>
            </a:pPr>
            <a:r>
              <a:rPr lang="tr-TR" sz="2200">
                <a:latin typeface="Times New Roman"/>
                <a:ea typeface="Times New Roman"/>
                <a:cs typeface="Times New Roman"/>
              </a:rPr>
              <a:t>Gerçek hayatta kullandığımız boyaların aksine “Toplam Renk Modeli” mantığıyla çalışır</a:t>
            </a:r>
            <a:endParaRPr lang="tr-TR" sz="2200" b="0" i="0" u="none" strike="noStrike" cap="none" spc="0">
              <a:solidFill>
                <a:schemeClr val="tx2">
                  <a:lumMod val="50000"/>
                </a:schemeClr>
              </a:solidFill>
              <a:latin typeface="Times New Roman"/>
              <a:ea typeface="Times New Roman"/>
              <a:cs typeface="Times New Roman"/>
            </a:endParaRPr>
          </a:p>
          <a:p>
            <a:pPr>
              <a:defRPr/>
            </a:pPr>
            <a:r>
              <a:rPr lang="tr-TR" sz="2200" b="0" i="0" u="none" strike="noStrike" cap="none" spc="0">
                <a:solidFill>
                  <a:schemeClr val="tx2">
                    <a:lumMod val="50000"/>
                  </a:schemeClr>
                </a:solidFill>
                <a:latin typeface="Times New Roman"/>
                <a:ea typeface="Times New Roman"/>
                <a:cs typeface="Times New Roman"/>
              </a:rPr>
              <a:t>Bu üç ışık tam güçte birleşirse Beyaz oluşur. Hiçbiri yanmazsa Siyah oluşur. </a:t>
            </a:r>
            <a:endParaRPr lang="tr-TR" sz="2200" b="0" i="0" u="none" strike="noStrike" cap="none" spc="0">
              <a:solidFill>
                <a:schemeClr val="tx2">
                  <a:lumMod val="50000"/>
                </a:schemeClr>
              </a:solidFill>
              <a:latin typeface="Times New Roman"/>
              <a:ea typeface="Times New Roman"/>
              <a:cs typeface="Times New Roman"/>
            </a:endParaRPr>
          </a:p>
          <a:p>
            <a:pPr>
              <a:defRPr/>
            </a:pPr>
            <a:r>
              <a:rPr lang="tr-TR" sz="2200" b="0" i="0" u="none" strike="noStrike" cap="none" spc="0">
                <a:solidFill>
                  <a:schemeClr val="tx2">
                    <a:lumMod val="50000"/>
                  </a:schemeClr>
                </a:solidFill>
                <a:latin typeface="Times New Roman"/>
                <a:ea typeface="Times New Roman"/>
                <a:cs typeface="Times New Roman"/>
              </a:rPr>
              <a:t>Diğer ara renkleride bu renkleri farklı oranlarda karıştırarak elde ederiz.</a:t>
            </a:r>
            <a:endParaRPr lang="tr-TR" sz="2200" b="0" i="0" u="none" strike="noStrike" cap="none" spc="0">
              <a:solidFill>
                <a:schemeClr val="tx2">
                  <a:lumMod val="50000"/>
                </a:schemeClr>
              </a:solidFill>
              <a:latin typeface="Times New Roman"/>
              <a:ea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6810665" name="Title 1"/>
          <p:cNvSpPr>
            <a:spLocks noGrp="1"/>
          </p:cNvSpPr>
          <p:nvPr>
            <p:ph type="title"/>
          </p:nvPr>
        </p:nvSpPr>
        <p:spPr bwMode="auto">
          <a:xfrm>
            <a:off x="511175" y="919480"/>
            <a:ext cx="10805795" cy="875030"/>
          </a:xfrm>
        </p:spPr>
        <p:txBody>
          <a:bodyPr>
            <a:normAutofit fontScale="90000"/>
          </a:bodyPr>
          <a:lstStyle/>
          <a:p>
            <a:pPr>
              <a:defRPr/>
            </a:pPr>
            <a:r>
              <a:rPr lang="tr-TR" sz="5000"/>
              <a:t>BİLGİSAYAR RGBYİ NASIL KULLANIR</a:t>
            </a:r>
            <a:endParaRPr lang="tr-TR" sz="5000"/>
          </a:p>
        </p:txBody>
      </p:sp>
      <p:sp>
        <p:nvSpPr>
          <p:cNvPr id="647940110" name="Content Placeholder 2"/>
          <p:cNvSpPr txBox="1">
            <a:spLocks noGrp="1"/>
          </p:cNvSpPr>
          <p:nvPr>
            <p:ph type="obj" idx="1"/>
          </p:nvPr>
        </p:nvSpPr>
        <p:spPr bwMode="auto">
          <a:xfrm rot="0">
            <a:off x="612140" y="1871979"/>
            <a:ext cx="10973435" cy="4077970"/>
          </a:xfrm>
          <a:prstGeom prst="rect">
            <a:avLst/>
          </a:prstGeom>
        </p:spPr>
        <p:txBody>
          <a:bodyPr vert="horz" wrap="square" lIns="91440" tIns="45720" rIns="91440" bIns="45720" numCol="1" anchor="t">
            <a:normAutofit fontScale="100000" lnSpcReduction="0"/>
          </a:bodyPr>
          <a:lstStyle/>
          <a:p>
            <a:pPr marL="342900" indent="-342900">
              <a:lnSpc>
                <a:spcPct val="100000"/>
              </a:lnSpc>
              <a:spcBef>
                <a:spcPts val="0"/>
              </a:spcBef>
              <a:spcAft>
                <a:spcPts val="0"/>
              </a:spcAft>
              <a:buFont typeface="Arial"/>
              <a:buChar char="•"/>
              <a:defRPr sz="1800"/>
            </a:pPr>
            <a:r>
              <a:rPr lang="tr-TR" sz="2200" b="0" i="0" strike="noStrike" cap="none">
                <a:solidFill>
                  <a:schemeClr val="tx2">
                    <a:lumMod val="50000"/>
                  </a:schemeClr>
                </a:solidFill>
                <a:latin typeface="Times New Roman"/>
                <a:cs typeface="Times New Roman"/>
              </a:rPr>
              <a:t>Bilgisayarlarda bulunan piksellerde her piksel kendi içinde ayrı 3 piksel barındırır.(sub-pixels)</a:t>
            </a:r>
            <a:endParaRPr lang="ko-KR" sz="2200" b="0" i="0" strike="noStrike" cap="none">
              <a:solidFill>
                <a:schemeClr val="tx2">
                  <a:lumMod val="50000"/>
                </a:schemeClr>
              </a:solidFill>
              <a:latin typeface="Times New Roman"/>
              <a:cs typeface="Times New Roman"/>
            </a:endParaRPr>
          </a:p>
          <a:p>
            <a:pPr marL="342900" indent="-342900">
              <a:lnSpc>
                <a:spcPct val="100000"/>
              </a:lnSpc>
              <a:spcBef>
                <a:spcPts val="0"/>
              </a:spcBef>
              <a:spcAft>
                <a:spcPts val="0"/>
              </a:spcAft>
              <a:buFont typeface="Arial"/>
              <a:buChar char="•"/>
              <a:defRPr sz="1800"/>
            </a:pPr>
            <a:r>
              <a:rPr lang="tr-TR" sz="2200" b="0" i="0" strike="noStrike" cap="none">
                <a:solidFill>
                  <a:schemeClr val="tx2">
                    <a:lumMod val="50000"/>
                  </a:schemeClr>
                </a:solidFill>
                <a:latin typeface="Times New Roman"/>
                <a:cs typeface="Times New Roman"/>
              </a:rPr>
              <a:t>Bunların renkleri Kırmızı(R),Yeşil(G) ve Mavi(B)dir.</a:t>
            </a:r>
            <a:endParaRPr lang="ko-KR" sz="2200" b="0" i="0" strike="noStrike" cap="none">
              <a:solidFill>
                <a:schemeClr val="tx2">
                  <a:lumMod val="50000"/>
                </a:schemeClr>
              </a:solidFill>
              <a:latin typeface="Times New Roman"/>
              <a:cs typeface="Times New Roman"/>
            </a:endParaRPr>
          </a:p>
          <a:p>
            <a:pPr marL="342900" indent="-342900">
              <a:lnSpc>
                <a:spcPct val="100000"/>
              </a:lnSpc>
              <a:spcBef>
                <a:spcPts val="0"/>
              </a:spcBef>
              <a:spcAft>
                <a:spcPts val="0"/>
              </a:spcAft>
              <a:buFont typeface="Arial"/>
              <a:buChar char="•"/>
              <a:defRPr sz="1800"/>
            </a:pPr>
            <a:r>
              <a:rPr lang="tr-TR" sz="2200" b="0" i="0" strike="noStrike" cap="none">
                <a:solidFill>
                  <a:schemeClr val="tx2">
                    <a:lumMod val="50000"/>
                  </a:schemeClr>
                </a:solidFill>
                <a:latin typeface="Times New Roman"/>
                <a:cs typeface="Times New Roman"/>
              </a:rPr>
              <a:t>Bilgisayar ekranı aslında binlerce kırmızı, yeşil ve mavi ampulden oluşur. Bu alt pikseller o kadar küçüktür ki insan gözü ayırt edemez ancak yeterince yaklaşılırsa görülebilir.</a:t>
            </a:r>
            <a:endParaRPr lang="ko-KR" sz="2200" b="0" i="0" strike="noStrike" cap="none">
              <a:solidFill>
                <a:schemeClr val="tx2">
                  <a:lumMod val="50000"/>
                </a:schemeClr>
              </a:solidFill>
              <a:latin typeface="Times New Roman"/>
              <a:cs typeface="Times New Roman"/>
            </a:endParaRPr>
          </a:p>
          <a:p>
            <a:pPr marL="342900" indent="-342900">
              <a:lnSpc>
                <a:spcPct val="100000"/>
              </a:lnSpc>
              <a:spcBef>
                <a:spcPts val="0"/>
              </a:spcBef>
              <a:spcAft>
                <a:spcPts val="0"/>
              </a:spcAft>
              <a:buFont typeface="Arial"/>
              <a:buChar char="•"/>
              <a:defRPr sz="1800"/>
            </a:pPr>
            <a:r>
              <a:rPr lang="tr-TR" sz="2200" b="0" i="0" strike="noStrike" cap="none">
                <a:solidFill>
                  <a:schemeClr val="tx2">
                    <a:lumMod val="50000"/>
                  </a:schemeClr>
                </a:solidFill>
                <a:latin typeface="Times New Roman"/>
                <a:cs typeface="Times New Roman"/>
              </a:rPr>
              <a:t>Bilgisayar, bir pikselin hangi renkte görüneceğini belirlemek için alt piksellere giden elektrik voltajını değiştirerek onların parlaklığıyla oynar.</a:t>
            </a:r>
            <a:endParaRPr lang="ko-KR" sz="2200" b="0" i="0" strike="noStrike" cap="none">
              <a:solidFill>
                <a:schemeClr val="tx2">
                  <a:lumMod val="50000"/>
                </a:schemeClr>
              </a:solidFill>
              <a:latin typeface="Times New Roman"/>
              <a:cs typeface="Times New Roman"/>
            </a:endParaRPr>
          </a:p>
          <a:p>
            <a:pPr marL="342900" indent="-342900">
              <a:lnSpc>
                <a:spcPct val="100000"/>
              </a:lnSpc>
              <a:spcBef>
                <a:spcPts val="0"/>
              </a:spcBef>
              <a:spcAft>
                <a:spcPts val="0"/>
              </a:spcAft>
              <a:buFont typeface="Arial"/>
              <a:buChar char="•"/>
              <a:defRPr sz="1800"/>
            </a:pPr>
            <a:endParaRPr lang="ko-KR" sz="2200" b="0" i="0" strike="noStrike" cap="none">
              <a:solidFill>
                <a:schemeClr val="tx2">
                  <a:lumMod val="50000"/>
                </a:schemeClr>
              </a:solidFill>
              <a:latin typeface="Times New Roman"/>
              <a:cs typeface="Times New Roman"/>
            </a:endParaRPr>
          </a:p>
        </p:txBody>
      </p:sp>
      <p:pic>
        <p:nvPicPr>
          <p:cNvPr id="1128769170" name=""/>
          <p:cNvPicPr>
            <a:picLocks noChangeAspect="1"/>
          </p:cNvPicPr>
          <p:nvPr/>
        </p:nvPicPr>
        <p:blipFill>
          <a:blip r:embed="rId3"/>
          <a:stretch/>
        </p:blipFill>
        <p:spPr bwMode="auto">
          <a:xfrm flipH="0" flipV="0">
            <a:off x="6682156" y="3965058"/>
            <a:ext cx="4095517" cy="2304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0342246" name="Title 1"/>
          <p:cNvSpPr>
            <a:spLocks noGrp="1"/>
          </p:cNvSpPr>
          <p:nvPr>
            <p:ph type="title"/>
          </p:nvPr>
        </p:nvSpPr>
        <p:spPr bwMode="auto">
          <a:xfrm>
            <a:off x="2676487" y="919272"/>
            <a:ext cx="6750077" cy="874970"/>
          </a:xfrm>
        </p:spPr>
        <p:txBody>
          <a:bodyPr/>
          <a:lstStyle/>
          <a:p>
            <a:pPr>
              <a:defRPr/>
            </a:pPr>
            <a:r>
              <a:rPr lang="tr-TR" sz="5000"/>
              <a:t>BİT DERİNLİĞİ</a:t>
            </a:r>
            <a:endParaRPr lang="tr-TR" sz="5000"/>
          </a:p>
        </p:txBody>
      </p:sp>
      <p:sp>
        <p:nvSpPr>
          <p:cNvPr id="1627653674" name="Content Placeholder 2"/>
          <p:cNvSpPr>
            <a:spLocks noGrp="1"/>
          </p:cNvSpPr>
          <p:nvPr>
            <p:ph idx="1"/>
          </p:nvPr>
        </p:nvSpPr>
        <p:spPr bwMode="auto">
          <a:xfrm>
            <a:off x="609600" y="1871980"/>
            <a:ext cx="10972800" cy="4652010"/>
          </a:xfrm>
        </p:spPr>
        <p:txBody>
          <a:bodyPr>
            <a:normAutofit lnSpcReduction="10000"/>
          </a:bodyPr>
          <a:lstStyle/>
          <a:p>
            <a:pPr>
              <a:defRPr/>
            </a:pPr>
            <a:r>
              <a:rPr lang="tr-TR" sz="2200">
                <a:latin typeface="Times New Roman"/>
                <a:cs typeface="Times New Roman"/>
              </a:rPr>
              <a:t>Her bir renk kanalı için 0 ile 255 arasında bir değer belirlenir.(2^8  =256 farklı ton)</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0= Işık kapalı (minimum parlaktıkta)</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255=Işık açık ve maksimum parlaklıkta</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Buna göre bazı renklerin bilgisayar tarafından üretilmesi şu şekilde;</a:t>
            </a: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Toplam renk kombinasyonu sayısı ise 256x256x256= yaklaşık 16,7 milyon renk vardır.</a:t>
            </a:r>
            <a:endParaRPr lang="tr-TR" sz="2200" b="0" i="0" u="none" strike="noStrike" cap="none" spc="0">
              <a:solidFill>
                <a:schemeClr val="tx2">
                  <a:lumMod val="50000"/>
                </a:schemeClr>
              </a:solidFill>
              <a:latin typeface="Times New Roman"/>
              <a:cs typeface="Times New Roman"/>
            </a:endParaRPr>
          </a:p>
        </p:txBody>
      </p:sp>
      <p:pic>
        <p:nvPicPr>
          <p:cNvPr id="1972145650" name="Resim 1" descr="renkkodları"/>
          <p:cNvPicPr>
            <a:picLocks noChangeAspect="1"/>
          </p:cNvPicPr>
          <p:nvPr/>
        </p:nvPicPr>
        <p:blipFill>
          <a:blip r:embed="rId3"/>
          <a:stretch/>
        </p:blipFill>
        <p:spPr bwMode="auto">
          <a:xfrm>
            <a:off x="747395" y="3228975"/>
            <a:ext cx="5347970" cy="28257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9083964" name="Title 1"/>
          <p:cNvSpPr>
            <a:spLocks noGrp="1"/>
          </p:cNvSpPr>
          <p:nvPr>
            <p:ph type="title"/>
          </p:nvPr>
        </p:nvSpPr>
        <p:spPr bwMode="auto">
          <a:xfrm>
            <a:off x="2676487" y="919272"/>
            <a:ext cx="6750077" cy="874970"/>
          </a:xfrm>
        </p:spPr>
        <p:txBody>
          <a:bodyPr/>
          <a:lstStyle/>
          <a:p>
            <a:pPr>
              <a:defRPr/>
            </a:pPr>
            <a:r>
              <a:rPr lang="tr-TR" sz="5000"/>
              <a:t>HEX GÖSTERİMİ</a:t>
            </a:r>
            <a:endParaRPr lang="tr-TR" sz="5000"/>
          </a:p>
        </p:txBody>
      </p:sp>
      <p:sp>
        <p:nvSpPr>
          <p:cNvPr id="2006416755" name="Content Placeholder 2"/>
          <p:cNvSpPr>
            <a:spLocks noGrp="1"/>
          </p:cNvSpPr>
          <p:nvPr>
            <p:ph idx="1"/>
          </p:nvPr>
        </p:nvSpPr>
        <p:spPr bwMode="auto">
          <a:xfrm>
            <a:off x="609599" y="1871773"/>
            <a:ext cx="10972800" cy="4077507"/>
          </a:xfrm>
        </p:spPr>
        <p:txBody>
          <a:bodyPr/>
          <a:lstStyle/>
          <a:p>
            <a:pPr>
              <a:defRPr/>
            </a:pPr>
            <a:r>
              <a:rPr lang="tr-TR" sz="2200" b="0" i="0" u="none" strike="noStrike" cap="none" spc="0">
                <a:solidFill>
                  <a:schemeClr val="tx2">
                    <a:lumMod val="50000"/>
                  </a:schemeClr>
                </a:solidFill>
                <a:latin typeface="Times New Roman"/>
                <a:cs typeface="Times New Roman"/>
              </a:rPr>
              <a:t>Hex gösterimi 16 tabanlı bir sistemdir ve rakalamlar yetmediği için harfler devreye girer.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0-9: Sayısal değerler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A-F: 10 ile 15 arasındaki değerler (A=10 B=11 C=12 ... F=15)</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Ondalık: 255       Binary(İkili):11111111       Hex:FF</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Hex kodlarının kullanılmasının ana sebebi okunabilirlik ve byte uyumudur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Bilgisayarda tam olarak 2 Hex hanesi 1 byte veriyi temsil eder.Bu sayede 8 yerine 2 hane kullanırız.</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Milyonlarca rengi ifade ederken de (255,255,255) şeklinde 9 haneli kod yerine (#FFFFFF) şeklinde 6 haneli kodlarla ifade ederiz.</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Hex kodunun yapısı #RRGGBB şeklindedir. İlk 2 hane (RR) kırmızı baytını, orta 2 hane (GG) yeşil baytını, son 2 hanede (BB) mavi baytını temsil eder.</a:t>
            </a: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0332180" name="Title 1"/>
          <p:cNvSpPr>
            <a:spLocks noGrp="1"/>
          </p:cNvSpPr>
          <p:nvPr>
            <p:ph type="title"/>
          </p:nvPr>
        </p:nvSpPr>
        <p:spPr bwMode="auto">
          <a:xfrm>
            <a:off x="510540" y="919480"/>
            <a:ext cx="10842625" cy="875030"/>
          </a:xfrm>
        </p:spPr>
        <p:txBody>
          <a:bodyPr>
            <a:normAutofit/>
          </a:bodyPr>
          <a:lstStyle/>
          <a:p>
            <a:pPr>
              <a:defRPr/>
            </a:pPr>
            <a:r>
              <a:rPr lang="tr-TR" sz="5000"/>
              <a:t>GÖRÜNTÜ VE MATRİS İLİŞKİSİ</a:t>
            </a:r>
            <a:endParaRPr lang="tr-TR" sz="5000"/>
          </a:p>
        </p:txBody>
      </p:sp>
      <p:sp>
        <p:nvSpPr>
          <p:cNvPr id="272912696" name="Content Placeholder 2"/>
          <p:cNvSpPr>
            <a:spLocks noGrp="1"/>
          </p:cNvSpPr>
          <p:nvPr>
            <p:ph idx="1"/>
          </p:nvPr>
        </p:nvSpPr>
        <p:spPr bwMode="auto">
          <a:xfrm>
            <a:off x="609599" y="1871773"/>
            <a:ext cx="10972800" cy="4077507"/>
          </a:xfrm>
        </p:spPr>
        <p:txBody>
          <a:bodyPr/>
          <a:lstStyle/>
          <a:p>
            <a:pPr>
              <a:defRPr/>
            </a:pPr>
            <a:r>
              <a:rPr lang="tr-TR" sz="2200" b="0" i="0" u="none" strike="noStrike" cap="none" spc="0">
                <a:solidFill>
                  <a:schemeClr val="tx2">
                    <a:lumMod val="50000"/>
                  </a:schemeClr>
                </a:solidFill>
                <a:latin typeface="Times New Roman"/>
                <a:cs typeface="Times New Roman"/>
              </a:rPr>
              <a:t>Bilgisayarlarda görüntünün saklanması aslında matris işlemlerine dayanır.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Bir dijital görüntüyü kareli bir defter gibi düşünürsek her kutucuğu bir pikseldir.Tablonun genişliği ve yüksekliği onun çözünürlüğünü verir. Örneğin 1920x1080 çözünürlüğündeki bir ekran 1920 sütun ve 1080 satırdan oluşan dev bir matristir.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Matrisin içindeki her kutucukta bir sayısal veri saklanır ve bu değer o kutucuğun parlaklığını belirler.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Siyah-Beyaz görüntüler: Tek katmanlı bir matristir her hücrede 0 ile 255 arasında değer vardır.Yani kısaca 0:Simsiyah  128:Gri  255:Beyaz</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Renkli (RGB) görüntüler: 3 katmanlı bir matris yapısıdır. Aynı görüntü için üs üste binmiş 3 farklı tablo (Kırmızı,yeşil ve mavi) vardır.Bilgisayar </a:t>
            </a:r>
            <a:r>
              <a:rPr lang="en-US" sz="2200" b="0" i="0" u="none" strike="noStrike" cap="none" spc="0">
                <a:solidFill>
                  <a:schemeClr val="tx2">
                    <a:lumMod val="50000"/>
                  </a:schemeClr>
                </a:solidFill>
                <a:latin typeface="Times New Roman"/>
                <a:cs typeface="Times New Roman"/>
              </a:rPr>
              <a:t>bu </a:t>
            </a:r>
            <a:r>
              <a:rPr lang="en-US" sz="2200" b="0" i="0" u="none" strike="noStrike" cap="none" spc="0">
                <a:solidFill>
                  <a:schemeClr val="tx2">
                    <a:lumMod val="50000"/>
                  </a:schemeClr>
                </a:solidFill>
                <a:latin typeface="Times New Roman"/>
                <a:cs typeface="Times New Roman"/>
              </a:rPr>
              <a:t>ü</a:t>
            </a:r>
            <a:r>
              <a:rPr sz="2200" b="0" i="0" u="none" strike="noStrike" cap="none" spc="0">
                <a:solidFill>
                  <a:schemeClr val="tx2">
                    <a:lumMod val="50000"/>
                  </a:schemeClr>
                </a:solidFill>
                <a:latin typeface="Times New Roman"/>
                <a:cs typeface="Times New Roman"/>
              </a:rPr>
              <a:t>ç</a:t>
            </a:r>
            <a:r>
              <a:rPr lang="en-US" sz="2200" b="0" i="0" u="none" strike="noStrike" cap="none" spc="0">
                <a:solidFill>
                  <a:schemeClr val="tx2">
                    <a:lumMod val="50000"/>
                  </a:schemeClr>
                </a:solidFill>
                <a:latin typeface="Times New Roman"/>
                <a:cs typeface="Times New Roman"/>
              </a:rPr>
              <a:t> matristeki say</a:t>
            </a:r>
            <a:r>
              <a:rPr sz="2200" b="0" i="0" u="none" strike="noStrike" cap="none" spc="0">
                <a:solidFill>
                  <a:schemeClr val="tx2">
                    <a:lumMod val="50000"/>
                  </a:schemeClr>
                </a:solidFill>
                <a:latin typeface="Times New Roman"/>
                <a:cs typeface="Times New Roman"/>
              </a:rPr>
              <a:t>ı</a:t>
            </a:r>
            <a:r>
              <a:rPr lang="en-US" sz="2200" b="0" i="0" u="none" strike="noStrike" cap="none" spc="0">
                <a:solidFill>
                  <a:schemeClr val="tx2">
                    <a:lumMod val="50000"/>
                  </a:schemeClr>
                </a:solidFill>
                <a:latin typeface="Times New Roman"/>
                <a:cs typeface="Times New Roman"/>
              </a:rPr>
              <a:t>lar</a:t>
            </a:r>
            <a:r>
              <a:rPr sz="2200" b="0" i="0" u="none" strike="noStrike" cap="none" spc="0">
                <a:solidFill>
                  <a:schemeClr val="tx2">
                    <a:lumMod val="50000"/>
                  </a:schemeClr>
                </a:solidFill>
                <a:latin typeface="Times New Roman"/>
                <a:cs typeface="Times New Roman"/>
              </a:rPr>
              <a:t>ı</a:t>
            </a:r>
            <a:r>
              <a:rPr lang="en-US" sz="2200" b="0" i="0" u="none" strike="noStrike" cap="none" spc="0">
                <a:solidFill>
                  <a:schemeClr val="tx2">
                    <a:lumMod val="50000"/>
                  </a:schemeClr>
                </a:solidFill>
                <a:latin typeface="Times New Roman"/>
                <a:cs typeface="Times New Roman"/>
              </a:rPr>
              <a:t> (koordinatlar</a:t>
            </a:r>
            <a:r>
              <a:rPr sz="2200" b="0" i="0" u="none" strike="noStrike" cap="none" spc="0">
                <a:solidFill>
                  <a:schemeClr val="tx2">
                    <a:lumMod val="50000"/>
                  </a:schemeClr>
                </a:solidFill>
                <a:latin typeface="Times New Roman"/>
                <a:cs typeface="Times New Roman"/>
              </a:rPr>
              <a:t>ı</a:t>
            </a:r>
            <a:r>
              <a:rPr lang="en-US" sz="2200" b="0" i="0" u="none" strike="noStrike" cap="none" spc="0">
                <a:solidFill>
                  <a:schemeClr val="tx2">
                    <a:lumMod val="50000"/>
                  </a:schemeClr>
                </a:solidFill>
                <a:latin typeface="Times New Roman"/>
                <a:cs typeface="Times New Roman"/>
              </a:rPr>
              <a:t> ayn</a:t>
            </a:r>
            <a:r>
              <a:rPr sz="2200" b="0" i="0" u="none" strike="noStrike" cap="none" spc="0">
                <a:solidFill>
                  <a:schemeClr val="tx2">
                    <a:lumMod val="50000"/>
                  </a:schemeClr>
                </a:solidFill>
                <a:latin typeface="Times New Roman"/>
                <a:cs typeface="Times New Roman"/>
              </a:rPr>
              <a:t>ı</a:t>
            </a:r>
            <a:r>
              <a:rPr lang="en-US" sz="2200" b="0" i="0" u="none" strike="noStrike" cap="none" spc="0">
                <a:solidFill>
                  <a:schemeClr val="tx2">
                    <a:lumMod val="50000"/>
                  </a:schemeClr>
                </a:solidFill>
                <a:latin typeface="Times New Roman"/>
                <a:cs typeface="Times New Roman"/>
              </a:rPr>
              <a:t> olan h</a:t>
            </a:r>
            <a:r>
              <a:rPr lang="en-US" sz="2200" b="0" i="0" u="none" strike="noStrike" cap="none" spc="0">
                <a:solidFill>
                  <a:schemeClr val="tx2">
                    <a:lumMod val="50000"/>
                  </a:schemeClr>
                </a:solidFill>
                <a:latin typeface="Times New Roman"/>
                <a:cs typeface="Times New Roman"/>
              </a:rPr>
              <a:t>ü</a:t>
            </a:r>
            <a:r>
              <a:rPr lang="en-US" sz="2200" b="0" i="0" u="none" strike="noStrike" cap="none" spc="0">
                <a:solidFill>
                  <a:schemeClr val="tx2">
                    <a:lumMod val="50000"/>
                  </a:schemeClr>
                </a:solidFill>
                <a:latin typeface="Times New Roman"/>
                <a:cs typeface="Times New Roman"/>
              </a:rPr>
              <a:t>creleri) birle</a:t>
            </a:r>
            <a:r>
              <a:rPr sz="2200" b="0" i="0" u="none" strike="noStrike" cap="none" spc="0">
                <a:solidFill>
                  <a:schemeClr val="tx2">
                    <a:lumMod val="50000"/>
                  </a:schemeClr>
                </a:solidFill>
                <a:latin typeface="Times New Roman"/>
                <a:cs typeface="Times New Roman"/>
              </a:rPr>
              <a:t>ş</a:t>
            </a:r>
            <a:r>
              <a:rPr lang="en-US" sz="2200" b="0" i="0" u="none" strike="noStrike" cap="none" spc="0">
                <a:solidFill>
                  <a:schemeClr val="tx2">
                    <a:lumMod val="50000"/>
                  </a:schemeClr>
                </a:solidFill>
                <a:latin typeface="Times New Roman"/>
                <a:cs typeface="Times New Roman"/>
              </a:rPr>
              <a:t>tirerek ekranda tek bir renkli piksel olu</a:t>
            </a:r>
            <a:r>
              <a:rPr sz="2200" b="0" i="0" u="none" strike="noStrike" cap="none" spc="0">
                <a:solidFill>
                  <a:schemeClr val="tx2">
                    <a:lumMod val="50000"/>
                  </a:schemeClr>
                </a:solidFill>
                <a:latin typeface="Times New Roman"/>
                <a:cs typeface="Times New Roman"/>
              </a:rPr>
              <a:t>ş</a:t>
            </a:r>
            <a:r>
              <a:rPr lang="en-US" sz="2200" b="0" i="0" u="none" strike="noStrike" cap="none" spc="0">
                <a:solidFill>
                  <a:schemeClr val="tx2">
                    <a:lumMod val="50000"/>
                  </a:schemeClr>
                </a:solidFill>
                <a:latin typeface="Times New Roman"/>
                <a:cs typeface="Times New Roman"/>
              </a:rPr>
              <a:t>turur.</a:t>
            </a:r>
            <a:endParaRPr lang="en-US"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8782799" name="Title 1"/>
          <p:cNvSpPr>
            <a:spLocks noGrp="1"/>
          </p:cNvSpPr>
          <p:nvPr>
            <p:ph type="title"/>
          </p:nvPr>
        </p:nvSpPr>
        <p:spPr bwMode="auto">
          <a:xfrm>
            <a:off x="2676487" y="919272"/>
            <a:ext cx="6750077" cy="874970"/>
          </a:xfrm>
        </p:spPr>
        <p:txBody>
          <a:bodyPr/>
          <a:lstStyle/>
          <a:p>
            <a:pPr>
              <a:defRPr/>
            </a:pPr>
            <a:r>
              <a:rPr lang="tr-TR" sz="5000"/>
              <a:t>ÇÖZÜNÜRLÜK</a:t>
            </a:r>
            <a:endParaRPr lang="tr-TR" sz="5000"/>
          </a:p>
        </p:txBody>
      </p:sp>
      <p:sp>
        <p:nvSpPr>
          <p:cNvPr id="1626560567" name="Content Placeholder 2"/>
          <p:cNvSpPr>
            <a:spLocks noGrp="1"/>
          </p:cNvSpPr>
          <p:nvPr>
            <p:ph idx="1"/>
          </p:nvPr>
        </p:nvSpPr>
        <p:spPr bwMode="auto">
          <a:xfrm>
            <a:off x="609599" y="1871773"/>
            <a:ext cx="10972800" cy="4077507"/>
          </a:xfrm>
        </p:spPr>
        <p:txBody>
          <a:bodyPr/>
          <a:lstStyle/>
          <a:p>
            <a:pPr>
              <a:defRPr/>
            </a:pPr>
            <a:r>
              <a:rPr lang="tr-TR" sz="2200">
                <a:latin typeface="Times New Roman"/>
                <a:cs typeface="Times New Roman"/>
              </a:rPr>
              <a:t>Bilgisayar dünyasında çözünürlük bir görüntünün veya ekranın ne kadar detay sunabildiğini belirleyen toplam piksel sayısını ifade eden terimdir.</a:t>
            </a:r>
            <a:endParaRPr lang="tr-TR" sz="2200">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Dijital görüntünün piksellerden oluştuğunu söylemiştik. Pikseller ne kadar küçük ve çoksa görüntü o kadar net olur.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Kısa tanımı yatay ve dikey eksendeki piksel sayısının çarpımıdır.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Sadece piksel sayısı yoğunluğu belirlemek için yetmez ekranın fiziksel boyutu da önemlidir. Aynı çözünürlükte ki bir görüntü bir telefon ekranında çok net olurken büyük bir monitörde pikselleri sayabilicek kadar kötü görünebilir.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Çözünürlük arttıkça görüntüdeki detayda artar ancak bunun sonucunda gereken işlem gücü ve depolama alanı da artar. </a:t>
            </a: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6316080" name="Title 1"/>
          <p:cNvSpPr>
            <a:spLocks noGrp="1"/>
          </p:cNvSpPr>
          <p:nvPr>
            <p:ph type="title"/>
          </p:nvPr>
        </p:nvSpPr>
        <p:spPr bwMode="auto">
          <a:xfrm>
            <a:off x="2676487" y="919272"/>
            <a:ext cx="6750077" cy="874970"/>
          </a:xfrm>
        </p:spPr>
        <p:txBody>
          <a:bodyPr/>
          <a:lstStyle/>
          <a:p>
            <a:pPr>
              <a:defRPr/>
            </a:pPr>
            <a:r>
              <a:rPr lang="tr-TR" sz="5000"/>
              <a:t>RAW NEDİR?</a:t>
            </a:r>
            <a:endParaRPr lang="tr-TR" sz="5000"/>
          </a:p>
        </p:txBody>
      </p:sp>
      <p:sp>
        <p:nvSpPr>
          <p:cNvPr id="1856555624" name="Content Placeholder 2"/>
          <p:cNvSpPr>
            <a:spLocks noGrp="1"/>
          </p:cNvSpPr>
          <p:nvPr>
            <p:ph idx="1"/>
          </p:nvPr>
        </p:nvSpPr>
        <p:spPr bwMode="auto">
          <a:xfrm>
            <a:off x="609600" y="1871980"/>
            <a:ext cx="10972800" cy="4377690"/>
          </a:xfrm>
        </p:spPr>
        <p:txBody>
          <a:bodyPr>
            <a:normAutofit lnSpcReduction="10000"/>
          </a:bodyPr>
          <a:lstStyle/>
          <a:p>
            <a:pPr>
              <a:defRPr/>
            </a:pPr>
            <a:r>
              <a:rPr lang="tr-TR" sz="2200" b="0" i="0" u="none" strike="noStrike" cap="none" spc="0">
                <a:solidFill>
                  <a:schemeClr val="tx2">
                    <a:lumMod val="50000"/>
                  </a:schemeClr>
                </a:solidFill>
                <a:latin typeface="Times New Roman"/>
                <a:cs typeface="Times New Roman"/>
              </a:rPr>
              <a:t>Bir dijital görüntünün diskte ham alanı bulmak belli formüllerle sağlanır.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Dosya boyutu, toplam piksel sayısı ile her bir pikselin renk bilgisinin saklanması için gereken veri miktarının çarpımıdır.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Formül şudur: boyut(byte)=Genişlik x Yükseklik x Renk derinliği</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RGBde her renk kanalı genellikle 1 byte (8bit) yer kaplar.Bu da piksel başına 3 byte eder.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Bu hesaplama görüntünün hiçbir sıkıştırma uygulanmamış halidir.(RAW)</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Raw sensörden gelen veya bellekte tutulan verinin hiçbir kayba uğramadan piksel piksel saklanmasıdır.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Sıkıştırma ise 6 mblik bir görüntü internette çok yer kaplayacağı için , JPEG gibi formatlar benzer renkteki pikselleri gruplayıp matematiksel olarak özetleyerek bu görüntüyü 200- 200 kbye düşürür. Anck bilgisayar bu dosyayı açtığında RAM’de tekrar yukarıdaki formül kadar yer ayırır</a:t>
            </a: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3330355" name=""/>
          <p:cNvPicPr>
            <a:picLocks noChangeAspect="1"/>
          </p:cNvPicPr>
          <p:nvPr/>
        </p:nvPicPr>
        <p:blipFill>
          <a:blip r:embed="rId3"/>
          <a:stretch/>
        </p:blipFill>
        <p:spPr bwMode="auto">
          <a:xfrm flipH="0" flipV="0">
            <a:off x="6700475" y="4230871"/>
            <a:ext cx="4475919" cy="2348236"/>
          </a:xfrm>
          <a:prstGeom prst="rect">
            <a:avLst/>
          </a:prstGeom>
        </p:spPr>
      </p:pic>
      <p:sp>
        <p:nvSpPr>
          <p:cNvPr id="1566522594" name="Title 1"/>
          <p:cNvSpPr>
            <a:spLocks noGrp="1"/>
          </p:cNvSpPr>
          <p:nvPr>
            <p:ph type="title"/>
          </p:nvPr>
        </p:nvSpPr>
        <p:spPr bwMode="auto">
          <a:xfrm>
            <a:off x="686435" y="919480"/>
            <a:ext cx="10895965" cy="875030"/>
          </a:xfrm>
        </p:spPr>
        <p:txBody>
          <a:bodyPr>
            <a:normAutofit/>
          </a:bodyPr>
          <a:lstStyle/>
          <a:p>
            <a:pPr>
              <a:defRPr/>
            </a:pPr>
            <a:r>
              <a:rPr lang="tr-TR" sz="5000"/>
              <a:t>SIKIŞTIRMA NEDİR</a:t>
            </a:r>
            <a:endParaRPr lang="tr-TR" sz="5000"/>
          </a:p>
        </p:txBody>
      </p:sp>
      <p:sp>
        <p:nvSpPr>
          <p:cNvPr id="844753182" name="Content Placeholder 2"/>
          <p:cNvSpPr>
            <a:spLocks noGrp="1"/>
          </p:cNvSpPr>
          <p:nvPr>
            <p:ph idx="1"/>
          </p:nvPr>
        </p:nvSpPr>
        <p:spPr bwMode="auto">
          <a:xfrm>
            <a:off x="609599" y="1871773"/>
            <a:ext cx="10972800" cy="4077507"/>
          </a:xfrm>
        </p:spPr>
        <p:txBody>
          <a:bodyPr/>
          <a:lstStyle/>
          <a:p>
            <a:pPr>
              <a:defRPr/>
            </a:pPr>
            <a:r>
              <a:rPr lang="tr-TR" sz="2200" b="0" i="0" u="none" strike="noStrike" cap="none" spc="0">
                <a:solidFill>
                  <a:schemeClr val="tx2">
                    <a:lumMod val="50000"/>
                  </a:schemeClr>
                </a:solidFill>
                <a:latin typeface="Times New Roman"/>
                <a:cs typeface="Times New Roman"/>
              </a:rPr>
              <a:t>Veri depolama ve sıkıştırma gereklidir çünkü dijitalde üretilen veri hacmi fiziksel depolama kaynaklarından ve internet hızından daha hızlı büyümüştür.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Ham(RAW) veriler inanılmaz derecede büyüktür (Sıkıştrılmamış bir raw videosunun bir dakikası 10-12 gb yer kaplar)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Veriyi tek saklamak değil bir yerden bir yere iletmekte büyük br sıkıntıdır. İnternet altyapısı ham veriyi anlık olarak taşıyacak kadar hızlı değildir. </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Bilgisayar verileri genellikle çok fazla tekrar içerir. Sıkıştırma algoritmaları bu tekrarları bulup kısaltarak yer kazandırır.  </a:t>
            </a: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2933417" name="Title 1"/>
          <p:cNvSpPr>
            <a:spLocks noGrp="1"/>
          </p:cNvSpPr>
          <p:nvPr>
            <p:ph type="title"/>
          </p:nvPr>
        </p:nvSpPr>
        <p:spPr bwMode="auto"/>
        <p:txBody>
          <a:bodyPr/>
          <a:lstStyle/>
          <a:p>
            <a:pPr>
              <a:defRPr/>
            </a:pPr>
            <a:endParaRPr/>
          </a:p>
        </p:txBody>
      </p:sp>
      <p:sp>
        <p:nvSpPr>
          <p:cNvPr id="1239750085" name="Content Placeholder 2"/>
          <p:cNvSpPr>
            <a:spLocks noGrp="1"/>
          </p:cNvSpPr>
          <p:nvPr>
            <p:ph idx="1"/>
          </p:nvPr>
        </p:nvSpPr>
        <p:spPr bwMode="auto"/>
        <p:txBody>
          <a:bodyPr/>
          <a:lstStyle/>
          <a:p>
            <a:pPr>
              <a:defRPr/>
            </a:pPr>
            <a:endParaRPr/>
          </a:p>
        </p:txBody>
      </p:sp>
      <p:pic>
        <p:nvPicPr>
          <p:cNvPr id="1211868501" name=""/>
          <p:cNvPicPr>
            <a:picLocks noChangeAspect="1"/>
          </p:cNvPicPr>
          <p:nvPr/>
        </p:nvPicPr>
        <p:blipFill>
          <a:blip r:embed="rId3"/>
          <a:stretch/>
        </p:blipFill>
        <p:spPr bwMode="auto">
          <a:xfrm flipH="0" flipV="0">
            <a:off x="318892" y="1325362"/>
            <a:ext cx="11534178" cy="4854811"/>
          </a:xfrm>
          <a:prstGeom prst="rect">
            <a:avLst/>
          </a:prstGeom>
        </p:spPr>
      </p:pic>
      <p:sp>
        <p:nvSpPr>
          <p:cNvPr id="2079161017" name=""/>
          <p:cNvSpPr/>
          <p:nvPr/>
        </p:nvSpPr>
        <p:spPr bwMode="auto">
          <a:xfrm rot="0" flipH="0" flipV="0">
            <a:off x="5394941" y="2979331"/>
            <a:ext cx="1539505" cy="1118633"/>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0757802" name="Title 1"/>
          <p:cNvSpPr>
            <a:spLocks noGrp="1"/>
          </p:cNvSpPr>
          <p:nvPr>
            <p:ph type="title"/>
          </p:nvPr>
        </p:nvSpPr>
        <p:spPr bwMode="auto">
          <a:xfrm>
            <a:off x="609600" y="919480"/>
            <a:ext cx="10972800" cy="875030"/>
          </a:xfrm>
        </p:spPr>
        <p:txBody>
          <a:bodyPr>
            <a:normAutofit/>
          </a:bodyPr>
          <a:lstStyle/>
          <a:p>
            <a:pPr>
              <a:defRPr/>
            </a:pPr>
            <a:r>
              <a:rPr lang="tr-TR" sz="5000"/>
              <a:t>SIKIŞTIRMA TÜRLERİ: JPEG</a:t>
            </a:r>
            <a:endParaRPr lang="tr-TR" sz="5000"/>
          </a:p>
        </p:txBody>
      </p:sp>
      <p:sp>
        <p:nvSpPr>
          <p:cNvPr id="895006098" name="Content Placeholder 2"/>
          <p:cNvSpPr>
            <a:spLocks noGrp="1"/>
          </p:cNvSpPr>
          <p:nvPr>
            <p:ph idx="1"/>
          </p:nvPr>
        </p:nvSpPr>
        <p:spPr bwMode="auto">
          <a:xfrm>
            <a:off x="609600" y="1871980"/>
            <a:ext cx="10972800" cy="4691380"/>
          </a:xfrm>
        </p:spPr>
        <p:txBody>
          <a:bodyPr/>
          <a:lstStyle/>
          <a:p>
            <a:pPr>
              <a:defRPr/>
            </a:pPr>
            <a:r>
              <a:rPr lang="tr-TR" sz="2200" b="0" i="0" u="none" strike="noStrike" cap="none" spc="0">
                <a:solidFill>
                  <a:schemeClr val="tx2">
                    <a:lumMod val="50000"/>
                  </a:schemeClr>
                </a:solidFill>
                <a:latin typeface="Times New Roman"/>
                <a:cs typeface="Times New Roman"/>
              </a:rPr>
              <a:t>JPEG kayıplı sıkıştırmanın bir örneğidir. İnsan gözünün ışık şiddetine duyarlıyken, renk tonundaki küçük değişimlere daha az duyarlı olmasından yararlanır. Algılanamayacak renk detaylarını atarak dosya boyutunu küçültür.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En başta görüntü RGB formatından </a:t>
            </a:r>
            <a:r>
              <a:rPr lang="tr-TR" sz="2200">
                <a:latin typeface="Times New Roman"/>
                <a:cs typeface="Times New Roman"/>
              </a:rPr>
              <a:t> YCbCr formatına çevrilir. (Y=Parlaklık, CbCr=Renk bilgisi). Parlaklık korunur ancak renk (Cb ve Cr) verisinin çözünürlüğü düşürülür. Göz bunu fark edemez. </a:t>
            </a:r>
            <a:endParaRPr lang="tr-TR" sz="2200">
              <a:latin typeface="Times New Roman"/>
              <a:cs typeface="Times New Roman"/>
            </a:endParaRPr>
          </a:p>
          <a:p>
            <a:pPr>
              <a:defRPr/>
            </a:pPr>
            <a:r>
              <a:rPr lang="tr-TR" sz="2200">
                <a:latin typeface="Times New Roman"/>
                <a:cs typeface="Times New Roman"/>
              </a:rPr>
              <a:t>Görüntü 8x8lik piksellere ayrılır. Ayrık Kosinüs Dönüşümü adı verilen bir matematiksel işlemle, pikseller “frekanslara” dönüştürülür. Burası kaybın olduğu yerdir. Yüksek frekanslı (karmaşık detaylar içeren) veriler matematiksel olarak yuvarlanır veya sıfırlanır. Kalite ayarı düşürüldüğünde bu adımda daha fazla veri atılır.</a:t>
            </a:r>
            <a:endParaRPr lang="tr-TR" sz="2200">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Daha çok fotoğraflar, gerçekçi manzaralar, çok renkli görsellerde kullanılır.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Her kaydedişte kalite düşer ve keskin kenarlı görüntülerde çıkıntılar oluşur.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Şeffaflık desteklemez. </a:t>
            </a:r>
            <a:endParaRPr lang="tr-TR" sz="220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1298224" name="Title 1"/>
          <p:cNvSpPr>
            <a:spLocks noGrp="1"/>
          </p:cNvSpPr>
          <p:nvPr>
            <p:ph type="title"/>
          </p:nvPr>
        </p:nvSpPr>
        <p:spPr bwMode="auto">
          <a:xfrm>
            <a:off x="609600" y="919480"/>
            <a:ext cx="10972800" cy="875030"/>
          </a:xfrm>
        </p:spPr>
        <p:txBody>
          <a:bodyPr>
            <a:normAutofit/>
          </a:bodyPr>
          <a:lstStyle/>
          <a:p>
            <a:pPr>
              <a:defRPr/>
            </a:pPr>
            <a:r>
              <a:rPr lang="tr-TR" sz="5000"/>
              <a:t>SIKIŞTIRMA TÜRLERİ: PNG</a:t>
            </a:r>
            <a:endParaRPr lang="tr-TR" sz="5000"/>
          </a:p>
        </p:txBody>
      </p:sp>
      <p:sp>
        <p:nvSpPr>
          <p:cNvPr id="1226395829" name="Content Placeholder 2"/>
          <p:cNvSpPr>
            <a:spLocks noGrp="1"/>
          </p:cNvSpPr>
          <p:nvPr>
            <p:ph idx="1"/>
          </p:nvPr>
        </p:nvSpPr>
        <p:spPr bwMode="auto">
          <a:xfrm>
            <a:off x="609600" y="1871980"/>
            <a:ext cx="10972800" cy="4291330"/>
          </a:xfrm>
        </p:spPr>
        <p:txBody>
          <a:bodyPr>
            <a:normAutofit lnSpcReduction="10000"/>
          </a:bodyPr>
          <a:lstStyle/>
          <a:p>
            <a:pPr>
              <a:defRPr/>
            </a:pPr>
            <a:r>
              <a:rPr lang="tr-TR" sz="2200" b="0" i="0" u="none" strike="noStrike" cap="none" spc="0">
                <a:solidFill>
                  <a:schemeClr val="tx2">
                    <a:lumMod val="50000"/>
                  </a:schemeClr>
                </a:solidFill>
                <a:latin typeface="Times New Roman"/>
                <a:cs typeface="Times New Roman"/>
              </a:rPr>
              <a:t>PNG kayıpsız sıkıştırmanın bir örneğidir ve veriyi tahmin et ve tekrar edenleri kodla mantığıyla çalışır.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Görüntü kalitesinden ödün vermez. Dosyayı açtığınızda, kaydedilen pikselin aynısını geri alırsınız. Temelde gelişmiş bir zip dosyası gibi çalışır ve Alfa kanalı sayesinde şeffaflığı destekler.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PNG pikselleri ham olarak saklamak yerine “Delta Kodlaması” benzeri bir yöntemm kullanır.Mevcut pikselin rengini, yanındaki veya üstündeki pikele bakarak tahmin etmeye çalışır. Sadece tahmin ile gerçek arasındaki farkı saklar. Filtreleme sonucu elde edilen veriler, Deflate algoritması (LZ77+Huffman kodlaması) ile sıkıştırılır. Bu, metin dosyalarını sıkıştıran ZIP algoritmasının aynısıdır. Tekrarlayan desenler referanslarla kodlanır.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Daha çok logolar, teknik çizimler, metin içeren görseller, şeffaf arka plan gerektiren grafikler, web ikonlarında kullanılır.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Dosya boyutu JPEG e göre çok daha büyüktür</a:t>
            </a:r>
            <a:r>
              <a:rPr lang="tr-TR" sz="1950" b="0" i="0" u="none" strike="noStrike" cap="none" spc="0">
                <a:solidFill>
                  <a:schemeClr val="tx2">
                    <a:lumMod val="50000"/>
                  </a:schemeClr>
                </a:solidFill>
                <a:latin typeface="Times New Roman"/>
                <a:cs typeface="Times New Roman"/>
              </a:rPr>
              <a:t>	</a:t>
            </a:r>
            <a:endParaRPr lang="tr-TR" sz="1950" b="0" i="0" u="none" strike="noStrike" cap="none" spc="0">
              <a:solidFill>
                <a:schemeClr val="tx2">
                  <a:lumMod val="50000"/>
                </a:schemeClr>
              </a:solidFill>
              <a:latin typeface="Times New Roman"/>
              <a:cs typeface="Times New Roman"/>
            </a:endParaRPr>
          </a:p>
          <a:p>
            <a:pPr>
              <a:defRPr/>
            </a:pP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690363" name="Title 1"/>
          <p:cNvSpPr>
            <a:spLocks noGrp="1"/>
          </p:cNvSpPr>
          <p:nvPr>
            <p:ph type="title"/>
          </p:nvPr>
        </p:nvSpPr>
        <p:spPr bwMode="auto">
          <a:xfrm>
            <a:off x="2676487" y="919272"/>
            <a:ext cx="6750077" cy="874970"/>
          </a:xfrm>
        </p:spPr>
        <p:txBody>
          <a:bodyPr/>
          <a:lstStyle/>
          <a:p>
            <a:pPr>
              <a:defRPr/>
            </a:pPr>
            <a:r>
              <a:rPr lang="tr-TR" sz="5000"/>
              <a:t>EXIF NEDİR?</a:t>
            </a:r>
            <a:endParaRPr lang="tr-TR" sz="5000"/>
          </a:p>
        </p:txBody>
      </p:sp>
      <p:sp>
        <p:nvSpPr>
          <p:cNvPr id="52679733" name="Content Placeholder 2"/>
          <p:cNvSpPr>
            <a:spLocks noGrp="1"/>
          </p:cNvSpPr>
          <p:nvPr>
            <p:ph idx="1"/>
          </p:nvPr>
        </p:nvSpPr>
        <p:spPr bwMode="auto">
          <a:xfrm>
            <a:off x="609599" y="1871773"/>
            <a:ext cx="10972800" cy="4077507"/>
          </a:xfrm>
        </p:spPr>
        <p:txBody>
          <a:bodyPr>
            <a:normAutofit lnSpcReduction="10000"/>
          </a:bodyPr>
          <a:lstStyle/>
          <a:p>
            <a:pPr>
              <a:defRPr/>
            </a:pPr>
            <a:r>
              <a:rPr lang="tr-TR" sz="2200" b="0" i="0" u="none" strike="noStrike" cap="none" spc="0">
                <a:solidFill>
                  <a:schemeClr val="tx2">
                    <a:lumMod val="50000"/>
                  </a:schemeClr>
                </a:solidFill>
                <a:latin typeface="Times New Roman"/>
                <a:cs typeface="Times New Roman"/>
              </a:rPr>
              <a:t>EXIF, japon bir elektrik mühendisi tarafından geliştirilen, dijital fotoğrafların için gizli bir metin gibi eklenen bilgilerin standardıdır.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Fotoğraf çekildiğinde dosyanın içine sadece pikseller kaydedilmez; aynı zamanda o anın tüm teknik koşulları da dosyanın başlık (header) kısmına kodlanır.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Deklanşöre bastığınız anda kamera sensörü görüntüyü işlerken, işlemci de o an ki ayarları ve sensörlerden gelen verileri toplar. Bu bilgiler, JPEG veya TIFF gibi görüntü dosyalarının başlangıç kısmına dosyayı bozmayacak şekilde standart kodlarla yazılır.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Bir fotoğraf düzenleyici veya görüntülema yazılımı dosyayı açtığında önce başlığı okur ve size fotoğrafın ne zaman nerede çekildiğini gösterir.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EXIF dosyasında tarih, saat, kamera ayarları ve konum bilgileri saklanır.</a:t>
            </a:r>
            <a:endParaRPr lang="tr-TR" sz="2200" b="0" i="0" u="none" strike="noStrike" cap="none" spc="0">
              <a:solidFill>
                <a:schemeClr val="tx2">
                  <a:lumMod val="50000"/>
                </a:schemeClr>
              </a:solidFill>
              <a:latin typeface="Times New Roman"/>
              <a:cs typeface="Times New Roman"/>
            </a:endParaRPr>
          </a:p>
          <a:p>
            <a:pPr>
              <a:defRPr/>
            </a:pPr>
            <a:r>
              <a:rPr lang="tr-TR" sz="2200" b="0" i="0" u="none" strike="noStrike" cap="none" spc="0">
                <a:solidFill>
                  <a:schemeClr val="tx2">
                    <a:lumMod val="50000"/>
                  </a:schemeClr>
                </a:solidFill>
                <a:latin typeface="Times New Roman"/>
                <a:cs typeface="Times New Roman"/>
              </a:rPr>
              <a:t>Düzenleme kolaylığı , arşivleme ve hukuki kanıt açısından kolaylık ve avantaj sağladığı için önemlidir.</a:t>
            </a:r>
            <a:endParaRPr lang="tr-TR" sz="2200" b="0" i="0" u="none" strike="noStrike" cap="none" spc="0">
              <a:solidFill>
                <a:schemeClr val="tx2">
                  <a:lumMod val="50000"/>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3056798" name="Title 1"/>
          <p:cNvSpPr>
            <a:spLocks noGrp="1"/>
          </p:cNvSpPr>
          <p:nvPr>
            <p:ph type="title"/>
          </p:nvPr>
        </p:nvSpPr>
        <p:spPr bwMode="auto">
          <a:xfrm>
            <a:off x="2676486" y="919271"/>
            <a:ext cx="6750076" cy="874969"/>
          </a:xfrm>
        </p:spPr>
        <p:txBody>
          <a:bodyPr/>
          <a:lstStyle/>
          <a:p>
            <a:pPr>
              <a:defRPr/>
            </a:pPr>
            <a:r>
              <a:rPr lang="tr-TR" sz="5000"/>
              <a:t>KAYNAKÇA</a:t>
            </a:r>
            <a:endParaRPr lang="tr-TR" sz="5000"/>
          </a:p>
        </p:txBody>
      </p:sp>
      <p:sp>
        <p:nvSpPr>
          <p:cNvPr id="283934032" name="Content Placeholder 2"/>
          <p:cNvSpPr>
            <a:spLocks noGrp="1"/>
          </p:cNvSpPr>
          <p:nvPr>
            <p:ph idx="1"/>
          </p:nvPr>
        </p:nvSpPr>
        <p:spPr bwMode="auto">
          <a:xfrm>
            <a:off x="609598" y="1871772"/>
            <a:ext cx="10972800" cy="4077506"/>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en-US" sz="2200" b="0" i="0" u="sng" strike="noStrike" cap="none" spc="0">
                <a:solidFill>
                  <a:schemeClr val="tx2">
                    <a:lumMod val="50000"/>
                  </a:schemeClr>
                </a:solidFill>
                <a:latin typeface="Times New Roman"/>
                <a:ea typeface="Times New Roman"/>
                <a:cs typeface="Times New Roman"/>
                <a:hlinkClick r:id="rId3" tooltip=""/>
              </a:rPr>
              <a:t>https://www.researchgate.net/publication/335639394_Shuttle_Run_Analysis_with_Image_Processing#pf4</a:t>
            </a:r>
            <a:endParaRPr sz="2200"/>
          </a:p>
          <a:p>
            <a:pPr>
              <a:defRPr/>
            </a:pPr>
            <a:r>
              <a:rPr lang="en-US" sz="2200" b="0" i="0" u="sng" strike="noStrike" cap="none" spc="0">
                <a:solidFill>
                  <a:schemeClr val="tx2">
                    <a:lumMod val="50000"/>
                  </a:schemeClr>
                </a:solidFill>
                <a:latin typeface="Times New Roman"/>
                <a:ea typeface="Times New Roman"/>
                <a:cs typeface="Times New Roman"/>
                <a:hlinkClick r:id="rId4" tooltip=""/>
              </a:rPr>
              <a:t>https://serdara.com/renk-teorisi-rgb-cmyk/</a:t>
            </a:r>
            <a:endParaRPr sz="2200"/>
          </a:p>
          <a:p>
            <a:pPr>
              <a:defRPr/>
            </a:pPr>
            <a:r>
              <a:rPr lang="en-US" sz="2200" b="0" i="0" u="sng" strike="noStrike" cap="none" spc="0">
                <a:solidFill>
                  <a:schemeClr val="tx2">
                    <a:lumMod val="50000"/>
                  </a:schemeClr>
                </a:solidFill>
                <a:latin typeface="Times New Roman"/>
                <a:ea typeface="Times New Roman"/>
                <a:cs typeface="Times New Roman"/>
                <a:hlinkClick r:id="rId5" tooltip=""/>
              </a:rPr>
              <a:t>https://www.adobe.com/creativecloud/file-types/image/raster.html</a:t>
            </a:r>
            <a:endParaRPr sz="2200"/>
          </a:p>
          <a:p>
            <a:pPr>
              <a:defRPr/>
            </a:pPr>
            <a:r>
              <a:rPr lang="en-US" sz="2200" b="0" i="0" u="sng" strike="noStrike" cap="none" spc="0">
                <a:solidFill>
                  <a:schemeClr val="tx2">
                    <a:lumMod val="50000"/>
                  </a:schemeClr>
                </a:solidFill>
                <a:latin typeface="Times New Roman"/>
                <a:ea typeface="Times New Roman"/>
                <a:cs typeface="Times New Roman"/>
                <a:hlinkClick r:id="rId6" tooltip=""/>
              </a:rPr>
              <a:t>https://developer.mozilla.org/en-US/docs/Web/Media/Guides/Formats/Image_types</a:t>
            </a:r>
            <a:endParaRPr sz="2200"/>
          </a:p>
          <a:p>
            <a:pPr>
              <a:defRPr/>
            </a:pPr>
            <a:r>
              <a:rPr lang="en-US" sz="2200" b="0" i="0" u="sng" strike="noStrike" cap="none" spc="0">
                <a:solidFill>
                  <a:schemeClr val="tx2">
                    <a:lumMod val="50000"/>
                  </a:schemeClr>
                </a:solidFill>
                <a:latin typeface="Times New Roman"/>
                <a:ea typeface="Times New Roman"/>
                <a:cs typeface="Times New Roman"/>
                <a:hlinkClick r:id="rId7" tooltip=""/>
              </a:rPr>
              <a:t>https://photographylife.com/what-is-exif-data</a:t>
            </a:r>
            <a:endParaRPr sz="2200"/>
          </a:p>
          <a:p>
            <a:pPr>
              <a:defRPr/>
            </a:pPr>
            <a:r>
              <a:rPr lang="en-US" sz="2200" b="0" i="0" u="sng" strike="noStrike" cap="none" spc="0">
                <a:solidFill>
                  <a:schemeClr val="tx2">
                    <a:lumMod val="50000"/>
                  </a:schemeClr>
                </a:solidFill>
                <a:latin typeface="Times New Roman"/>
                <a:ea typeface="Times New Roman"/>
                <a:cs typeface="Times New Roman"/>
                <a:hlinkClick r:id="rId8" tooltip=""/>
              </a:rPr>
              <a:t>https://www.khanacademy.org/computing/computer-science/informationtheory/moderninfotheory/v/symbol-rate-information-theory</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asic">
  <a:themeElements>
    <a:clrScheme name="Color">
      <a:dk1>
        <a:srgbClr val="0F243E"/>
      </a:dk1>
      <a:lt1>
        <a:sysClr val="window" lastClr="FFFFFF"/>
      </a:lt1>
      <a:dk2>
        <a:srgbClr val="1F497D"/>
      </a:dk2>
      <a:lt2>
        <a:srgbClr val="EEECE1"/>
      </a:lt2>
      <a:accent1>
        <a:srgbClr val="0000FF"/>
      </a:accent1>
      <a:accent2>
        <a:srgbClr val="FE19FF"/>
      </a:accent2>
      <a:accent3>
        <a:srgbClr val="00B050"/>
      </a:accent3>
      <a:accent4>
        <a:srgbClr val="FF0000"/>
      </a:accent4>
      <a:accent5>
        <a:srgbClr val="4BACC6"/>
      </a:accent5>
      <a:accent6>
        <a:srgbClr val="FFFF00"/>
      </a:accent6>
      <a:hlink>
        <a:srgbClr val="548DD4"/>
      </a:hlink>
      <a:folHlink>
        <a:srgbClr val="FE19FF"/>
      </a:folHlink>
    </a:clrScheme>
    <a:fontScheme name="Classic">
      <a:majorFont>
        <a:latin typeface="Arial"/>
        <a:ea typeface="Arial"/>
        <a:cs typeface="Arial"/>
      </a:majorFont>
      <a:minorFont>
        <a:latin typeface="Times New Roman"/>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ONLYOFFICE/9.0.4.50</Application>
  <DocSecurity>0</DocSecurity>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6</cp:revision>
  <dcterms:modified xsi:type="dcterms:W3CDTF">2025-12-13T19:21:55Z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5FDCBCBB7477418D975F35F5E295816E_13</vt:lpwstr>
  </property>
  <property fmtid="{D5CDD505-2E9C-101B-9397-08002B2CF9AE}" pid="3" name="KSOProductBuildVer">
    <vt:lpwstr>1055-12.2.0.22549</vt:lpwstr>
  </property>
</Properties>
</file>