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78" r:id="rId4"/>
    <p:sldId id="279" r:id="rId5"/>
    <p:sldId id="281" r:id="rId6"/>
    <p:sldId id="284" r:id="rId7"/>
    <p:sldId id="283" r:id="rId8"/>
    <p:sldId id="282" r:id="rId9"/>
    <p:sldId id="288" r:id="rId10"/>
    <p:sldId id="287" r:id="rId11"/>
    <p:sldId id="286" r:id="rId12"/>
    <p:sldId id="285" r:id="rId13"/>
    <p:sldId id="280" r:id="rId14"/>
    <p:sldId id="290" r:id="rId15"/>
    <p:sldId id="289" r:id="rId16"/>
    <p:sldId id="263" r:id="rId17"/>
    <p:sldId id="265" r:id="rId18"/>
    <p:sldId id="266" r:id="rId19"/>
  </p:sldIdLst>
  <p:sldSz cx="9144000" cy="6858000" type="screen4x3"/>
  <p:notesSz cx="6858000" cy="9144000"/>
  <p:defaultTextStyle>
    <a:defPPr>
      <a:defRPr lang="tr-TR"/>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322" autoAdjust="0"/>
    <p:restoredTop sz="94674"/>
  </p:normalViewPr>
  <p:slideViewPr>
    <p:cSldViewPr>
      <p:cViewPr varScale="1">
        <p:scale>
          <a:sx n="81" d="100"/>
          <a:sy n="81" d="100"/>
        </p:scale>
        <p:origin x="1925"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3.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a:t>Asıl başlık stili için tıklatın</a:t>
            </a: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p>
        </p:txBody>
      </p:sp>
      <p:sp>
        <p:nvSpPr>
          <p:cNvPr id="4" name="3 Veri Yer Tutucusu"/>
          <p:cNvSpPr>
            <a:spLocks noGrp="1"/>
          </p:cNvSpPr>
          <p:nvPr>
            <p:ph type="dt" sz="half" idx="10"/>
          </p:nvPr>
        </p:nvSpPr>
        <p:spPr/>
        <p:txBody>
          <a:bodyPr/>
          <a:lstStyle>
            <a:lvl1pPr>
              <a:defRPr/>
            </a:lvl1pPr>
          </a:lstStyle>
          <a:p>
            <a:pPr>
              <a:defRPr/>
            </a:pPr>
            <a:fld id="{201C5554-F657-435A-BCA1-2EF31523C46E}" type="datetimeFigureOut">
              <a:rPr lang="tr-TR"/>
              <a:pPr>
                <a:defRPr/>
              </a:pPr>
              <a:t>15.4.2020</a:t>
            </a:fld>
            <a:endParaRPr lang="tr-TR"/>
          </a:p>
        </p:txBody>
      </p:sp>
      <p:sp>
        <p:nvSpPr>
          <p:cNvPr id="5" name="4 Altbilgi Yer Tutucusu"/>
          <p:cNvSpPr>
            <a:spLocks noGrp="1"/>
          </p:cNvSpPr>
          <p:nvPr>
            <p:ph type="ftr" sz="quarter" idx="11"/>
          </p:nvPr>
        </p:nvSpPr>
        <p:spPr/>
        <p:txBody>
          <a:bodyPr/>
          <a:lstStyle>
            <a:lvl1pPr>
              <a:defRPr/>
            </a:lvl1pPr>
          </a:lstStyle>
          <a:p>
            <a:pPr>
              <a:defRPr/>
            </a:pPr>
            <a:endParaRPr lang="tr-TR"/>
          </a:p>
        </p:txBody>
      </p:sp>
      <p:sp>
        <p:nvSpPr>
          <p:cNvPr id="6" name="5 Slayt Numarası Yer Tutucusu"/>
          <p:cNvSpPr>
            <a:spLocks noGrp="1"/>
          </p:cNvSpPr>
          <p:nvPr>
            <p:ph type="sldNum" sz="quarter" idx="12"/>
          </p:nvPr>
        </p:nvSpPr>
        <p:spPr/>
        <p:txBody>
          <a:bodyPr/>
          <a:lstStyle>
            <a:lvl1pPr>
              <a:defRPr/>
            </a:lvl1pPr>
          </a:lstStyle>
          <a:p>
            <a:pPr>
              <a:defRPr/>
            </a:pPr>
            <a:fld id="{A8F60EFD-6F48-4DC3-AF5A-479D8CBF7889}" type="slidenum">
              <a:rPr lang="tr-TR"/>
              <a:pPr>
                <a:defRPr/>
              </a:pPr>
              <a:t>‹#›</a:t>
            </a:fld>
            <a:endParaRPr lang="tr-TR"/>
          </a:p>
        </p:txBody>
      </p:sp>
      <p:sp>
        <p:nvSpPr>
          <p:cNvPr id="7" name="Metin kutusu 6">
            <a:extLst>
              <a:ext uri="{FF2B5EF4-FFF2-40B4-BE49-F238E27FC236}">
                <a16:creationId xmlns:a16="http://schemas.microsoft.com/office/drawing/2014/main" id="{A3ABB93D-730F-7D4E-9DC9-EA6E7E1066F8}"/>
              </a:ext>
            </a:extLst>
          </p:cNvPr>
          <p:cNvSpPr txBox="1"/>
          <p:nvPr userDrawn="1"/>
        </p:nvSpPr>
        <p:spPr>
          <a:xfrm>
            <a:off x="5540188" y="1640541"/>
            <a:ext cx="184731" cy="369332"/>
          </a:xfrm>
          <a:prstGeom prst="rect">
            <a:avLst/>
          </a:prstGeom>
          <a:noFill/>
        </p:spPr>
        <p:txBody>
          <a:bodyPr wrap="none" rtlCol="0">
            <a:spAutoFit/>
          </a:bodyPr>
          <a:lstStyle/>
          <a:p>
            <a:endParaRPr lang="tr-T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aşlık Slaydı">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ubtitle 2">
            <a:extLst>
              <a:ext uri="{C183D7F6-B498-43B3-948B-1728B52AA6E4}">
                <adec:decorative xmlns:adec="http://schemas.microsoft.com/office/drawing/2017/decorative" val="0"/>
              </a:ext>
            </a:extLst>
          </p:cNvPr>
          <p:cNvSpPr>
            <a:spLocks noGrp="1"/>
          </p:cNvSpPr>
          <p:nvPr>
            <p:ph type="subTitle" idx="1" hasCustomPrompt="1"/>
          </p:nvPr>
        </p:nvSpPr>
        <p:spPr>
          <a:xfrm>
            <a:off x="360946" y="4511620"/>
            <a:ext cx="8422108" cy="861580"/>
          </a:xfrm>
        </p:spPr>
        <p:txBody>
          <a:bodyPr>
            <a:noAutofit/>
          </a:bodyPr>
          <a:lstStyle>
            <a:lvl1pPr marL="0" indent="0" algn="ctr">
              <a:buNone/>
              <a:defRPr sz="2700" b="1" baseline="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dirty="0"/>
              <a:t>DERS ADINI BURAYA YAZINIZ</a:t>
            </a:r>
          </a:p>
        </p:txBody>
      </p:sp>
      <p:sp>
        <p:nvSpPr>
          <p:cNvPr id="14" name="Metin Yer Tutucusu 13"/>
          <p:cNvSpPr>
            <a:spLocks noGrp="1"/>
          </p:cNvSpPr>
          <p:nvPr>
            <p:ph type="body" sz="quarter" idx="13" hasCustomPrompt="1"/>
          </p:nvPr>
        </p:nvSpPr>
        <p:spPr>
          <a:xfrm>
            <a:off x="360946" y="5373200"/>
            <a:ext cx="8419760" cy="457200"/>
          </a:xfrm>
        </p:spPr>
        <p:txBody>
          <a:bodyPr>
            <a:normAutofit/>
          </a:bodyPr>
          <a:lstStyle>
            <a:lvl1pPr marL="0" indent="0" algn="ctr">
              <a:buNone/>
              <a:defRPr sz="2000" baseline="0">
                <a:solidFill>
                  <a:schemeClr val="bg1"/>
                </a:solidFill>
                <a:latin typeface="Arial" panose="020B0604020202020204" pitchFamily="34" charset="0"/>
                <a:cs typeface="Arial" panose="020B0604020202020204" pitchFamily="34" charset="0"/>
              </a:defRPr>
            </a:lvl1pPr>
          </a:lstStyle>
          <a:p>
            <a:pPr lvl="0"/>
            <a:r>
              <a:rPr lang="tr-TR" dirty="0"/>
              <a:t>Öğretim Elemanı adını buraya yazınız</a:t>
            </a:r>
          </a:p>
        </p:txBody>
      </p:sp>
      <p:sp>
        <p:nvSpPr>
          <p:cNvPr id="10" name="Metin Yer Tutucusu 13">
            <a:extLst>
              <a:ext uri="{FF2B5EF4-FFF2-40B4-BE49-F238E27FC236}">
                <a16:creationId xmlns:a16="http://schemas.microsoft.com/office/drawing/2014/main" id="{84CE4D64-8539-4529-BCE1-681C75D8E2E7}"/>
              </a:ext>
            </a:extLst>
          </p:cNvPr>
          <p:cNvSpPr>
            <a:spLocks noGrp="1"/>
          </p:cNvSpPr>
          <p:nvPr>
            <p:ph type="body" sz="quarter" idx="14" hasCustomPrompt="1"/>
          </p:nvPr>
        </p:nvSpPr>
        <p:spPr>
          <a:xfrm>
            <a:off x="360946" y="5899412"/>
            <a:ext cx="8419760" cy="457200"/>
          </a:xfrm>
        </p:spPr>
        <p:txBody>
          <a:bodyPr>
            <a:normAutofit/>
          </a:bodyPr>
          <a:lstStyle>
            <a:lvl1pPr marL="0" indent="0" algn="ctr">
              <a:buNone/>
              <a:defRPr sz="1400" b="1" baseline="0">
                <a:solidFill>
                  <a:schemeClr val="bg1"/>
                </a:solidFill>
                <a:latin typeface="Arial" panose="020B0604020202020204" pitchFamily="34" charset="0"/>
                <a:cs typeface="Arial" panose="020B0604020202020204" pitchFamily="34" charset="0"/>
              </a:defRPr>
            </a:lvl1pPr>
          </a:lstStyle>
          <a:p>
            <a:pPr lvl="0"/>
            <a:r>
              <a:rPr lang="tr-TR" dirty="0"/>
              <a:t>Kaçıncı bölüm/hafta dersi ise onu bu alana yazınız. (</a:t>
            </a:r>
            <a:r>
              <a:rPr lang="tr-TR" dirty="0" err="1"/>
              <a:t>Örn</a:t>
            </a:r>
            <a:r>
              <a:rPr lang="tr-TR" dirty="0"/>
              <a:t>: 1. Hafta ya da 1. Bölüm)</a:t>
            </a:r>
          </a:p>
        </p:txBody>
      </p:sp>
      <p:pic>
        <p:nvPicPr>
          <p:cNvPr id="11" name="Picture 12" descr="C:\Documents and Settings\systemx\Desktop\UE_SUNUM\Slayt_resim\sdu_logo.png">
            <a:extLst>
              <a:ext uri="{FF2B5EF4-FFF2-40B4-BE49-F238E27FC236}">
                <a16:creationId xmlns:a16="http://schemas.microsoft.com/office/drawing/2014/main" id="{54A5F748-F960-AE4B-A1A3-6201FEF16D44}"/>
              </a:ext>
            </a:extLst>
          </p:cNvPr>
          <p:cNvPicPr>
            <a:picLocks noChangeAspect="1" noChangeArrowheads="1"/>
          </p:cNvPicPr>
          <p:nvPr userDrawn="1"/>
        </p:nvPicPr>
        <p:blipFill>
          <a:blip r:embed="rId3"/>
          <a:srcRect/>
          <a:stretch>
            <a:fillRect/>
          </a:stretch>
        </p:blipFill>
        <p:spPr bwMode="auto">
          <a:xfrm>
            <a:off x="3267075" y="1895475"/>
            <a:ext cx="2514600" cy="2314575"/>
          </a:xfrm>
          <a:prstGeom prst="rect">
            <a:avLst/>
          </a:prstGeom>
          <a:noFill/>
          <a:ln w="9525">
            <a:noFill/>
            <a:miter lim="800000"/>
            <a:headEnd/>
            <a:tailEnd/>
          </a:ln>
        </p:spPr>
      </p:pic>
      <p:pic>
        <p:nvPicPr>
          <p:cNvPr id="12" name="Picture 13" descr="C:\Documents and Settings\systemx\Desktop\UE_SUNUM\Slayt_resim\sdu_text.png">
            <a:extLst>
              <a:ext uri="{FF2B5EF4-FFF2-40B4-BE49-F238E27FC236}">
                <a16:creationId xmlns:a16="http://schemas.microsoft.com/office/drawing/2014/main" id="{93B7F04A-9970-B24A-8B74-E30EB3A35AEA}"/>
              </a:ext>
            </a:extLst>
          </p:cNvPr>
          <p:cNvPicPr>
            <a:picLocks noChangeAspect="1" noChangeArrowheads="1"/>
          </p:cNvPicPr>
          <p:nvPr userDrawn="1"/>
        </p:nvPicPr>
        <p:blipFill>
          <a:blip r:embed="rId4"/>
          <a:srcRect/>
          <a:stretch>
            <a:fillRect/>
          </a:stretch>
        </p:blipFill>
        <p:spPr bwMode="auto">
          <a:xfrm>
            <a:off x="1295400" y="1066800"/>
            <a:ext cx="6772275" cy="971550"/>
          </a:xfrm>
          <a:prstGeom prst="rect">
            <a:avLst/>
          </a:prstGeom>
          <a:noFill/>
          <a:ln w="9525">
            <a:noFill/>
            <a:miter lim="800000"/>
            <a:headEnd/>
            <a:tailEnd/>
          </a:ln>
        </p:spPr>
      </p:pic>
      <p:pic>
        <p:nvPicPr>
          <p:cNvPr id="13" name="Picture 7" descr="C:\Documents and Settings\systemx\Desktop\UE_SUNUM\Slayt_resim\ust.png">
            <a:extLst>
              <a:ext uri="{FF2B5EF4-FFF2-40B4-BE49-F238E27FC236}">
                <a16:creationId xmlns:a16="http://schemas.microsoft.com/office/drawing/2014/main" id="{2CFBFC92-D40E-5E41-9934-7BCC66B441BA}"/>
              </a:ext>
            </a:extLst>
          </p:cNvPr>
          <p:cNvPicPr>
            <a:picLocks noChangeAspect="1" noChangeArrowheads="1"/>
          </p:cNvPicPr>
          <p:nvPr userDrawn="1"/>
        </p:nvPicPr>
        <p:blipFill>
          <a:blip r:embed="rId5"/>
          <a:srcRect/>
          <a:stretch>
            <a:fillRect/>
          </a:stretch>
        </p:blipFill>
        <p:spPr bwMode="auto">
          <a:xfrm>
            <a:off x="0" y="0"/>
            <a:ext cx="9144001" cy="609600"/>
          </a:xfrm>
          <a:prstGeom prst="rect">
            <a:avLst/>
          </a:prstGeom>
          <a:noFill/>
        </p:spPr>
      </p:pic>
    </p:spTree>
    <p:extLst>
      <p:ext uri="{BB962C8B-B14F-4D97-AF65-F5344CB8AC3E}">
        <p14:creationId xmlns:p14="http://schemas.microsoft.com/office/powerpoint/2010/main" val="4264617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25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125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fade">
                                      <p:cBhvr>
                                        <p:cTn id="12" dur="1000"/>
                                        <p:tgtEl>
                                          <p:spTgt spid="14">
                                            <p:txEl>
                                              <p:pRg st="0" end="0"/>
                                            </p:txEl>
                                          </p:spTgt>
                                        </p:tgtEl>
                                      </p:cBhvr>
                                    </p:animEffect>
                                    <p:anim calcmode="lin" valueType="num">
                                      <p:cBhvr>
                                        <p:cTn id="13" dur="1000" fill="hold"/>
                                        <p:tgtEl>
                                          <p:spTgt spid="1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4">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1250"/>
                                  </p:stCondLst>
                                  <p:childTnLst>
                                    <p:set>
                                      <p:cBhvr>
                                        <p:cTn id="16" dur="1" fill="hold">
                                          <p:stCondLst>
                                            <p:cond delay="0"/>
                                          </p:stCondLst>
                                        </p:cTn>
                                        <p:tgtEl>
                                          <p:spTgt spid="10">
                                            <p:txEl>
                                              <p:pRg st="0" end="0"/>
                                            </p:txEl>
                                          </p:spTgt>
                                        </p:tgtEl>
                                        <p:attrNameLst>
                                          <p:attrName>style.visibility</p:attrName>
                                        </p:attrNameLst>
                                      </p:cBhvr>
                                      <p:to>
                                        <p:strVal val="visible"/>
                                      </p:to>
                                    </p:set>
                                    <p:animEffect transition="in" filter="fade">
                                      <p:cBhvr>
                                        <p:cTn id="17" dur="1000"/>
                                        <p:tgtEl>
                                          <p:spTgt spid="10">
                                            <p:txEl>
                                              <p:pRg st="0" end="0"/>
                                            </p:txEl>
                                          </p:spTgt>
                                        </p:tgtEl>
                                      </p:cBhvr>
                                    </p:animEffect>
                                    <p:anim calcmode="lin" valueType="num">
                                      <p:cBhvr>
                                        <p:cTn id="18"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19"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par>
                          <p:cTn id="20" fill="hold">
                            <p:stCondLst>
                              <p:cond delay="2250"/>
                            </p:stCondLst>
                            <p:childTnLst>
                              <p:par>
                                <p:cTn id="21" presetID="22" presetClass="entr" presetSubtype="4"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down)">
                                      <p:cBhvr>
                                        <p:cTn id="23" dur="500"/>
                                        <p:tgtEl>
                                          <p:spTgt spid="13"/>
                                        </p:tgtEl>
                                      </p:cBhvr>
                                    </p:animEffect>
                                  </p:childTnLst>
                                </p:cTn>
                              </p:par>
                            </p:childTnLst>
                          </p:cTn>
                        </p:par>
                        <p:par>
                          <p:cTn id="24" fill="hold">
                            <p:stCondLst>
                              <p:cond delay="2750"/>
                            </p:stCondLst>
                            <p:childTnLst>
                              <p:par>
                                <p:cTn id="25" presetID="10" presetClass="entr" presetSubtype="0" fill="hold" nodeType="afterEffect">
                                  <p:stCondLst>
                                    <p:cond delay="100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2000"/>
                                        <p:tgtEl>
                                          <p:spTgt spid="11"/>
                                        </p:tgtEl>
                                      </p:cBhvr>
                                    </p:animEffect>
                                  </p:childTnLst>
                                </p:cTn>
                              </p:par>
                              <p:par>
                                <p:cTn id="28" presetID="10" presetClass="entr" presetSubtype="0" fill="hold"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42"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P spid="14" grpId="0" build="p">
        <p:tmplLst>
          <p:tmpl lvl="1">
            <p:tnLst>
              <p:par>
                <p:cTn presetID="42" presetClass="entr" presetSubtype="0" fill="hold" nodeType="withEffect">
                  <p:stCondLst>
                    <p:cond delay="1250"/>
                  </p:stCondLst>
                  <p:childTnLst>
                    <p:set>
                      <p:cBhvr>
                        <p:cTn dur="1" fill="hold">
                          <p:stCondLst>
                            <p:cond delay="0"/>
                          </p:stCondLst>
                        </p:cTn>
                        <p:tgtEl>
                          <p:spTgt spid="14"/>
                        </p:tgtEl>
                        <p:attrNameLst>
                          <p:attrName>style.visibility</p:attrName>
                        </p:attrNameLst>
                      </p:cBhvr>
                      <p:to>
                        <p:strVal val="visible"/>
                      </p:to>
                    </p:set>
                    <p:animEffect transition="in" filter="fade">
                      <p:cBhvr>
                        <p:cTn dur="1000"/>
                        <p:tgtEl>
                          <p:spTgt spid="14"/>
                        </p:tgtEl>
                      </p:cBhvr>
                    </p:animEffect>
                    <p:anim calcmode="lin" valueType="num">
                      <p:cBhvr>
                        <p:cTn dur="1000" fill="hold"/>
                        <p:tgtEl>
                          <p:spTgt spid="14"/>
                        </p:tgtEl>
                        <p:attrNameLst>
                          <p:attrName>ppt_x</p:attrName>
                        </p:attrNameLst>
                      </p:cBhvr>
                      <p:tavLst>
                        <p:tav tm="0">
                          <p:val>
                            <p:strVal val="#ppt_x"/>
                          </p:val>
                        </p:tav>
                        <p:tav tm="100000">
                          <p:val>
                            <p:strVal val="#ppt_x"/>
                          </p:val>
                        </p:tav>
                      </p:tavLst>
                    </p:anim>
                    <p:anim calcmode="lin" valueType="num">
                      <p:cBhvr>
                        <p:cTn dur="1000" fill="hold"/>
                        <p:tgtEl>
                          <p:spTgt spid="14"/>
                        </p:tgtEl>
                        <p:attrNameLst>
                          <p:attrName>ppt_y</p:attrName>
                        </p:attrNameLst>
                      </p:cBhvr>
                      <p:tavLst>
                        <p:tav tm="0">
                          <p:val>
                            <p:strVal val="#ppt_y+.1"/>
                          </p:val>
                        </p:tav>
                        <p:tav tm="100000">
                          <p:val>
                            <p:strVal val="#ppt_y"/>
                          </p:val>
                        </p:tav>
                      </p:tavLst>
                    </p:anim>
                  </p:childTnLst>
                </p:cTn>
              </p:par>
            </p:tnLst>
          </p:tmpl>
        </p:tmplLst>
      </p:bldP>
      <p:bldP spid="10" grpId="0" build="p">
        <p:tmplLst>
          <p:tmpl lvl="1">
            <p:tnLst>
              <p:par>
                <p:cTn presetID="42" presetClass="entr" presetSubtype="0" fill="hold" nodeType="withEffect">
                  <p:stCondLst>
                    <p:cond delay="1250"/>
                  </p:stCondLst>
                  <p:childTnLst>
                    <p:set>
                      <p:cBhvr>
                        <p:cTn dur="1" fill="hold">
                          <p:stCondLst>
                            <p:cond delay="0"/>
                          </p:stCondLst>
                        </p:cTn>
                        <p:tgtEl>
                          <p:spTgt spid="10"/>
                        </p:tgtEl>
                        <p:attrNameLst>
                          <p:attrName>style.visibility</p:attrName>
                        </p:attrNameLst>
                      </p:cBhvr>
                      <p:to>
                        <p:strVal val="visible"/>
                      </p:to>
                    </p:set>
                    <p:animEffect transition="in" filter="fade">
                      <p:cBhvr>
                        <p:cTn dur="1000"/>
                        <p:tgtEl>
                          <p:spTgt spid="10"/>
                        </p:tgtEl>
                      </p:cBhvr>
                    </p:animEffect>
                    <p:anim calcmode="lin" valueType="num">
                      <p:cBhvr>
                        <p:cTn dur="1000" fill="hold"/>
                        <p:tgtEl>
                          <p:spTgt spid="10"/>
                        </p:tgtEl>
                        <p:attrNameLst>
                          <p:attrName>ppt_x</p:attrName>
                        </p:attrNameLst>
                      </p:cBhvr>
                      <p:tavLst>
                        <p:tav tm="0">
                          <p:val>
                            <p:strVal val="#ppt_x"/>
                          </p:val>
                        </p:tav>
                        <p:tav tm="100000">
                          <p:val>
                            <p:strVal val="#ppt_x"/>
                          </p:val>
                        </p:tav>
                      </p:tavLst>
                    </p:anim>
                    <p:anim calcmode="lin" valueType="num">
                      <p:cBhvr>
                        <p:cTn dur="1000" fill="hold"/>
                        <p:tgtEl>
                          <p:spTgt spid="10"/>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Başlık ve İçeri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13765" y="853415"/>
            <a:ext cx="8686800" cy="536114"/>
          </a:xfrm>
        </p:spPr>
        <p:txBody>
          <a:bodyPr>
            <a:normAutofit/>
          </a:bodyPr>
          <a:lstStyle>
            <a:lvl1pPr>
              <a:defRPr sz="3600" b="1" baseline="0">
                <a:solidFill>
                  <a:srgbClr val="002060"/>
                </a:solidFill>
                <a:effectLst/>
                <a:latin typeface="+mn-lt"/>
              </a:defRPr>
            </a:lvl1pPr>
          </a:lstStyle>
          <a:p>
            <a:r>
              <a:rPr lang="tr-TR" dirty="0"/>
              <a:t>Bölüm/Ünite/Başlık bilgisini yazınız</a:t>
            </a:r>
            <a:endParaRPr lang="en-US" dirty="0"/>
          </a:p>
        </p:txBody>
      </p:sp>
      <p:sp>
        <p:nvSpPr>
          <p:cNvPr id="3" name="Content Placeholder 2"/>
          <p:cNvSpPr>
            <a:spLocks noGrp="1"/>
          </p:cNvSpPr>
          <p:nvPr>
            <p:ph idx="1" hasCustomPrompt="1"/>
          </p:nvPr>
        </p:nvSpPr>
        <p:spPr>
          <a:xfrm>
            <a:off x="313765" y="1515035"/>
            <a:ext cx="8686800" cy="4929308"/>
          </a:xfrm>
        </p:spPr>
        <p:txBody>
          <a:bodyPr/>
          <a:lstStyle>
            <a:lvl1pPr>
              <a:defRPr/>
            </a:lvl1pPr>
          </a:lstStyle>
          <a:p>
            <a:pPr lvl="0"/>
            <a:r>
              <a:rPr lang="tr-TR" dirty="0"/>
              <a:t>Konu Bilgisini yazınız</a:t>
            </a:r>
          </a:p>
          <a:p>
            <a:pPr lvl="1"/>
            <a:r>
              <a:rPr lang="tr-TR" dirty="0"/>
              <a:t>İkinci düzey</a:t>
            </a:r>
          </a:p>
          <a:p>
            <a:pPr lvl="2"/>
            <a:r>
              <a:rPr lang="tr-TR" dirty="0"/>
              <a:t>Üçüncü düzey</a:t>
            </a:r>
          </a:p>
          <a:p>
            <a:pPr lvl="3"/>
            <a:r>
              <a:rPr lang="tr-TR" dirty="0"/>
              <a:t>Dördüncü düzey</a:t>
            </a:r>
          </a:p>
          <a:p>
            <a:pPr lvl="4"/>
            <a:r>
              <a:rPr lang="tr-TR" dirty="0"/>
              <a:t>Beşinci düzey</a:t>
            </a:r>
            <a:endParaRPr lang="en-US" dirty="0"/>
          </a:p>
        </p:txBody>
      </p:sp>
      <p:sp>
        <p:nvSpPr>
          <p:cNvPr id="4" name="Date Placeholder 3"/>
          <p:cNvSpPr>
            <a:spLocks noGrp="1"/>
          </p:cNvSpPr>
          <p:nvPr>
            <p:ph type="dt" sz="half" idx="10"/>
          </p:nvPr>
        </p:nvSpPr>
        <p:spPr>
          <a:xfrm>
            <a:off x="313765" y="6356351"/>
            <a:ext cx="1891553" cy="365125"/>
          </a:xfrm>
        </p:spPr>
        <p:txBody>
          <a:bodyPr/>
          <a:lstStyle/>
          <a:p>
            <a:fld id="{7A384AEE-717F-461B-8C96-9D64203B579B}" type="datetimeFigureOut">
              <a:rPr lang="tr-TR" smtClean="0"/>
              <a:t>15.4.2020</a:t>
            </a:fld>
            <a:endParaRPr lang="tr-TR" dirty="0"/>
          </a:p>
        </p:txBody>
      </p:sp>
      <p:sp>
        <p:nvSpPr>
          <p:cNvPr id="5" name="Footer Placeholder 4"/>
          <p:cNvSpPr>
            <a:spLocks noGrp="1"/>
          </p:cNvSpPr>
          <p:nvPr>
            <p:ph type="ftr" sz="quarter" idx="11"/>
          </p:nvPr>
        </p:nvSpPr>
        <p:spPr>
          <a:xfrm>
            <a:off x="2411505" y="5618742"/>
            <a:ext cx="4527177" cy="365125"/>
          </a:xfrm>
        </p:spPr>
        <p:txBody>
          <a:bodyPr/>
          <a:lstStyle/>
          <a:p>
            <a:endParaRPr lang="tr-TR" dirty="0"/>
          </a:p>
        </p:txBody>
      </p:sp>
      <p:sp>
        <p:nvSpPr>
          <p:cNvPr id="6" name="Slide Number Placeholder 5"/>
          <p:cNvSpPr>
            <a:spLocks noGrp="1"/>
          </p:cNvSpPr>
          <p:nvPr>
            <p:ph type="sldNum" sz="quarter" idx="12"/>
          </p:nvPr>
        </p:nvSpPr>
        <p:spPr>
          <a:xfrm>
            <a:off x="6938682" y="6356351"/>
            <a:ext cx="2061882" cy="365125"/>
          </a:xfrm>
        </p:spPr>
        <p:txBody>
          <a:bodyPr/>
          <a:lstStyle/>
          <a:p>
            <a:fld id="{EFB22F58-9FDF-474E-B940-7D6D24B82F83}" type="slidenum">
              <a:rPr lang="tr-TR" smtClean="0"/>
              <a:t>‹#›</a:t>
            </a:fld>
            <a:endParaRPr lang="tr-TR"/>
          </a:p>
        </p:txBody>
      </p:sp>
      <p:pic>
        <p:nvPicPr>
          <p:cNvPr id="11" name="Picture 2" descr="C:\Documents and Settings\systemx\Desktop\UE_SUNUM\Slayt_resim\ust_icerik.png">
            <a:extLst>
              <a:ext uri="{FF2B5EF4-FFF2-40B4-BE49-F238E27FC236}">
                <a16:creationId xmlns:a16="http://schemas.microsoft.com/office/drawing/2014/main" id="{84A1DFD6-93C8-4445-88F7-8A0A4EC543D4}"/>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2" name="Picture 3" descr="C:\Documents and Settings\systemx\Desktop\UE_SUNUM\Slayt_resim\alt_icerik.png">
            <a:extLst>
              <a:ext uri="{FF2B5EF4-FFF2-40B4-BE49-F238E27FC236}">
                <a16:creationId xmlns:a16="http://schemas.microsoft.com/office/drawing/2014/main" id="{60D13B43-439F-3B46-8347-DE652410DB1D}"/>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3" name="Picture 4" descr="C:\Documents and Settings\systemx\Desktop\UE_SUNUM\Slayt_resim\sdu_logo_icerik.png">
            <a:extLst>
              <a:ext uri="{FF2B5EF4-FFF2-40B4-BE49-F238E27FC236}">
                <a16:creationId xmlns:a16="http://schemas.microsoft.com/office/drawing/2014/main" id="{406B7BCA-9423-4D42-A3B7-B4F6BB57FE31}"/>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4" name="Picture 3" descr="E:\Uzaktan Eğitim\UE_SUNUM\Slayt_resim\sdu_text_icerik_2.png">
            <a:extLst>
              <a:ext uri="{FF2B5EF4-FFF2-40B4-BE49-F238E27FC236}">
                <a16:creationId xmlns:a16="http://schemas.microsoft.com/office/drawing/2014/main" id="{9E8C404A-CFE7-9945-8080-75219E9B8143}"/>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7355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3"/>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10" presetClass="entr" presetSubtype="0" fill="hold" grpId="0" nodeType="withEffect">
                                  <p:stCondLst>
                                    <p:cond delay="125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750"/>
                                        <p:tgtEl>
                                          <p:spTgt spid="3">
                                            <p:txEl>
                                              <p:pRg st="0" end="0"/>
                                            </p:txEl>
                                          </p:spTgt>
                                        </p:tgtEl>
                                      </p:cBhvr>
                                    </p:animEffect>
                                  </p:childTnLst>
                                </p:cTn>
                              </p:par>
                              <p:par>
                                <p:cTn id="13" presetID="10" presetClass="entr" presetSubtype="0" fill="hold" grpId="0" nodeType="withEffect">
                                  <p:stCondLst>
                                    <p:cond delay="125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50"/>
                                        <p:tgtEl>
                                          <p:spTgt spid="3">
                                            <p:txEl>
                                              <p:pRg st="1" end="1"/>
                                            </p:txEl>
                                          </p:spTgt>
                                        </p:tgtEl>
                                      </p:cBhvr>
                                    </p:animEffect>
                                  </p:childTnLst>
                                </p:cTn>
                              </p:par>
                              <p:par>
                                <p:cTn id="16" presetID="10" presetClass="entr" presetSubtype="0" fill="hold" grpId="0" nodeType="withEffect">
                                  <p:stCondLst>
                                    <p:cond delay="125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750"/>
                                        <p:tgtEl>
                                          <p:spTgt spid="3">
                                            <p:txEl>
                                              <p:pRg st="2" end="2"/>
                                            </p:txEl>
                                          </p:spTgt>
                                        </p:tgtEl>
                                      </p:cBhvr>
                                    </p:animEffect>
                                  </p:childTnLst>
                                </p:cTn>
                              </p:par>
                              <p:par>
                                <p:cTn id="19" presetID="10" presetClass="entr" presetSubtype="0" fill="hold" grpId="0" nodeType="withEffect">
                                  <p:stCondLst>
                                    <p:cond delay="125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750"/>
                                        <p:tgtEl>
                                          <p:spTgt spid="3">
                                            <p:txEl>
                                              <p:pRg st="3" end="3"/>
                                            </p:txEl>
                                          </p:spTgt>
                                        </p:tgtEl>
                                      </p:cBhvr>
                                    </p:animEffect>
                                  </p:childTnLst>
                                </p:cTn>
                              </p:par>
                              <p:par>
                                <p:cTn id="22" presetID="10" presetClass="entr" presetSubtype="0" fill="hold" grpId="0" nodeType="withEffect">
                                  <p:stCondLst>
                                    <p:cond delay="125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750"/>
                                        <p:tgtEl>
                                          <p:spTgt spid="3">
                                            <p:txEl>
                                              <p:pRg st="4" end="4"/>
                                            </p:txEl>
                                          </p:spTgt>
                                        </p:tgtEl>
                                      </p:cBhvr>
                                    </p:animEffect>
                                  </p:childTnLst>
                                </p:cTn>
                              </p:par>
                            </p:childTnLst>
                          </p:cTn>
                        </p:par>
                        <p:par>
                          <p:cTn id="25" fill="hold">
                            <p:stCondLst>
                              <p:cond delay="2000"/>
                            </p:stCondLst>
                            <p:childTnLst>
                              <p:par>
                                <p:cTn id="26" presetID="18" presetClass="entr" presetSubtype="12"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strips(downLeft)">
                                      <p:cBhvr>
                                        <p:cTn id="28" dur="500"/>
                                        <p:tgtEl>
                                          <p:spTgt spid="11"/>
                                        </p:tgtEl>
                                      </p:cBhvr>
                                    </p:animEffect>
                                  </p:childTnLst>
                                </p:cTn>
                              </p:par>
                            </p:childTnLst>
                          </p:cTn>
                        </p:par>
                        <p:par>
                          <p:cTn id="29" fill="hold">
                            <p:stCondLst>
                              <p:cond delay="2500"/>
                            </p:stCondLst>
                            <p:childTnLst>
                              <p:par>
                                <p:cTn id="30" presetID="22" presetClass="entr" presetSubtype="4" fill="hold"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down)">
                                      <p:cBhvr>
                                        <p:cTn id="32" dur="500"/>
                                        <p:tgtEl>
                                          <p:spTgt spid="12"/>
                                        </p:tgtEl>
                                      </p:cBhvr>
                                    </p:animEffect>
                                  </p:childTnLst>
                                </p:cTn>
                              </p:par>
                            </p:childTnLst>
                          </p:cTn>
                        </p:par>
                        <p:par>
                          <p:cTn id="33" fill="hold">
                            <p:stCondLst>
                              <p:cond delay="3000"/>
                            </p:stCondLst>
                            <p:childTnLst>
                              <p:par>
                                <p:cTn id="34" presetID="10" presetClass="entr" presetSubtype="0" fill="hold"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childTnLst>
                                </p:cTn>
                              </p:par>
                              <p:par>
                                <p:cTn id="37" presetID="29"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p:cTn id="39" dur="500" fill="hold"/>
                                        <p:tgtEl>
                                          <p:spTgt spid="14"/>
                                        </p:tgtEl>
                                        <p:attrNameLst>
                                          <p:attrName>ppt_x</p:attrName>
                                        </p:attrNameLst>
                                      </p:cBhvr>
                                      <p:tavLst>
                                        <p:tav tm="0">
                                          <p:val>
                                            <p:strVal val="#ppt_x-.2"/>
                                          </p:val>
                                        </p:tav>
                                        <p:tav tm="100000">
                                          <p:val>
                                            <p:strVal val="#ppt_x"/>
                                          </p:val>
                                        </p:tav>
                                      </p:tavLst>
                                    </p:anim>
                                    <p:anim calcmode="lin" valueType="num">
                                      <p:cBhvr>
                                        <p:cTn id="40" dur="500" fill="hold"/>
                                        <p:tgtEl>
                                          <p:spTgt spid="14"/>
                                        </p:tgtEl>
                                        <p:attrNameLst>
                                          <p:attrName>ppt_y</p:attrName>
                                        </p:attrNameLst>
                                      </p:cBhvr>
                                      <p:tavLst>
                                        <p:tav tm="0">
                                          <p:val>
                                            <p:strVal val="#ppt_y"/>
                                          </p:val>
                                        </p:tav>
                                        <p:tav tm="100000">
                                          <p:val>
                                            <p:strVal val="#ppt_y"/>
                                          </p:val>
                                        </p:tav>
                                      </p:tavLst>
                                    </p:anim>
                                    <p:animEffect transition="in" filter="wipe(right)" prLst="gradientSize: 0.1">
                                      <p:cBhvr>
                                        <p:cTn id="4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2">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3">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4">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5">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Lst>
      </p:bldP>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tr-TR"/>
              <a:t>Asıl başlık stili için tıklatın</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a:t>
            </a:r>
          </a:p>
        </p:txBody>
      </p:sp>
      <p:sp>
        <p:nvSpPr>
          <p:cNvPr id="4" name="Date Placeholder 3"/>
          <p:cNvSpPr>
            <a:spLocks noGrp="1"/>
          </p:cNvSpPr>
          <p:nvPr>
            <p:ph type="dt" sz="half" idx="10"/>
          </p:nvPr>
        </p:nvSpPr>
        <p:spPr/>
        <p:txBody>
          <a:bodyPr/>
          <a:lstStyle/>
          <a:p>
            <a:fld id="{7A384AEE-717F-461B-8C96-9D64203B579B}" type="datetimeFigureOut">
              <a:rPr lang="tr-TR" smtClean="0"/>
              <a:t>15.4.2020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FB22F58-9FDF-474E-B940-7D6D24B82F83}" type="slidenum">
              <a:rPr lang="tr-TR" smtClean="0"/>
              <a:t>‹#›</a:t>
            </a:fld>
            <a:endParaRPr lang="tr-TR"/>
          </a:p>
        </p:txBody>
      </p:sp>
      <p:pic>
        <p:nvPicPr>
          <p:cNvPr id="10" name="Picture 2" descr="C:\Documents and Settings\systemx\Desktop\UE_SUNUM\Slayt_resim\ust_icerik.png">
            <a:extLst>
              <a:ext uri="{FF2B5EF4-FFF2-40B4-BE49-F238E27FC236}">
                <a16:creationId xmlns:a16="http://schemas.microsoft.com/office/drawing/2014/main" id="{D124583F-BCBB-CD45-AE3C-AF99A3E42100}"/>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1" name="Picture 3" descr="C:\Documents and Settings\systemx\Desktop\UE_SUNUM\Slayt_resim\alt_icerik.png">
            <a:extLst>
              <a:ext uri="{FF2B5EF4-FFF2-40B4-BE49-F238E27FC236}">
                <a16:creationId xmlns:a16="http://schemas.microsoft.com/office/drawing/2014/main" id="{4F6C485D-3148-5741-AEDD-4500565D4FA3}"/>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2" name="Picture 4" descr="C:\Documents and Settings\systemx\Desktop\UE_SUNUM\Slayt_resim\sdu_logo_icerik.png">
            <a:extLst>
              <a:ext uri="{FF2B5EF4-FFF2-40B4-BE49-F238E27FC236}">
                <a16:creationId xmlns:a16="http://schemas.microsoft.com/office/drawing/2014/main" id="{6B5F9717-9813-FC40-A8D8-A5F6BF514DAD}"/>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3" name="Picture 3" descr="E:\Uzaktan Eğitim\UE_SUNUM\Slayt_resim\sdu_text_icerik_2.png">
            <a:extLst>
              <a:ext uri="{FF2B5EF4-FFF2-40B4-BE49-F238E27FC236}">
                <a16:creationId xmlns:a16="http://schemas.microsoft.com/office/drawing/2014/main" id="{B922BC28-EC96-AD4D-8F45-8414D6877D58}"/>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0214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1000"/>
                                        <p:tgtEl>
                                          <p:spTgt spid="12"/>
                                        </p:tgtEl>
                                      </p:cBhvr>
                                    </p:animEffect>
                                  </p:childTnLst>
                                </p:cTn>
                              </p:par>
                              <p:par>
                                <p:cTn id="16" presetID="29"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ppt_x</p:attrName>
                                        </p:attrNameLst>
                                      </p:cBhvr>
                                      <p:tavLst>
                                        <p:tav tm="0">
                                          <p:val>
                                            <p:strVal val="#ppt_x-.2"/>
                                          </p:val>
                                        </p:tav>
                                        <p:tav tm="100000">
                                          <p:val>
                                            <p:strVal val="#ppt_x"/>
                                          </p:val>
                                        </p:tav>
                                      </p:tavLst>
                                    </p:anim>
                                    <p:anim calcmode="lin" valueType="num">
                                      <p:cBhvr>
                                        <p:cTn id="19" dur="500" fill="hold"/>
                                        <p:tgtEl>
                                          <p:spTgt spid="13"/>
                                        </p:tgtEl>
                                        <p:attrNameLst>
                                          <p:attrName>ppt_y</p:attrName>
                                        </p:attrNameLst>
                                      </p:cBhvr>
                                      <p:tavLst>
                                        <p:tav tm="0">
                                          <p:val>
                                            <p:strVal val="#ppt_y"/>
                                          </p:val>
                                        </p:tav>
                                        <p:tav tm="100000">
                                          <p:val>
                                            <p:strVal val="#ppt_y"/>
                                          </p:val>
                                        </p:tav>
                                      </p:tavLst>
                                    </p:anim>
                                    <p:animEffect transition="in" filter="wipe(right)" prLst="gradientSize: 0.1">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İki İçeri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2729" y="779923"/>
            <a:ext cx="8650942" cy="678049"/>
          </a:xfrm>
        </p:spPr>
        <p:txBody>
          <a:bodyPr>
            <a:normAutofit/>
          </a:bodyPr>
          <a:lstStyle>
            <a:lvl1pPr>
              <a:defRPr sz="3600" b="1">
                <a:solidFill>
                  <a:srgbClr val="002060"/>
                </a:solidFill>
                <a:effectLst/>
                <a:latin typeface="+mn-lt"/>
              </a:defRPr>
            </a:lvl1pPr>
          </a:lstStyle>
          <a:p>
            <a:r>
              <a:rPr lang="tr-TR" dirty="0"/>
              <a:t>Bölüm/Ünite/Başlık bilgisini yazınız</a:t>
            </a:r>
            <a:endParaRPr lang="en-US" dirty="0"/>
          </a:p>
        </p:txBody>
      </p:sp>
      <p:sp>
        <p:nvSpPr>
          <p:cNvPr id="3" name="Content Placeholder 2"/>
          <p:cNvSpPr>
            <a:spLocks noGrp="1"/>
          </p:cNvSpPr>
          <p:nvPr>
            <p:ph sz="half" idx="1"/>
          </p:nvPr>
        </p:nvSpPr>
        <p:spPr>
          <a:xfrm>
            <a:off x="322728" y="1637360"/>
            <a:ext cx="4141695" cy="4806983"/>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4652682" y="1637360"/>
            <a:ext cx="4310905" cy="4806983"/>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a:xfrm>
            <a:off x="322729" y="6356351"/>
            <a:ext cx="2363321" cy="365125"/>
          </a:xfrm>
        </p:spPr>
        <p:txBody>
          <a:bodyPr/>
          <a:lstStyle/>
          <a:p>
            <a:fld id="{7A384AEE-717F-461B-8C96-9D64203B579B}" type="datetimeFigureOut">
              <a:rPr lang="tr-TR" smtClean="0"/>
              <a:t>15.4.2020</a:t>
            </a:fld>
            <a:endParaRPr lang="tr-TR" dirty="0"/>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EFB22F58-9FDF-474E-B940-7D6D24B82F83}" type="slidenum">
              <a:rPr lang="tr-TR" smtClean="0"/>
              <a:t>‹#›</a:t>
            </a:fld>
            <a:endParaRPr lang="tr-TR"/>
          </a:p>
        </p:txBody>
      </p:sp>
      <p:pic>
        <p:nvPicPr>
          <p:cNvPr id="14" name="Picture 2" descr="C:\Documents and Settings\systemx\Desktop\UE_SUNUM\Slayt_resim\ust_icerik.png">
            <a:extLst>
              <a:ext uri="{FF2B5EF4-FFF2-40B4-BE49-F238E27FC236}">
                <a16:creationId xmlns:a16="http://schemas.microsoft.com/office/drawing/2014/main" id="{16C282B3-0FA8-EC48-8557-B7980E8C6383}"/>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5" name="Picture 3" descr="C:\Documents and Settings\systemx\Desktop\UE_SUNUM\Slayt_resim\alt_icerik.png">
            <a:extLst>
              <a:ext uri="{FF2B5EF4-FFF2-40B4-BE49-F238E27FC236}">
                <a16:creationId xmlns:a16="http://schemas.microsoft.com/office/drawing/2014/main" id="{2AA198C9-893E-6241-A6BB-697EDB2A0415}"/>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6" name="Picture 4" descr="C:\Documents and Settings\systemx\Desktop\UE_SUNUM\Slayt_resim\sdu_logo_icerik.png">
            <a:extLst>
              <a:ext uri="{FF2B5EF4-FFF2-40B4-BE49-F238E27FC236}">
                <a16:creationId xmlns:a16="http://schemas.microsoft.com/office/drawing/2014/main" id="{3EDC7159-F9EA-074D-A24D-3782ACD3B9A3}"/>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7" name="Picture 3" descr="E:\Uzaktan Eğitim\UE_SUNUM\Slayt_resim\sdu_text_icerik_2.png">
            <a:extLst>
              <a:ext uri="{FF2B5EF4-FFF2-40B4-BE49-F238E27FC236}">
                <a16:creationId xmlns:a16="http://schemas.microsoft.com/office/drawing/2014/main" id="{E53280C5-28B2-8A48-841A-49C87151316E}"/>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8734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grpId="0" nodeType="withEffect">
                                  <p:stCondLst>
                                    <p:cond delay="75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3"/>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par>
                                <p:cTn id="10" presetID="10" presetClass="entr" presetSubtype="0" fill="hold" grpId="0" nodeType="withEffect">
                                  <p:stCondLst>
                                    <p:cond delay="125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750"/>
                                        <p:tgtEl>
                                          <p:spTgt spid="3">
                                            <p:txEl>
                                              <p:pRg st="0" end="0"/>
                                            </p:txEl>
                                          </p:spTgt>
                                        </p:tgtEl>
                                      </p:cBhvr>
                                    </p:animEffect>
                                  </p:childTnLst>
                                </p:cTn>
                              </p:par>
                              <p:par>
                                <p:cTn id="13" presetID="10" presetClass="entr" presetSubtype="0" fill="hold" grpId="0" nodeType="withEffect">
                                  <p:stCondLst>
                                    <p:cond delay="125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50"/>
                                        <p:tgtEl>
                                          <p:spTgt spid="3">
                                            <p:txEl>
                                              <p:pRg st="1" end="1"/>
                                            </p:txEl>
                                          </p:spTgt>
                                        </p:tgtEl>
                                      </p:cBhvr>
                                    </p:animEffect>
                                  </p:childTnLst>
                                </p:cTn>
                              </p:par>
                              <p:par>
                                <p:cTn id="16" presetID="10" presetClass="entr" presetSubtype="0" fill="hold" grpId="0" nodeType="withEffect">
                                  <p:stCondLst>
                                    <p:cond delay="125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750"/>
                                        <p:tgtEl>
                                          <p:spTgt spid="3">
                                            <p:txEl>
                                              <p:pRg st="2" end="2"/>
                                            </p:txEl>
                                          </p:spTgt>
                                        </p:tgtEl>
                                      </p:cBhvr>
                                    </p:animEffect>
                                  </p:childTnLst>
                                </p:cTn>
                              </p:par>
                              <p:par>
                                <p:cTn id="19" presetID="10" presetClass="entr" presetSubtype="0" fill="hold" grpId="0" nodeType="withEffect">
                                  <p:stCondLst>
                                    <p:cond delay="125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750"/>
                                        <p:tgtEl>
                                          <p:spTgt spid="3">
                                            <p:txEl>
                                              <p:pRg st="3" end="3"/>
                                            </p:txEl>
                                          </p:spTgt>
                                        </p:tgtEl>
                                      </p:cBhvr>
                                    </p:animEffect>
                                  </p:childTnLst>
                                </p:cTn>
                              </p:par>
                              <p:par>
                                <p:cTn id="22" presetID="10" presetClass="entr" presetSubtype="0" fill="hold" grpId="0" nodeType="withEffect">
                                  <p:stCondLst>
                                    <p:cond delay="125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750"/>
                                        <p:tgtEl>
                                          <p:spTgt spid="3">
                                            <p:txEl>
                                              <p:pRg st="4" end="4"/>
                                            </p:txEl>
                                          </p:spTgt>
                                        </p:tgtEl>
                                      </p:cBhvr>
                                    </p:animEffect>
                                  </p:childTnLst>
                                </p:cTn>
                              </p:par>
                              <p:par>
                                <p:cTn id="25" presetID="10" presetClass="entr" presetSubtype="0" fill="hold" grpId="0" nodeType="withEffect">
                                  <p:stCondLst>
                                    <p:cond delay="125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fade">
                                      <p:cBhvr>
                                        <p:cTn id="27" dur="750"/>
                                        <p:tgtEl>
                                          <p:spTgt spid="4">
                                            <p:txEl>
                                              <p:pRg st="0" end="0"/>
                                            </p:txEl>
                                          </p:spTgt>
                                        </p:tgtEl>
                                      </p:cBhvr>
                                    </p:animEffect>
                                  </p:childTnLst>
                                </p:cTn>
                              </p:par>
                              <p:par>
                                <p:cTn id="28" presetID="10" presetClass="entr" presetSubtype="0" fill="hold" grpId="0" nodeType="withEffect">
                                  <p:stCondLst>
                                    <p:cond delay="1250"/>
                                  </p:stCondLst>
                                  <p:childTnLst>
                                    <p:set>
                                      <p:cBhvr>
                                        <p:cTn id="29" dur="1" fill="hold">
                                          <p:stCondLst>
                                            <p:cond delay="0"/>
                                          </p:stCondLst>
                                        </p:cTn>
                                        <p:tgtEl>
                                          <p:spTgt spid="4">
                                            <p:txEl>
                                              <p:pRg st="1" end="1"/>
                                            </p:txEl>
                                          </p:spTgt>
                                        </p:tgtEl>
                                        <p:attrNameLst>
                                          <p:attrName>style.visibility</p:attrName>
                                        </p:attrNameLst>
                                      </p:cBhvr>
                                      <p:to>
                                        <p:strVal val="visible"/>
                                      </p:to>
                                    </p:set>
                                    <p:animEffect transition="in" filter="fade">
                                      <p:cBhvr>
                                        <p:cTn id="30" dur="750"/>
                                        <p:tgtEl>
                                          <p:spTgt spid="4">
                                            <p:txEl>
                                              <p:pRg st="1" end="1"/>
                                            </p:txEl>
                                          </p:spTgt>
                                        </p:tgtEl>
                                      </p:cBhvr>
                                    </p:animEffect>
                                  </p:childTnLst>
                                </p:cTn>
                              </p:par>
                              <p:par>
                                <p:cTn id="31" presetID="10" presetClass="entr" presetSubtype="0" fill="hold" grpId="0" nodeType="withEffect">
                                  <p:stCondLst>
                                    <p:cond delay="1250"/>
                                  </p:stCondLst>
                                  <p:childTnLst>
                                    <p:set>
                                      <p:cBhvr>
                                        <p:cTn id="32" dur="1" fill="hold">
                                          <p:stCondLst>
                                            <p:cond delay="0"/>
                                          </p:stCondLst>
                                        </p:cTn>
                                        <p:tgtEl>
                                          <p:spTgt spid="4">
                                            <p:txEl>
                                              <p:pRg st="2" end="2"/>
                                            </p:txEl>
                                          </p:spTgt>
                                        </p:tgtEl>
                                        <p:attrNameLst>
                                          <p:attrName>style.visibility</p:attrName>
                                        </p:attrNameLst>
                                      </p:cBhvr>
                                      <p:to>
                                        <p:strVal val="visible"/>
                                      </p:to>
                                    </p:set>
                                    <p:animEffect transition="in" filter="fade">
                                      <p:cBhvr>
                                        <p:cTn id="33" dur="750"/>
                                        <p:tgtEl>
                                          <p:spTgt spid="4">
                                            <p:txEl>
                                              <p:pRg st="2" end="2"/>
                                            </p:txEl>
                                          </p:spTgt>
                                        </p:tgtEl>
                                      </p:cBhvr>
                                    </p:animEffect>
                                  </p:childTnLst>
                                </p:cTn>
                              </p:par>
                              <p:par>
                                <p:cTn id="34" presetID="10" presetClass="entr" presetSubtype="0" fill="hold" grpId="0" nodeType="withEffect">
                                  <p:stCondLst>
                                    <p:cond delay="1250"/>
                                  </p:stCondLst>
                                  <p:childTnLst>
                                    <p:set>
                                      <p:cBhvr>
                                        <p:cTn id="35" dur="1" fill="hold">
                                          <p:stCondLst>
                                            <p:cond delay="0"/>
                                          </p:stCondLst>
                                        </p:cTn>
                                        <p:tgtEl>
                                          <p:spTgt spid="4">
                                            <p:txEl>
                                              <p:pRg st="3" end="3"/>
                                            </p:txEl>
                                          </p:spTgt>
                                        </p:tgtEl>
                                        <p:attrNameLst>
                                          <p:attrName>style.visibility</p:attrName>
                                        </p:attrNameLst>
                                      </p:cBhvr>
                                      <p:to>
                                        <p:strVal val="visible"/>
                                      </p:to>
                                    </p:set>
                                    <p:animEffect transition="in" filter="fade">
                                      <p:cBhvr>
                                        <p:cTn id="36" dur="750"/>
                                        <p:tgtEl>
                                          <p:spTgt spid="4">
                                            <p:txEl>
                                              <p:pRg st="3" end="3"/>
                                            </p:txEl>
                                          </p:spTgt>
                                        </p:tgtEl>
                                      </p:cBhvr>
                                    </p:animEffect>
                                  </p:childTnLst>
                                </p:cTn>
                              </p:par>
                              <p:par>
                                <p:cTn id="37" presetID="10" presetClass="entr" presetSubtype="0" fill="hold" grpId="0" nodeType="withEffect">
                                  <p:stCondLst>
                                    <p:cond delay="1250"/>
                                  </p:stCondLst>
                                  <p:childTnLst>
                                    <p:set>
                                      <p:cBhvr>
                                        <p:cTn id="38" dur="1" fill="hold">
                                          <p:stCondLst>
                                            <p:cond delay="0"/>
                                          </p:stCondLst>
                                        </p:cTn>
                                        <p:tgtEl>
                                          <p:spTgt spid="4">
                                            <p:txEl>
                                              <p:pRg st="4" end="4"/>
                                            </p:txEl>
                                          </p:spTgt>
                                        </p:tgtEl>
                                        <p:attrNameLst>
                                          <p:attrName>style.visibility</p:attrName>
                                        </p:attrNameLst>
                                      </p:cBhvr>
                                      <p:to>
                                        <p:strVal val="visible"/>
                                      </p:to>
                                    </p:set>
                                    <p:animEffect transition="in" filter="fade">
                                      <p:cBhvr>
                                        <p:cTn id="39" dur="750"/>
                                        <p:tgtEl>
                                          <p:spTgt spid="4">
                                            <p:txEl>
                                              <p:pRg st="4" end="4"/>
                                            </p:txEl>
                                          </p:spTgt>
                                        </p:tgtEl>
                                      </p:cBhvr>
                                    </p:animEffect>
                                  </p:childTnLst>
                                </p:cTn>
                              </p:par>
                            </p:childTnLst>
                          </p:cTn>
                        </p:par>
                        <p:par>
                          <p:cTn id="40" fill="hold">
                            <p:stCondLst>
                              <p:cond delay="2000"/>
                            </p:stCondLst>
                            <p:childTnLst>
                              <p:par>
                                <p:cTn id="41" presetID="18" presetClass="entr" presetSubtype="12" fill="hold"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strips(downLeft)">
                                      <p:cBhvr>
                                        <p:cTn id="43" dur="500"/>
                                        <p:tgtEl>
                                          <p:spTgt spid="14"/>
                                        </p:tgtEl>
                                      </p:cBhvr>
                                    </p:animEffect>
                                  </p:childTnLst>
                                </p:cTn>
                              </p:par>
                            </p:childTnLst>
                          </p:cTn>
                        </p:par>
                        <p:par>
                          <p:cTn id="44" fill="hold">
                            <p:stCondLst>
                              <p:cond delay="2500"/>
                            </p:stCondLst>
                            <p:childTnLst>
                              <p:par>
                                <p:cTn id="45" presetID="22" presetClass="entr" presetSubtype="4" fill="hold"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down)">
                                      <p:cBhvr>
                                        <p:cTn id="47" dur="500"/>
                                        <p:tgtEl>
                                          <p:spTgt spid="15"/>
                                        </p:tgtEl>
                                      </p:cBhvr>
                                    </p:animEffect>
                                  </p:childTnLst>
                                </p:cTn>
                              </p:par>
                            </p:childTnLst>
                          </p:cTn>
                        </p:par>
                        <p:par>
                          <p:cTn id="48" fill="hold">
                            <p:stCondLst>
                              <p:cond delay="3000"/>
                            </p:stCondLst>
                            <p:childTnLst>
                              <p:par>
                                <p:cTn id="49" presetID="10" presetClass="entr" presetSubtype="0" fill="hold" nodeType="after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1000"/>
                                        <p:tgtEl>
                                          <p:spTgt spid="16"/>
                                        </p:tgtEl>
                                      </p:cBhvr>
                                    </p:animEffect>
                                  </p:childTnLst>
                                </p:cTn>
                              </p:par>
                              <p:par>
                                <p:cTn id="52" presetID="29" presetClass="entr" presetSubtype="0" fill="hold" nodeType="withEffect">
                                  <p:stCondLst>
                                    <p:cond delay="0"/>
                                  </p:stCondLst>
                                  <p:childTnLst>
                                    <p:set>
                                      <p:cBhvr>
                                        <p:cTn id="53" dur="1" fill="hold">
                                          <p:stCondLst>
                                            <p:cond delay="0"/>
                                          </p:stCondLst>
                                        </p:cTn>
                                        <p:tgtEl>
                                          <p:spTgt spid="17"/>
                                        </p:tgtEl>
                                        <p:attrNameLst>
                                          <p:attrName>style.visibility</p:attrName>
                                        </p:attrNameLst>
                                      </p:cBhvr>
                                      <p:to>
                                        <p:strVal val="visible"/>
                                      </p:to>
                                    </p:set>
                                    <p:anim calcmode="lin" valueType="num">
                                      <p:cBhvr>
                                        <p:cTn id="54" dur="500" fill="hold"/>
                                        <p:tgtEl>
                                          <p:spTgt spid="17"/>
                                        </p:tgtEl>
                                        <p:attrNameLst>
                                          <p:attrName>ppt_x</p:attrName>
                                        </p:attrNameLst>
                                      </p:cBhvr>
                                      <p:tavLst>
                                        <p:tav tm="0">
                                          <p:val>
                                            <p:strVal val="#ppt_x-.2"/>
                                          </p:val>
                                        </p:tav>
                                        <p:tav tm="100000">
                                          <p:val>
                                            <p:strVal val="#ppt_x"/>
                                          </p:val>
                                        </p:tav>
                                      </p:tavLst>
                                    </p:anim>
                                    <p:anim calcmode="lin" valueType="num">
                                      <p:cBhvr>
                                        <p:cTn id="55" dur="500" fill="hold"/>
                                        <p:tgtEl>
                                          <p:spTgt spid="17"/>
                                        </p:tgtEl>
                                        <p:attrNameLst>
                                          <p:attrName>ppt_y</p:attrName>
                                        </p:attrNameLst>
                                      </p:cBhvr>
                                      <p:tavLst>
                                        <p:tav tm="0">
                                          <p:val>
                                            <p:strVal val="#ppt_y"/>
                                          </p:val>
                                        </p:tav>
                                        <p:tav tm="100000">
                                          <p:val>
                                            <p:strVal val="#ppt_y"/>
                                          </p:val>
                                        </p:tav>
                                      </p:tavLst>
                                    </p:anim>
                                    <p:animEffect transition="in" filter="wipe(right)" prLst="gradientSize: 0.1">
                                      <p:cBhvr>
                                        <p:cTn id="56"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2">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3">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4">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 lvl="5">
            <p:tnLst>
              <p:par>
                <p:cTn presetID="10" presetClass="entr" presetSubtype="0" fill="hold" nodeType="withEffect">
                  <p:stCondLst>
                    <p:cond delay="1250"/>
                  </p:stCondLst>
                  <p:childTnLst>
                    <p:set>
                      <p:cBhvr>
                        <p:cTn dur="1" fill="hold">
                          <p:stCondLst>
                            <p:cond delay="0"/>
                          </p:stCondLst>
                        </p:cTn>
                        <p:tgtEl>
                          <p:spTgt spid="3"/>
                        </p:tgtEl>
                        <p:attrNameLst>
                          <p:attrName>style.visibility</p:attrName>
                        </p:attrNameLst>
                      </p:cBhvr>
                      <p:to>
                        <p:strVal val="visible"/>
                      </p:to>
                    </p:set>
                    <p:animEffect transition="in" filter="fade">
                      <p:cBhvr>
                        <p:cTn dur="750"/>
                        <p:tgtEl>
                          <p:spTgt spid="3"/>
                        </p:tgtEl>
                      </p:cBhvr>
                    </p:animEffect>
                  </p:childTnLst>
                </p:cTn>
              </p:par>
            </p:tnLst>
          </p:tmpl>
        </p:tmplLst>
      </p:bldP>
      <p:bldP spid="4" grpId="0" build="p">
        <p:tmplLst>
          <p:tmpl lvl="1">
            <p:tnLst>
              <p:par>
                <p:cTn presetID="10" presetClass="entr" presetSubtype="0" fill="hold" nodeType="withEffect">
                  <p:stCondLst>
                    <p:cond delay="1250"/>
                  </p:st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 lvl="2">
            <p:tnLst>
              <p:par>
                <p:cTn presetID="10" presetClass="entr" presetSubtype="0" fill="hold" nodeType="withEffect">
                  <p:stCondLst>
                    <p:cond delay="1250"/>
                  </p:st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 lvl="3">
            <p:tnLst>
              <p:par>
                <p:cTn presetID="10" presetClass="entr" presetSubtype="0" fill="hold" nodeType="withEffect">
                  <p:stCondLst>
                    <p:cond delay="1250"/>
                  </p:st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 lvl="4">
            <p:tnLst>
              <p:par>
                <p:cTn presetID="10" presetClass="entr" presetSubtype="0" fill="hold" nodeType="withEffect">
                  <p:stCondLst>
                    <p:cond delay="1250"/>
                  </p:st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 lvl="5">
            <p:tnLst>
              <p:par>
                <p:cTn presetID="10" presetClass="entr" presetSubtype="0" fill="hold" nodeType="withEffect">
                  <p:stCondLst>
                    <p:cond delay="1250"/>
                  </p:stCondLst>
                  <p:childTnLst>
                    <p:set>
                      <p:cBhvr>
                        <p:cTn dur="1" fill="hold">
                          <p:stCondLst>
                            <p:cond delay="0"/>
                          </p:stCondLst>
                        </p:cTn>
                        <p:tgtEl>
                          <p:spTgt spid="4"/>
                        </p:tgtEl>
                        <p:attrNameLst>
                          <p:attrName>style.visibility</p:attrName>
                        </p:attrNameLst>
                      </p:cBhvr>
                      <p:to>
                        <p:strVal val="visible"/>
                      </p:to>
                    </p:set>
                    <p:animEffect transition="in" filter="fade">
                      <p:cBhvr>
                        <p:cTn dur="750"/>
                        <p:tgtEl>
                          <p:spTgt spid="4"/>
                        </p:tgtEl>
                      </p:cBhvr>
                    </p:animEffect>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tr-TR"/>
              <a:t>Asıl başlık stili için tıklatın</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4" name="Content Placeholder 3"/>
          <p:cNvSpPr>
            <a:spLocks noGrp="1"/>
          </p:cNvSpPr>
          <p:nvPr>
            <p:ph sz="half" idx="2"/>
          </p:nvPr>
        </p:nvSpPr>
        <p:spPr>
          <a:xfrm>
            <a:off x="629842" y="2505075"/>
            <a:ext cx="3868340"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a:t>
            </a:r>
          </a:p>
        </p:txBody>
      </p:sp>
      <p:sp>
        <p:nvSpPr>
          <p:cNvPr id="6" name="Content Placeholder 5"/>
          <p:cNvSpPr>
            <a:spLocks noGrp="1"/>
          </p:cNvSpPr>
          <p:nvPr>
            <p:ph sz="quarter" idx="4"/>
          </p:nvPr>
        </p:nvSpPr>
        <p:spPr>
          <a:xfrm>
            <a:off x="4629150" y="2505075"/>
            <a:ext cx="3887391" cy="3684588"/>
          </a:xfrm>
        </p:spPr>
        <p:txBody>
          <a:body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7A384AEE-717F-461B-8C96-9D64203B579B}" type="datetimeFigureOut">
              <a:rPr lang="tr-TR" smtClean="0"/>
              <a:t>15.4.2020</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EFB22F58-9FDF-474E-B940-7D6D24B82F83}" type="slidenum">
              <a:rPr lang="tr-TR" smtClean="0"/>
              <a:t>‹#›</a:t>
            </a:fld>
            <a:endParaRPr lang="tr-TR"/>
          </a:p>
        </p:txBody>
      </p:sp>
      <p:pic>
        <p:nvPicPr>
          <p:cNvPr id="13" name="Picture 2" descr="C:\Documents and Settings\systemx\Desktop\UE_SUNUM\Slayt_resim\ust_icerik.png">
            <a:extLst>
              <a:ext uri="{FF2B5EF4-FFF2-40B4-BE49-F238E27FC236}">
                <a16:creationId xmlns:a16="http://schemas.microsoft.com/office/drawing/2014/main" id="{5982E71D-F5D6-6A42-A387-0D5F710AD368}"/>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4" name="Picture 3" descr="C:\Documents and Settings\systemx\Desktop\UE_SUNUM\Slayt_resim\alt_icerik.png">
            <a:extLst>
              <a:ext uri="{FF2B5EF4-FFF2-40B4-BE49-F238E27FC236}">
                <a16:creationId xmlns:a16="http://schemas.microsoft.com/office/drawing/2014/main" id="{487E5075-313F-CB49-BD83-3D646A7346AB}"/>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5" name="Picture 4" descr="C:\Documents and Settings\systemx\Desktop\UE_SUNUM\Slayt_resim\sdu_logo_icerik.png">
            <a:extLst>
              <a:ext uri="{FF2B5EF4-FFF2-40B4-BE49-F238E27FC236}">
                <a16:creationId xmlns:a16="http://schemas.microsoft.com/office/drawing/2014/main" id="{5F341399-119C-5F45-9DD5-EE3FF654A655}"/>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6" name="Picture 3" descr="E:\Uzaktan Eğitim\UE_SUNUM\Slayt_resim\sdu_text_icerik_2.png">
            <a:extLst>
              <a:ext uri="{FF2B5EF4-FFF2-40B4-BE49-F238E27FC236}">
                <a16:creationId xmlns:a16="http://schemas.microsoft.com/office/drawing/2014/main" id="{742234DB-E25A-D94A-A9C6-C5107900F7F3}"/>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4557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trips(downLeft)">
                                      <p:cBhvr>
                                        <p:cTn id="7" dur="500"/>
                                        <p:tgtEl>
                                          <p:spTgt spid="13"/>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down)">
                                      <p:cBhvr>
                                        <p:cTn id="11" dur="500"/>
                                        <p:tgtEl>
                                          <p:spTgt spid="1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1000"/>
                                        <p:tgtEl>
                                          <p:spTgt spid="15"/>
                                        </p:tgtEl>
                                      </p:cBhvr>
                                    </p:animEffect>
                                  </p:childTnLst>
                                </p:cTn>
                              </p:par>
                              <p:par>
                                <p:cTn id="16" presetID="29" presetClass="entr" presetSubtype="0"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p:cTn id="18" dur="500" fill="hold"/>
                                        <p:tgtEl>
                                          <p:spTgt spid="16"/>
                                        </p:tgtEl>
                                        <p:attrNameLst>
                                          <p:attrName>ppt_x</p:attrName>
                                        </p:attrNameLst>
                                      </p:cBhvr>
                                      <p:tavLst>
                                        <p:tav tm="0">
                                          <p:val>
                                            <p:strVal val="#ppt_x-.2"/>
                                          </p:val>
                                        </p:tav>
                                        <p:tav tm="100000">
                                          <p:val>
                                            <p:strVal val="#ppt_x"/>
                                          </p:val>
                                        </p:tav>
                                      </p:tavLst>
                                    </p:anim>
                                    <p:anim calcmode="lin" valueType="num">
                                      <p:cBhvr>
                                        <p:cTn id="19" dur="500" fill="hold"/>
                                        <p:tgtEl>
                                          <p:spTgt spid="16"/>
                                        </p:tgtEl>
                                        <p:attrNameLst>
                                          <p:attrName>ppt_y</p:attrName>
                                        </p:attrNameLst>
                                      </p:cBhvr>
                                      <p:tavLst>
                                        <p:tav tm="0">
                                          <p:val>
                                            <p:strVal val="#ppt_y"/>
                                          </p:val>
                                        </p:tav>
                                        <p:tav tm="100000">
                                          <p:val>
                                            <p:strVal val="#ppt_y"/>
                                          </p:val>
                                        </p:tav>
                                      </p:tavLst>
                                    </p:anim>
                                    <p:animEffect transition="in" filter="wipe(right)" prLst="gradientSize: 0.1">
                                      <p:cBhvr>
                                        <p:cTn id="2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Date Placeholder 2"/>
          <p:cNvSpPr>
            <a:spLocks noGrp="1"/>
          </p:cNvSpPr>
          <p:nvPr>
            <p:ph type="dt" sz="half" idx="10"/>
          </p:nvPr>
        </p:nvSpPr>
        <p:spPr/>
        <p:txBody>
          <a:bodyPr/>
          <a:lstStyle/>
          <a:p>
            <a:fld id="{7A384AEE-717F-461B-8C96-9D64203B579B}" type="datetimeFigureOut">
              <a:rPr lang="tr-TR" smtClean="0"/>
              <a:t>15.4.2020</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EFB22F58-9FDF-474E-B940-7D6D24B82F83}" type="slidenum">
              <a:rPr lang="tr-TR" smtClean="0"/>
              <a:t>‹#›</a:t>
            </a:fld>
            <a:endParaRPr lang="tr-TR"/>
          </a:p>
        </p:txBody>
      </p:sp>
      <p:pic>
        <p:nvPicPr>
          <p:cNvPr id="9" name="Picture 2" descr="C:\Documents and Settings\systemx\Desktop\UE_SUNUM\Slayt_resim\ust_icerik.png">
            <a:extLst>
              <a:ext uri="{FF2B5EF4-FFF2-40B4-BE49-F238E27FC236}">
                <a16:creationId xmlns:a16="http://schemas.microsoft.com/office/drawing/2014/main" id="{1664BD23-CA4A-2146-AF1C-6055D62AF765}"/>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0" name="Picture 3" descr="C:\Documents and Settings\systemx\Desktop\UE_SUNUM\Slayt_resim\alt_icerik.png">
            <a:extLst>
              <a:ext uri="{FF2B5EF4-FFF2-40B4-BE49-F238E27FC236}">
                <a16:creationId xmlns:a16="http://schemas.microsoft.com/office/drawing/2014/main" id="{DEBD0A25-3C2C-4F40-BFC4-432296F1754D}"/>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1" name="Picture 4" descr="C:\Documents and Settings\systemx\Desktop\UE_SUNUM\Slayt_resim\sdu_logo_icerik.png">
            <a:extLst>
              <a:ext uri="{FF2B5EF4-FFF2-40B4-BE49-F238E27FC236}">
                <a16:creationId xmlns:a16="http://schemas.microsoft.com/office/drawing/2014/main" id="{E280C558-7A5F-8C48-BA4C-071AA3F7F650}"/>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2" name="Picture 3" descr="E:\Uzaktan Eğitim\UE_SUNUM\Slayt_resim\sdu_text_icerik_2.png">
            <a:extLst>
              <a:ext uri="{FF2B5EF4-FFF2-40B4-BE49-F238E27FC236}">
                <a16:creationId xmlns:a16="http://schemas.microsoft.com/office/drawing/2014/main" id="{1480449E-A9B3-274F-A419-696D362DD8B3}"/>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6633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trips(downLeft)">
                                      <p:cBhvr>
                                        <p:cTn id="7" dur="500"/>
                                        <p:tgtEl>
                                          <p:spTgt spid="9"/>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500"/>
                                        <p:tgtEl>
                                          <p:spTgt spid="10"/>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1000"/>
                                        <p:tgtEl>
                                          <p:spTgt spid="11"/>
                                        </p:tgtEl>
                                      </p:cBhvr>
                                    </p:animEffect>
                                  </p:childTnLst>
                                </p:cTn>
                              </p:par>
                              <p:par>
                                <p:cTn id="16" presetID="29" presetClass="entr" presetSubtype="0" fill="hold" nodeType="with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p:cTn id="18" dur="500" fill="hold"/>
                                        <p:tgtEl>
                                          <p:spTgt spid="12"/>
                                        </p:tgtEl>
                                        <p:attrNameLst>
                                          <p:attrName>ppt_x</p:attrName>
                                        </p:attrNameLst>
                                      </p:cBhvr>
                                      <p:tavLst>
                                        <p:tav tm="0">
                                          <p:val>
                                            <p:strVal val="#ppt_x-.2"/>
                                          </p:val>
                                        </p:tav>
                                        <p:tav tm="100000">
                                          <p:val>
                                            <p:strVal val="#ppt_x"/>
                                          </p:val>
                                        </p:tav>
                                      </p:tavLst>
                                    </p:anim>
                                    <p:anim calcmode="lin" valueType="num">
                                      <p:cBhvr>
                                        <p:cTn id="19" dur="500" fill="hold"/>
                                        <p:tgtEl>
                                          <p:spTgt spid="12"/>
                                        </p:tgtEl>
                                        <p:attrNameLst>
                                          <p:attrName>ppt_y</p:attrName>
                                        </p:attrNameLst>
                                      </p:cBhvr>
                                      <p:tavLst>
                                        <p:tav tm="0">
                                          <p:val>
                                            <p:strVal val="#ppt_y"/>
                                          </p:val>
                                        </p:tav>
                                        <p:tav tm="100000">
                                          <p:val>
                                            <p:strVal val="#ppt_y"/>
                                          </p:val>
                                        </p:tav>
                                      </p:tavLst>
                                    </p:anim>
                                    <p:animEffect transition="in" filter="wipe(right)" prLst="gradientSize: 0.1">
                                      <p:cBhvr>
                                        <p:cTn id="2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384AEE-717F-461B-8C96-9D64203B579B}" type="datetimeFigureOut">
              <a:rPr lang="tr-TR" smtClean="0"/>
              <a:t>15.4.2020</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EFB22F58-9FDF-474E-B940-7D6D24B82F83}" type="slidenum">
              <a:rPr lang="tr-TR" smtClean="0"/>
              <a:t>‹#›</a:t>
            </a:fld>
            <a:endParaRPr lang="tr-TR"/>
          </a:p>
        </p:txBody>
      </p:sp>
      <p:pic>
        <p:nvPicPr>
          <p:cNvPr id="8" name="Picture 2" descr="C:\Documents and Settings\systemx\Desktop\UE_SUNUM\Slayt_resim\ust_icerik.png">
            <a:extLst>
              <a:ext uri="{FF2B5EF4-FFF2-40B4-BE49-F238E27FC236}">
                <a16:creationId xmlns:a16="http://schemas.microsoft.com/office/drawing/2014/main" id="{F6F0BC35-BB1D-0045-A55B-AFFE2D310050}"/>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9" name="Picture 3" descr="C:\Documents and Settings\systemx\Desktop\UE_SUNUM\Slayt_resim\alt_icerik.png">
            <a:extLst>
              <a:ext uri="{FF2B5EF4-FFF2-40B4-BE49-F238E27FC236}">
                <a16:creationId xmlns:a16="http://schemas.microsoft.com/office/drawing/2014/main" id="{8EBCD001-D144-7A42-9E17-48922BEE224A}"/>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0" name="Picture 4" descr="C:\Documents and Settings\systemx\Desktop\UE_SUNUM\Slayt_resim\sdu_logo_icerik.png">
            <a:extLst>
              <a:ext uri="{FF2B5EF4-FFF2-40B4-BE49-F238E27FC236}">
                <a16:creationId xmlns:a16="http://schemas.microsoft.com/office/drawing/2014/main" id="{60B582D7-3C19-7E47-BCED-E4DAE60620D9}"/>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1" name="Picture 3" descr="E:\Uzaktan Eğitim\UE_SUNUM\Slayt_resim\sdu_text_icerik_2.png">
            <a:extLst>
              <a:ext uri="{FF2B5EF4-FFF2-40B4-BE49-F238E27FC236}">
                <a16:creationId xmlns:a16="http://schemas.microsoft.com/office/drawing/2014/main" id="{0445514E-D51D-374D-8D38-B7605C5B9E27}"/>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0236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Left)">
                                      <p:cBhvr>
                                        <p:cTn id="7" dur="500"/>
                                        <p:tgtEl>
                                          <p:spTgt spid="8"/>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500"/>
                                        <p:tgtEl>
                                          <p:spTgt spid="9"/>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1000"/>
                                        <p:tgtEl>
                                          <p:spTgt spid="10"/>
                                        </p:tgtEl>
                                      </p:cBhvr>
                                    </p:animEffect>
                                  </p:childTnLst>
                                </p:cTn>
                              </p:par>
                              <p:par>
                                <p:cTn id="16" presetID="29"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p:cTn id="18" dur="500" fill="hold"/>
                                        <p:tgtEl>
                                          <p:spTgt spid="11"/>
                                        </p:tgtEl>
                                        <p:attrNameLst>
                                          <p:attrName>ppt_x</p:attrName>
                                        </p:attrNameLst>
                                      </p:cBhvr>
                                      <p:tavLst>
                                        <p:tav tm="0">
                                          <p:val>
                                            <p:strVal val="#ppt_x-.2"/>
                                          </p:val>
                                        </p:tav>
                                        <p:tav tm="100000">
                                          <p:val>
                                            <p:strVal val="#ppt_x"/>
                                          </p:val>
                                        </p:tav>
                                      </p:tavLst>
                                    </p:anim>
                                    <p:anim calcmode="lin" valueType="num">
                                      <p:cBhvr>
                                        <p:cTn id="19" dur="500" fill="hold"/>
                                        <p:tgtEl>
                                          <p:spTgt spid="11"/>
                                        </p:tgtEl>
                                        <p:attrNameLst>
                                          <p:attrName>ppt_y</p:attrName>
                                        </p:attrNameLst>
                                      </p:cBhvr>
                                      <p:tavLst>
                                        <p:tav tm="0">
                                          <p:val>
                                            <p:strVal val="#ppt_y"/>
                                          </p:val>
                                        </p:tav>
                                        <p:tav tm="100000">
                                          <p:val>
                                            <p:strVal val="#ppt_y"/>
                                          </p:val>
                                        </p:tav>
                                      </p:tavLst>
                                    </p:anim>
                                    <p:animEffect transition="in" filter="wipe(right)" prLst="gradientSize: 0.1">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1_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tr-TR"/>
              <a:t>Asıl başlık stili için tıklatın</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Date Placeholder 4"/>
          <p:cNvSpPr>
            <a:spLocks noGrp="1"/>
          </p:cNvSpPr>
          <p:nvPr>
            <p:ph type="dt" sz="half" idx="10"/>
          </p:nvPr>
        </p:nvSpPr>
        <p:spPr/>
        <p:txBody>
          <a:bodyPr/>
          <a:lstStyle/>
          <a:p>
            <a:fld id="{7A384AEE-717F-461B-8C96-9D64203B579B}" type="datetimeFigureOut">
              <a:rPr lang="tr-TR" smtClean="0"/>
              <a:t>15.4.2020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EFB22F58-9FDF-474E-B940-7D6D24B82F83}" type="slidenum">
              <a:rPr lang="tr-TR" smtClean="0"/>
              <a:t>‹#›</a:t>
            </a:fld>
            <a:endParaRPr lang="tr-TR"/>
          </a:p>
        </p:txBody>
      </p:sp>
      <p:pic>
        <p:nvPicPr>
          <p:cNvPr id="11" name="Picture 2" descr="C:\Documents and Settings\systemx\Desktop\UE_SUNUM\Slayt_resim\ust_icerik.png">
            <a:extLst>
              <a:ext uri="{FF2B5EF4-FFF2-40B4-BE49-F238E27FC236}">
                <a16:creationId xmlns:a16="http://schemas.microsoft.com/office/drawing/2014/main" id="{C6669CAE-374D-AC40-B11A-190FD0458008}"/>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2" name="Picture 3" descr="C:\Documents and Settings\systemx\Desktop\UE_SUNUM\Slayt_resim\alt_icerik.png">
            <a:extLst>
              <a:ext uri="{FF2B5EF4-FFF2-40B4-BE49-F238E27FC236}">
                <a16:creationId xmlns:a16="http://schemas.microsoft.com/office/drawing/2014/main" id="{200ACFD1-4155-464B-85EC-8726EA5D06ED}"/>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3" name="Picture 4" descr="C:\Documents and Settings\systemx\Desktop\UE_SUNUM\Slayt_resim\sdu_logo_icerik.png">
            <a:extLst>
              <a:ext uri="{FF2B5EF4-FFF2-40B4-BE49-F238E27FC236}">
                <a16:creationId xmlns:a16="http://schemas.microsoft.com/office/drawing/2014/main" id="{F05004A6-6AFC-E24E-9214-D7EE8636E645}"/>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4" name="Picture 3" descr="E:\Uzaktan Eğitim\UE_SUNUM\Slayt_resim\sdu_text_icerik_2.png">
            <a:extLst>
              <a:ext uri="{FF2B5EF4-FFF2-40B4-BE49-F238E27FC236}">
                <a16:creationId xmlns:a16="http://schemas.microsoft.com/office/drawing/2014/main" id="{A293A81E-9062-B84B-9A7B-D962785C9FB3}"/>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8415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downLeft)">
                                      <p:cBhvr>
                                        <p:cTn id="7" dur="500"/>
                                        <p:tgtEl>
                                          <p:spTgt spid="11"/>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500"/>
                                        <p:tgtEl>
                                          <p:spTgt spid="1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childTnLst>
                                </p:cTn>
                              </p:par>
                              <p:par>
                                <p:cTn id="16" presetID="29"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p:cTn id="18" dur="500" fill="hold"/>
                                        <p:tgtEl>
                                          <p:spTgt spid="14"/>
                                        </p:tgtEl>
                                        <p:attrNameLst>
                                          <p:attrName>ppt_x</p:attrName>
                                        </p:attrNameLst>
                                      </p:cBhvr>
                                      <p:tavLst>
                                        <p:tav tm="0">
                                          <p:val>
                                            <p:strVal val="#ppt_x-.2"/>
                                          </p:val>
                                        </p:tav>
                                        <p:tav tm="100000">
                                          <p:val>
                                            <p:strVal val="#ppt_x"/>
                                          </p:val>
                                        </p:tav>
                                      </p:tavLst>
                                    </p:anim>
                                    <p:anim calcmode="lin" valueType="num">
                                      <p:cBhvr>
                                        <p:cTn id="19" dur="500" fill="hold"/>
                                        <p:tgtEl>
                                          <p:spTgt spid="14"/>
                                        </p:tgtEl>
                                        <p:attrNameLst>
                                          <p:attrName>ppt_y</p:attrName>
                                        </p:attrNameLst>
                                      </p:cBhvr>
                                      <p:tavLst>
                                        <p:tav tm="0">
                                          <p:val>
                                            <p:strVal val="#ppt_y"/>
                                          </p:val>
                                        </p:tav>
                                        <p:tav tm="100000">
                                          <p:val>
                                            <p:strVal val="#ppt_y"/>
                                          </p:val>
                                        </p:tav>
                                      </p:tavLst>
                                    </p:anim>
                                    <p:animEffect transition="in" filter="wipe(right)" prLst="gradientSize: 0.1">
                                      <p:cBhvr>
                                        <p:cTn id="2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1_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tr-TR"/>
              <a:t>Asıl başlık stili için tıklatın</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simgeyi tıklatın</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a:t>
            </a:r>
          </a:p>
        </p:txBody>
      </p:sp>
      <p:sp>
        <p:nvSpPr>
          <p:cNvPr id="5" name="Date Placeholder 4"/>
          <p:cNvSpPr>
            <a:spLocks noGrp="1"/>
          </p:cNvSpPr>
          <p:nvPr>
            <p:ph type="dt" sz="half" idx="10"/>
          </p:nvPr>
        </p:nvSpPr>
        <p:spPr/>
        <p:txBody>
          <a:bodyPr/>
          <a:lstStyle/>
          <a:p>
            <a:fld id="{7A384AEE-717F-461B-8C96-9D64203B579B}" type="datetimeFigureOut">
              <a:rPr lang="tr-TR" smtClean="0"/>
              <a:t>15.4.2020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EFB22F58-9FDF-474E-B940-7D6D24B82F83}" type="slidenum">
              <a:rPr lang="tr-TR" smtClean="0"/>
              <a:t>‹#›</a:t>
            </a:fld>
            <a:endParaRPr lang="tr-TR"/>
          </a:p>
        </p:txBody>
      </p:sp>
      <p:pic>
        <p:nvPicPr>
          <p:cNvPr id="11" name="Picture 2" descr="C:\Documents and Settings\systemx\Desktop\UE_SUNUM\Slayt_resim\ust_icerik.png">
            <a:extLst>
              <a:ext uri="{FF2B5EF4-FFF2-40B4-BE49-F238E27FC236}">
                <a16:creationId xmlns:a16="http://schemas.microsoft.com/office/drawing/2014/main" id="{94CE979B-0D5F-6240-99C3-49CFBDE7BB1B}"/>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2" name="Picture 3" descr="C:\Documents and Settings\systemx\Desktop\UE_SUNUM\Slayt_resim\alt_icerik.png">
            <a:extLst>
              <a:ext uri="{FF2B5EF4-FFF2-40B4-BE49-F238E27FC236}">
                <a16:creationId xmlns:a16="http://schemas.microsoft.com/office/drawing/2014/main" id="{74190F14-02B7-5244-A1DA-A0F604CC491A}"/>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3" name="Picture 4" descr="C:\Documents and Settings\systemx\Desktop\UE_SUNUM\Slayt_resim\sdu_logo_icerik.png">
            <a:extLst>
              <a:ext uri="{FF2B5EF4-FFF2-40B4-BE49-F238E27FC236}">
                <a16:creationId xmlns:a16="http://schemas.microsoft.com/office/drawing/2014/main" id="{FE03CE68-C366-514C-B989-0CAAD6800A1A}"/>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4" name="Picture 3" descr="E:\Uzaktan Eğitim\UE_SUNUM\Slayt_resim\sdu_text_icerik_2.png">
            <a:extLst>
              <a:ext uri="{FF2B5EF4-FFF2-40B4-BE49-F238E27FC236}">
                <a16:creationId xmlns:a16="http://schemas.microsoft.com/office/drawing/2014/main" id="{FFD9A3F2-F5C7-CF40-9777-55669091DDCC}"/>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6286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strips(downLeft)">
                                      <p:cBhvr>
                                        <p:cTn id="7" dur="500"/>
                                        <p:tgtEl>
                                          <p:spTgt spid="11"/>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down)">
                                      <p:cBhvr>
                                        <p:cTn id="11" dur="500"/>
                                        <p:tgtEl>
                                          <p:spTgt spid="1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childTnLst>
                                </p:cTn>
                              </p:par>
                              <p:par>
                                <p:cTn id="16" presetID="29" presetClass="entr" presetSubtype="0" fill="hold" nodeType="withEffect">
                                  <p:stCondLst>
                                    <p:cond delay="0"/>
                                  </p:stCondLst>
                                  <p:childTnLst>
                                    <p:set>
                                      <p:cBhvr>
                                        <p:cTn id="17" dur="1" fill="hold">
                                          <p:stCondLst>
                                            <p:cond delay="0"/>
                                          </p:stCondLst>
                                        </p:cTn>
                                        <p:tgtEl>
                                          <p:spTgt spid="14"/>
                                        </p:tgtEl>
                                        <p:attrNameLst>
                                          <p:attrName>style.visibility</p:attrName>
                                        </p:attrNameLst>
                                      </p:cBhvr>
                                      <p:to>
                                        <p:strVal val="visible"/>
                                      </p:to>
                                    </p:set>
                                    <p:anim calcmode="lin" valueType="num">
                                      <p:cBhvr>
                                        <p:cTn id="18" dur="500" fill="hold"/>
                                        <p:tgtEl>
                                          <p:spTgt spid="14"/>
                                        </p:tgtEl>
                                        <p:attrNameLst>
                                          <p:attrName>ppt_x</p:attrName>
                                        </p:attrNameLst>
                                      </p:cBhvr>
                                      <p:tavLst>
                                        <p:tav tm="0">
                                          <p:val>
                                            <p:strVal val="#ppt_x-.2"/>
                                          </p:val>
                                        </p:tav>
                                        <p:tav tm="100000">
                                          <p:val>
                                            <p:strVal val="#ppt_x"/>
                                          </p:val>
                                        </p:tav>
                                      </p:tavLst>
                                    </p:anim>
                                    <p:anim calcmode="lin" valueType="num">
                                      <p:cBhvr>
                                        <p:cTn id="19" dur="500" fill="hold"/>
                                        <p:tgtEl>
                                          <p:spTgt spid="14"/>
                                        </p:tgtEl>
                                        <p:attrNameLst>
                                          <p:attrName>ppt_y</p:attrName>
                                        </p:attrNameLst>
                                      </p:cBhvr>
                                      <p:tavLst>
                                        <p:tav tm="0">
                                          <p:val>
                                            <p:strVal val="#ppt_y"/>
                                          </p:val>
                                        </p:tav>
                                        <p:tav tm="100000">
                                          <p:val>
                                            <p:strVal val="#ppt_y"/>
                                          </p:val>
                                        </p:tav>
                                      </p:tavLst>
                                    </p:anim>
                                    <p:animEffect transition="in" filter="wipe(right)" prLst="gradientSize: 0.1">
                                      <p:cBhvr>
                                        <p:cTn id="2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dirty="0"/>
          </a:p>
        </p:txBody>
      </p:sp>
      <p:sp>
        <p:nvSpPr>
          <p:cNvPr id="3" name="Vertical Text Placeholder 2"/>
          <p:cNvSpPr>
            <a:spLocks noGrp="1"/>
          </p:cNvSpPr>
          <p:nvPr>
            <p:ph type="body" orient="vert" idx="1"/>
          </p:nvPr>
        </p:nvSpPr>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7A384AEE-717F-461B-8C96-9D64203B579B}" type="datetimeFigureOut">
              <a:rPr lang="tr-TR" smtClean="0"/>
              <a:t>15.4.2020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FB22F58-9FDF-474E-B940-7D6D24B82F83}" type="slidenum">
              <a:rPr lang="tr-TR" smtClean="0"/>
              <a:t>‹#›</a:t>
            </a:fld>
            <a:endParaRPr lang="tr-TR"/>
          </a:p>
        </p:txBody>
      </p:sp>
      <p:pic>
        <p:nvPicPr>
          <p:cNvPr id="10" name="Picture 2" descr="C:\Documents and Settings\systemx\Desktop\UE_SUNUM\Slayt_resim\ust_icerik.png">
            <a:extLst>
              <a:ext uri="{FF2B5EF4-FFF2-40B4-BE49-F238E27FC236}">
                <a16:creationId xmlns:a16="http://schemas.microsoft.com/office/drawing/2014/main" id="{EF250502-1EBC-8141-8716-C441289B3B65}"/>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1" name="Picture 3" descr="C:\Documents and Settings\systemx\Desktop\UE_SUNUM\Slayt_resim\alt_icerik.png">
            <a:extLst>
              <a:ext uri="{FF2B5EF4-FFF2-40B4-BE49-F238E27FC236}">
                <a16:creationId xmlns:a16="http://schemas.microsoft.com/office/drawing/2014/main" id="{A0ACC324-E794-4846-8EE9-B9B5969B1582}"/>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2" name="Picture 4" descr="C:\Documents and Settings\systemx\Desktop\UE_SUNUM\Slayt_resim\sdu_logo_icerik.png">
            <a:extLst>
              <a:ext uri="{FF2B5EF4-FFF2-40B4-BE49-F238E27FC236}">
                <a16:creationId xmlns:a16="http://schemas.microsoft.com/office/drawing/2014/main" id="{E1E5F3BC-5650-574B-8CE0-3DD0DDD39B43}"/>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3" name="Picture 3" descr="E:\Uzaktan Eğitim\UE_SUNUM\Slayt_resim\sdu_text_icerik_2.png">
            <a:extLst>
              <a:ext uri="{FF2B5EF4-FFF2-40B4-BE49-F238E27FC236}">
                <a16:creationId xmlns:a16="http://schemas.microsoft.com/office/drawing/2014/main" id="{EA4EB691-6F3D-E44E-AEB4-6F83664F3870}"/>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5236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1000"/>
                                        <p:tgtEl>
                                          <p:spTgt spid="12"/>
                                        </p:tgtEl>
                                      </p:cBhvr>
                                    </p:animEffect>
                                  </p:childTnLst>
                                </p:cTn>
                              </p:par>
                              <p:par>
                                <p:cTn id="16" presetID="29"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ppt_x</p:attrName>
                                        </p:attrNameLst>
                                      </p:cBhvr>
                                      <p:tavLst>
                                        <p:tav tm="0">
                                          <p:val>
                                            <p:strVal val="#ppt_x-.2"/>
                                          </p:val>
                                        </p:tav>
                                        <p:tav tm="100000">
                                          <p:val>
                                            <p:strVal val="#ppt_x"/>
                                          </p:val>
                                        </p:tav>
                                      </p:tavLst>
                                    </p:anim>
                                    <p:anim calcmode="lin" valueType="num">
                                      <p:cBhvr>
                                        <p:cTn id="19" dur="500" fill="hold"/>
                                        <p:tgtEl>
                                          <p:spTgt spid="13"/>
                                        </p:tgtEl>
                                        <p:attrNameLst>
                                          <p:attrName>ppt_y</p:attrName>
                                        </p:attrNameLst>
                                      </p:cBhvr>
                                      <p:tavLst>
                                        <p:tav tm="0">
                                          <p:val>
                                            <p:strVal val="#ppt_y"/>
                                          </p:val>
                                        </p:tav>
                                        <p:tav tm="100000">
                                          <p:val>
                                            <p:strVal val="#ppt_y"/>
                                          </p:val>
                                        </p:tav>
                                      </p:tavLst>
                                    </p:anim>
                                    <p:animEffect transition="in" filter="wipe(right)" prLst="gradientSize: 0.1">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1_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tr-TR"/>
              <a:t>Asıl başlık stili için tıklatın</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tr-TR"/>
              <a:t>Asıl metin stillerini düzenle</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7A384AEE-717F-461B-8C96-9D64203B579B}" type="datetimeFigureOut">
              <a:rPr lang="tr-TR" smtClean="0"/>
              <a:t>15.4.2020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EFB22F58-9FDF-474E-B940-7D6D24B82F83}" type="slidenum">
              <a:rPr lang="tr-TR" smtClean="0"/>
              <a:t>‹#›</a:t>
            </a:fld>
            <a:endParaRPr lang="tr-TR"/>
          </a:p>
        </p:txBody>
      </p:sp>
      <p:pic>
        <p:nvPicPr>
          <p:cNvPr id="10" name="Picture 2" descr="C:\Documents and Settings\systemx\Desktop\UE_SUNUM\Slayt_resim\ust_icerik.png">
            <a:extLst>
              <a:ext uri="{FF2B5EF4-FFF2-40B4-BE49-F238E27FC236}">
                <a16:creationId xmlns:a16="http://schemas.microsoft.com/office/drawing/2014/main" id="{C097CC64-DBE4-2543-9539-25C0D5F875B6}"/>
              </a:ext>
            </a:extLst>
          </p:cNvPr>
          <p:cNvPicPr>
            <a:picLocks noChangeAspect="1" noChangeArrowheads="1"/>
          </p:cNvPicPr>
          <p:nvPr userDrawn="1"/>
        </p:nvPicPr>
        <p:blipFill>
          <a:blip r:embed="rId2"/>
          <a:srcRect/>
          <a:stretch>
            <a:fillRect/>
          </a:stretch>
        </p:blipFill>
        <p:spPr bwMode="auto">
          <a:xfrm>
            <a:off x="0" y="0"/>
            <a:ext cx="9144000" cy="1143000"/>
          </a:xfrm>
          <a:prstGeom prst="rect">
            <a:avLst/>
          </a:prstGeom>
          <a:noFill/>
          <a:ln w="9525">
            <a:noFill/>
            <a:miter lim="800000"/>
            <a:headEnd/>
            <a:tailEnd/>
          </a:ln>
        </p:spPr>
      </p:pic>
      <p:pic>
        <p:nvPicPr>
          <p:cNvPr id="11" name="Picture 3" descr="C:\Documents and Settings\systemx\Desktop\UE_SUNUM\Slayt_resim\alt_icerik.png">
            <a:extLst>
              <a:ext uri="{FF2B5EF4-FFF2-40B4-BE49-F238E27FC236}">
                <a16:creationId xmlns:a16="http://schemas.microsoft.com/office/drawing/2014/main" id="{3817FF26-D818-A94F-8909-97CEDCAACAFE}"/>
              </a:ext>
            </a:extLst>
          </p:cNvPr>
          <p:cNvPicPr>
            <a:picLocks noChangeAspect="1" noChangeArrowheads="1"/>
          </p:cNvPicPr>
          <p:nvPr userDrawn="1"/>
        </p:nvPicPr>
        <p:blipFill>
          <a:blip r:embed="rId3"/>
          <a:srcRect/>
          <a:stretch>
            <a:fillRect/>
          </a:stretch>
        </p:blipFill>
        <p:spPr bwMode="auto">
          <a:xfrm>
            <a:off x="0" y="6115050"/>
            <a:ext cx="9144000" cy="742950"/>
          </a:xfrm>
          <a:prstGeom prst="rect">
            <a:avLst/>
          </a:prstGeom>
          <a:noFill/>
          <a:ln w="9525">
            <a:noFill/>
            <a:miter lim="800000"/>
            <a:headEnd/>
            <a:tailEnd/>
          </a:ln>
        </p:spPr>
      </p:pic>
      <p:pic>
        <p:nvPicPr>
          <p:cNvPr id="12" name="Picture 4" descr="C:\Documents and Settings\systemx\Desktop\UE_SUNUM\Slayt_resim\sdu_logo_icerik.png">
            <a:extLst>
              <a:ext uri="{FF2B5EF4-FFF2-40B4-BE49-F238E27FC236}">
                <a16:creationId xmlns:a16="http://schemas.microsoft.com/office/drawing/2014/main" id="{0431534A-17E5-FB44-BC7A-5270DB4C1880}"/>
              </a:ext>
            </a:extLst>
          </p:cNvPr>
          <p:cNvPicPr>
            <a:picLocks noChangeAspect="1" noChangeArrowheads="1"/>
          </p:cNvPicPr>
          <p:nvPr userDrawn="1"/>
        </p:nvPicPr>
        <p:blipFill>
          <a:blip r:embed="rId4"/>
          <a:srcRect/>
          <a:stretch>
            <a:fillRect/>
          </a:stretch>
        </p:blipFill>
        <p:spPr bwMode="auto">
          <a:xfrm>
            <a:off x="-26988" y="-76200"/>
            <a:ext cx="857251" cy="704850"/>
          </a:xfrm>
          <a:prstGeom prst="rect">
            <a:avLst/>
          </a:prstGeom>
          <a:noFill/>
          <a:ln w="9525">
            <a:noFill/>
            <a:miter lim="800000"/>
            <a:headEnd/>
            <a:tailEnd/>
          </a:ln>
        </p:spPr>
      </p:pic>
      <p:pic>
        <p:nvPicPr>
          <p:cNvPr id="13" name="Picture 3" descr="E:\Uzaktan Eğitim\UE_SUNUM\Slayt_resim\sdu_text_icerik_2.png">
            <a:extLst>
              <a:ext uri="{FF2B5EF4-FFF2-40B4-BE49-F238E27FC236}">
                <a16:creationId xmlns:a16="http://schemas.microsoft.com/office/drawing/2014/main" id="{D605E63E-6EBB-FB48-AAED-BCC7C44FA766}"/>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555625" y="125413"/>
            <a:ext cx="2447925"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2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12"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Left)">
                                      <p:cBhvr>
                                        <p:cTn id="7" dur="500"/>
                                        <p:tgtEl>
                                          <p:spTgt spid="10"/>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1000"/>
                                        <p:tgtEl>
                                          <p:spTgt spid="12"/>
                                        </p:tgtEl>
                                      </p:cBhvr>
                                    </p:animEffect>
                                  </p:childTnLst>
                                </p:cTn>
                              </p:par>
                              <p:par>
                                <p:cTn id="16" presetID="29"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 calcmode="lin" valueType="num">
                                      <p:cBhvr>
                                        <p:cTn id="18" dur="500" fill="hold"/>
                                        <p:tgtEl>
                                          <p:spTgt spid="13"/>
                                        </p:tgtEl>
                                        <p:attrNameLst>
                                          <p:attrName>ppt_x</p:attrName>
                                        </p:attrNameLst>
                                      </p:cBhvr>
                                      <p:tavLst>
                                        <p:tav tm="0">
                                          <p:val>
                                            <p:strVal val="#ppt_x-.2"/>
                                          </p:val>
                                        </p:tav>
                                        <p:tav tm="100000">
                                          <p:val>
                                            <p:strVal val="#ppt_x"/>
                                          </p:val>
                                        </p:tav>
                                      </p:tavLst>
                                    </p:anim>
                                    <p:anim calcmode="lin" valueType="num">
                                      <p:cBhvr>
                                        <p:cTn id="19" dur="500" fill="hold"/>
                                        <p:tgtEl>
                                          <p:spTgt spid="13"/>
                                        </p:tgtEl>
                                        <p:attrNameLst>
                                          <p:attrName>ppt_y</p:attrName>
                                        </p:attrNameLst>
                                      </p:cBhvr>
                                      <p:tavLst>
                                        <p:tav tm="0">
                                          <p:val>
                                            <p:strVal val="#ppt_y"/>
                                          </p:val>
                                        </p:tav>
                                        <p:tav tm="100000">
                                          <p:val>
                                            <p:strVal val="#ppt_y"/>
                                          </p:val>
                                        </p:tav>
                                      </p:tavLst>
                                    </p:anim>
                                    <p:animEffect transition="in" filter="wipe(right)" prLst="gradientSize: 0.1">
                                      <p:cBhvr>
                                        <p:cTn id="2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1 Başlık Yer Tutucusu"/>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tr-TR"/>
              <a:t>Asıl başlık stili için tıklatın</a:t>
            </a:r>
          </a:p>
        </p:txBody>
      </p:sp>
      <p:sp>
        <p:nvSpPr>
          <p:cNvPr id="1027" name="2 Metin Yer Tutucusu"/>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4" name="3 Veri Yer Tutucusu"/>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E7846A13-9F12-41DC-9D69-8D9BD821FB58}" type="datetimeFigureOut">
              <a:rPr lang="tr-TR"/>
              <a:pPr>
                <a:defRPr/>
              </a:pPr>
              <a:t>15.4.2020</a:t>
            </a:fld>
            <a:endParaRPr lang="tr-TR"/>
          </a:p>
        </p:txBody>
      </p:sp>
      <p:sp>
        <p:nvSpPr>
          <p:cNvPr id="5" name="4 Altbilgi Yer Tutucusu"/>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tr-TR"/>
          </a:p>
        </p:txBody>
      </p:sp>
      <p:sp>
        <p:nvSpPr>
          <p:cNvPr id="6" name="5 Slayt Numarası Yer Tutucusu"/>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E12F3739-513E-4BB4-9AD0-B6BC58DA1F1B}" type="slidenum">
              <a:rPr lang="tr-TR"/>
              <a:pPr>
                <a:defRPr/>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t Başlık 1">
            <a:extLst>
              <a:ext uri="{FF2B5EF4-FFF2-40B4-BE49-F238E27FC236}">
                <a16:creationId xmlns:a16="http://schemas.microsoft.com/office/drawing/2014/main" id="{77197998-B74C-5048-833E-E9C3434BEE9B}"/>
              </a:ext>
            </a:extLst>
          </p:cNvPr>
          <p:cNvSpPr>
            <a:spLocks noGrp="1"/>
          </p:cNvSpPr>
          <p:nvPr>
            <p:ph type="subTitle" idx="1"/>
          </p:nvPr>
        </p:nvSpPr>
        <p:spPr/>
        <p:txBody>
          <a:bodyPr/>
          <a:lstStyle/>
          <a:p>
            <a:r>
              <a:rPr lang="tr-TR" dirty="0"/>
              <a:t>Bilgisayar Ağları</a:t>
            </a:r>
          </a:p>
        </p:txBody>
      </p:sp>
      <p:sp>
        <p:nvSpPr>
          <p:cNvPr id="3" name="Metin Yer Tutucusu 2">
            <a:extLst>
              <a:ext uri="{FF2B5EF4-FFF2-40B4-BE49-F238E27FC236}">
                <a16:creationId xmlns:a16="http://schemas.microsoft.com/office/drawing/2014/main" id="{0744FE32-494C-4944-B4D7-865039D7B750}"/>
              </a:ext>
            </a:extLst>
          </p:cNvPr>
          <p:cNvSpPr>
            <a:spLocks noGrp="1"/>
          </p:cNvSpPr>
          <p:nvPr>
            <p:ph type="body" sz="quarter" idx="13"/>
          </p:nvPr>
        </p:nvSpPr>
        <p:spPr/>
        <p:txBody>
          <a:bodyPr/>
          <a:lstStyle/>
          <a:p>
            <a:r>
              <a:rPr lang="tr-TR" dirty="0"/>
              <a:t>Dr. </a:t>
            </a:r>
            <a:r>
              <a:rPr lang="tr-TR" dirty="0" err="1"/>
              <a:t>Öğr</a:t>
            </a:r>
            <a:r>
              <a:rPr lang="tr-TR" dirty="0"/>
              <a:t>. Üyesi </a:t>
            </a:r>
            <a:r>
              <a:rPr lang="tr-TR" dirty="0" err="1"/>
              <a:t>Mevlüt</a:t>
            </a:r>
            <a:r>
              <a:rPr lang="tr-TR" dirty="0"/>
              <a:t> ERSOY</a:t>
            </a:r>
          </a:p>
        </p:txBody>
      </p:sp>
      <p:sp>
        <p:nvSpPr>
          <p:cNvPr id="4" name="Metin Yer Tutucusu 3">
            <a:extLst>
              <a:ext uri="{FF2B5EF4-FFF2-40B4-BE49-F238E27FC236}">
                <a16:creationId xmlns:a16="http://schemas.microsoft.com/office/drawing/2014/main" id="{F119D374-AC3C-034C-8AB9-F889A26B42E3}"/>
              </a:ext>
            </a:extLst>
          </p:cNvPr>
          <p:cNvSpPr>
            <a:spLocks noGrp="1"/>
          </p:cNvSpPr>
          <p:nvPr>
            <p:ph type="body" sz="quarter" idx="14"/>
          </p:nvPr>
        </p:nvSpPr>
        <p:spPr/>
        <p:txBody>
          <a:bodyPr/>
          <a:lstStyle/>
          <a:p>
            <a:r>
              <a:rPr lang="tr-TR" dirty="0"/>
              <a:t>9. Hafta - VLSM Tekniği</a:t>
            </a:r>
          </a:p>
        </p:txBody>
      </p:sp>
    </p:spTree>
    <p:extLst>
      <p:ext uri="{BB962C8B-B14F-4D97-AF65-F5344CB8AC3E}">
        <p14:creationId xmlns:p14="http://schemas.microsoft.com/office/powerpoint/2010/main" val="1074566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Unvan 1">
            <a:extLst>
              <a:ext uri="{FF2B5EF4-FFF2-40B4-BE49-F238E27FC236}">
                <a16:creationId xmlns:a16="http://schemas.microsoft.com/office/drawing/2014/main" id="{6C8684D2-542F-224D-8719-6747131F98D1}"/>
              </a:ext>
            </a:extLst>
          </p:cNvPr>
          <p:cNvSpPr>
            <a:spLocks noGrp="1"/>
          </p:cNvSpPr>
          <p:nvPr>
            <p:ph type="title"/>
          </p:nvPr>
        </p:nvSpPr>
        <p:spPr>
          <a:xfrm>
            <a:off x="313765" y="853415"/>
            <a:ext cx="8686800" cy="536114"/>
          </a:xfrm>
        </p:spPr>
        <p:txBody>
          <a:bodyPr>
            <a:normAutofit fontScale="90000"/>
          </a:bodyPr>
          <a:lstStyle/>
          <a:p>
            <a:r>
              <a:rPr lang="tr-TR" dirty="0"/>
              <a:t>Bölüm / Hafta Hedefleri</a:t>
            </a:r>
          </a:p>
        </p:txBody>
      </p:sp>
      <p:sp>
        <p:nvSpPr>
          <p:cNvPr id="5" name="İçerik Yer Tutucusu 2">
            <a:extLst>
              <a:ext uri="{FF2B5EF4-FFF2-40B4-BE49-F238E27FC236}">
                <a16:creationId xmlns:a16="http://schemas.microsoft.com/office/drawing/2014/main" id="{38A35BBB-8AFD-4941-AE2F-6BE7230124BA}"/>
              </a:ext>
            </a:extLst>
          </p:cNvPr>
          <p:cNvSpPr>
            <a:spLocks noGrp="1"/>
          </p:cNvSpPr>
          <p:nvPr>
            <p:ph idx="1"/>
          </p:nvPr>
        </p:nvSpPr>
        <p:spPr>
          <a:xfrm>
            <a:off x="313765" y="1515035"/>
            <a:ext cx="8686800" cy="4929308"/>
          </a:xfrm>
        </p:spPr>
        <p:txBody>
          <a:bodyPr/>
          <a:lstStyle/>
          <a:p>
            <a:r>
              <a:rPr lang="tr-TR" sz="2400" dirty="0"/>
              <a:t>Değişken Uzunluklu Alt Ağ Maskesi (VLSM)</a:t>
            </a:r>
          </a:p>
          <a:p>
            <a:r>
              <a:rPr lang="tr-TR" sz="2400" dirty="0"/>
              <a:t>Etki Alanları Arasında Sınıfsız Yönlendirme (CIDR)</a:t>
            </a:r>
          </a:p>
        </p:txBody>
      </p:sp>
    </p:spTree>
    <p:extLst>
      <p:ext uri="{BB962C8B-B14F-4D97-AF65-F5344CB8AC3E}">
        <p14:creationId xmlns:p14="http://schemas.microsoft.com/office/powerpoint/2010/main" val="1161259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33DEEF7-983A-49CD-A7F8-239B74ACDD7F}"/>
              </a:ext>
            </a:extLst>
          </p:cNvPr>
          <p:cNvSpPr>
            <a:spLocks noGrp="1"/>
          </p:cNvSpPr>
          <p:nvPr>
            <p:ph type="title"/>
          </p:nvPr>
        </p:nvSpPr>
        <p:spPr/>
        <p:txBody>
          <a:bodyPr>
            <a:normAutofit fontScale="90000"/>
          </a:bodyPr>
          <a:lstStyle/>
          <a:p>
            <a:r>
              <a:rPr lang="tr-TR" dirty="0"/>
              <a:t>Değişken Uzunluklu Alt Ağ Maskesi (VLSM)</a:t>
            </a:r>
          </a:p>
        </p:txBody>
      </p:sp>
      <p:sp>
        <p:nvSpPr>
          <p:cNvPr id="3" name="İçerik Yer Tutucusu 2">
            <a:extLst>
              <a:ext uri="{FF2B5EF4-FFF2-40B4-BE49-F238E27FC236}">
                <a16:creationId xmlns:a16="http://schemas.microsoft.com/office/drawing/2014/main" id="{8EFDEC5B-82FC-4835-A8DB-F1AF305B5721}"/>
              </a:ext>
            </a:extLst>
          </p:cNvPr>
          <p:cNvSpPr>
            <a:spLocks noGrp="1"/>
          </p:cNvSpPr>
          <p:nvPr>
            <p:ph idx="1"/>
          </p:nvPr>
        </p:nvSpPr>
        <p:spPr>
          <a:xfrm>
            <a:off x="313765" y="1700092"/>
            <a:ext cx="8686800" cy="4929308"/>
          </a:xfrm>
        </p:spPr>
        <p:txBody>
          <a:bodyPr/>
          <a:lstStyle/>
          <a:p>
            <a:pPr marL="0" indent="0" algn="just">
              <a:buNone/>
            </a:pPr>
            <a:r>
              <a:rPr lang="tr-TR" sz="2000" dirty="0"/>
              <a:t>İlk sınıflı alt ağa bölme tasarımı, tek bir sınıflı ağın tüm alt ağlarının aynı boyutta olmasını gerektiriyordu. Bunun nedeni, yönlendiricilerin yönlendirme güncellemelerinde alt ağ maskesi bilgilerinin bulunmamasıydı. Bir </a:t>
            </a:r>
            <a:r>
              <a:rPr lang="tr-TR" sz="2000" dirty="0" err="1"/>
              <a:t>arayüz</a:t>
            </a:r>
            <a:r>
              <a:rPr lang="tr-TR" sz="2000" dirty="0"/>
              <a:t> üzerinde bir alt ağ adresi ve maskesiyle programlanan bir yönlendirici, aynı maskeyi yönlendirme tablosunda bulunan diğer alt ağlara otomatik olarak uyguluyordu. Bu sınırlama, IP adresleme şemasında sabit uzunluklu alt ağ maskeleri için planlama yapılmasını gerektiriyordu.</a:t>
            </a:r>
          </a:p>
          <a:p>
            <a:pPr marL="0" indent="0" algn="just">
              <a:buNone/>
            </a:pPr>
            <a:endParaRPr lang="tr-TR" sz="2000" dirty="0"/>
          </a:p>
          <a:p>
            <a:pPr marL="0" indent="0" algn="just">
              <a:buNone/>
            </a:pPr>
            <a:r>
              <a:rPr lang="tr-TR" sz="2000" dirty="0"/>
              <a:t>Ancak sabit uzunluklu alt ağ maskeleri çok sayıda IP adresini gereksiz harcayabilir. Örneğin, bir siteye ve 8.000 konak bilgisayara sahip bir kuruluşu ve sırasıyla 1.000, 400 ve 100 konak bilgisayara sahip üç başka konumu ele alalım. Sabit uzunluklu bir alt ağ maskesi kullanıldığında, her alt ağ maskesinin (yalnızca 100 adrese ihtiyaç duyan konuma atanan maskenin bile) en az 8.000 konak bilgisayarı desteklemesi gerekirdi.</a:t>
            </a:r>
          </a:p>
        </p:txBody>
      </p:sp>
    </p:spTree>
    <p:extLst>
      <p:ext uri="{BB962C8B-B14F-4D97-AF65-F5344CB8AC3E}">
        <p14:creationId xmlns:p14="http://schemas.microsoft.com/office/powerpoint/2010/main" val="3979431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310BDFF-D780-4CC5-B3D9-C7A065EBCC33}"/>
              </a:ext>
            </a:extLst>
          </p:cNvPr>
          <p:cNvSpPr>
            <a:spLocks noGrp="1"/>
          </p:cNvSpPr>
          <p:nvPr>
            <p:ph type="title"/>
          </p:nvPr>
        </p:nvSpPr>
        <p:spPr/>
        <p:txBody>
          <a:bodyPr>
            <a:normAutofit fontScale="90000"/>
          </a:bodyPr>
          <a:lstStyle/>
          <a:p>
            <a:r>
              <a:rPr lang="tr-TR" dirty="0"/>
              <a:t>Değişken Uzunluklu Alt Ağ Maskesi (VLSM)</a:t>
            </a:r>
          </a:p>
        </p:txBody>
      </p:sp>
      <p:sp>
        <p:nvSpPr>
          <p:cNvPr id="3" name="İçerik Yer Tutucusu 2">
            <a:extLst>
              <a:ext uri="{FF2B5EF4-FFF2-40B4-BE49-F238E27FC236}">
                <a16:creationId xmlns:a16="http://schemas.microsoft.com/office/drawing/2014/main" id="{880303B3-B6C8-4DF4-80AB-702195F5F601}"/>
              </a:ext>
            </a:extLst>
          </p:cNvPr>
          <p:cNvSpPr>
            <a:spLocks noGrp="1"/>
          </p:cNvSpPr>
          <p:nvPr>
            <p:ph idx="1"/>
          </p:nvPr>
        </p:nvSpPr>
        <p:spPr/>
        <p:txBody>
          <a:bodyPr/>
          <a:lstStyle/>
          <a:p>
            <a:pPr marL="0" indent="0" algn="just">
              <a:buNone/>
            </a:pPr>
            <a:r>
              <a:rPr lang="tr-TR" sz="2400" dirty="0"/>
              <a:t>Değişken uzunluklu alt ağ maskesi (VLSM) kullanmak, bu sorunu çözmeye yardımcı olur. VLSM adreslemesi, bir adres alanının çeşitli boyutlarda ağlara bölünmesine olanak verir. Bu, alt ağların alt ağlara bölünmesiyle gerçekleştirilir. Bunu gerçekleştirmek için günümüzde yönlendiricilerin ağın IP adresini içeren yönlendirme bilgilerini ve IP adresinin ağ bölümünü oluşturan bit sayısını belirten alt ağ maskesi bilgilerini alması gerekir. VLSM, geleneksel sınıflı alt ağa bölme işleminde gereksizce harcanacak binlerce IP adresinden tasarruf sağlar. </a:t>
            </a:r>
          </a:p>
        </p:txBody>
      </p:sp>
    </p:spTree>
    <p:extLst>
      <p:ext uri="{BB962C8B-B14F-4D97-AF65-F5344CB8AC3E}">
        <p14:creationId xmlns:p14="http://schemas.microsoft.com/office/powerpoint/2010/main" val="406275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071A1C8-D2C0-4596-BB87-765ACF15EEC5}"/>
              </a:ext>
            </a:extLst>
          </p:cNvPr>
          <p:cNvSpPr>
            <a:spLocks noGrp="1"/>
          </p:cNvSpPr>
          <p:nvPr>
            <p:ph type="title"/>
          </p:nvPr>
        </p:nvSpPr>
        <p:spPr/>
        <p:txBody>
          <a:bodyPr>
            <a:normAutofit fontScale="90000"/>
          </a:bodyPr>
          <a:lstStyle/>
          <a:p>
            <a:r>
              <a:rPr lang="tr-TR" dirty="0"/>
              <a:t>Sabit Uzunluklu Alt Ağ Maskesi</a:t>
            </a:r>
          </a:p>
        </p:txBody>
      </p:sp>
      <p:pic>
        <p:nvPicPr>
          <p:cNvPr id="4" name="İçerik Yer Tutucusu 3">
            <a:extLst>
              <a:ext uri="{FF2B5EF4-FFF2-40B4-BE49-F238E27FC236}">
                <a16:creationId xmlns:a16="http://schemas.microsoft.com/office/drawing/2014/main" id="{05E1F6D2-D90E-49FE-BF06-578ED9FD6B86}"/>
              </a:ext>
            </a:extLst>
          </p:cNvPr>
          <p:cNvPicPr>
            <a:picLocks noGrp="1" noChangeAspect="1"/>
          </p:cNvPicPr>
          <p:nvPr>
            <p:ph idx="1"/>
          </p:nvPr>
        </p:nvPicPr>
        <p:blipFill>
          <a:blip r:embed="rId2"/>
          <a:stretch>
            <a:fillRect/>
          </a:stretch>
        </p:blipFill>
        <p:spPr>
          <a:xfrm>
            <a:off x="400850" y="1389529"/>
            <a:ext cx="8342300" cy="4929188"/>
          </a:xfrm>
          <a:prstGeom prst="rect">
            <a:avLst/>
          </a:prstGeom>
        </p:spPr>
      </p:pic>
    </p:spTree>
    <p:extLst>
      <p:ext uri="{BB962C8B-B14F-4D97-AF65-F5344CB8AC3E}">
        <p14:creationId xmlns:p14="http://schemas.microsoft.com/office/powerpoint/2010/main" val="1717800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50D54E2-BECE-4558-8682-283D302DC437}"/>
              </a:ext>
            </a:extLst>
          </p:cNvPr>
          <p:cNvSpPr>
            <a:spLocks noGrp="1"/>
          </p:cNvSpPr>
          <p:nvPr>
            <p:ph type="title"/>
          </p:nvPr>
        </p:nvSpPr>
        <p:spPr/>
        <p:txBody>
          <a:bodyPr>
            <a:normAutofit fontScale="90000"/>
          </a:bodyPr>
          <a:lstStyle/>
          <a:p>
            <a:r>
              <a:rPr lang="tr-TR" dirty="0"/>
              <a:t>Sabit Uzunluklu Alt Ağ Maskesi</a:t>
            </a:r>
          </a:p>
        </p:txBody>
      </p:sp>
      <p:pic>
        <p:nvPicPr>
          <p:cNvPr id="4" name="İçerik Yer Tutucusu 3">
            <a:extLst>
              <a:ext uri="{FF2B5EF4-FFF2-40B4-BE49-F238E27FC236}">
                <a16:creationId xmlns:a16="http://schemas.microsoft.com/office/drawing/2014/main" id="{B01FA4DA-4BE7-4510-9DFC-CC0E8E7ECF5E}"/>
              </a:ext>
            </a:extLst>
          </p:cNvPr>
          <p:cNvPicPr>
            <a:picLocks noGrp="1" noChangeAspect="1"/>
          </p:cNvPicPr>
          <p:nvPr>
            <p:ph idx="1"/>
          </p:nvPr>
        </p:nvPicPr>
        <p:blipFill>
          <a:blip r:embed="rId2"/>
          <a:stretch>
            <a:fillRect/>
          </a:stretch>
        </p:blipFill>
        <p:spPr>
          <a:xfrm>
            <a:off x="451239" y="1389529"/>
            <a:ext cx="8411851" cy="4929188"/>
          </a:xfrm>
          <a:prstGeom prst="rect">
            <a:avLst/>
          </a:prstGeom>
        </p:spPr>
      </p:pic>
    </p:spTree>
    <p:extLst>
      <p:ext uri="{BB962C8B-B14F-4D97-AF65-F5344CB8AC3E}">
        <p14:creationId xmlns:p14="http://schemas.microsoft.com/office/powerpoint/2010/main" val="3560159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A0AA482-D079-4AD3-8F87-0363A4924F85}"/>
              </a:ext>
            </a:extLst>
          </p:cNvPr>
          <p:cNvSpPr>
            <a:spLocks noGrp="1"/>
          </p:cNvSpPr>
          <p:nvPr>
            <p:ph type="title"/>
          </p:nvPr>
        </p:nvSpPr>
        <p:spPr/>
        <p:txBody>
          <a:bodyPr>
            <a:normAutofit fontScale="90000"/>
          </a:bodyPr>
          <a:lstStyle/>
          <a:p>
            <a:r>
              <a:rPr lang="tr-TR" dirty="0"/>
              <a:t>Sabit Uzunluklu Alt Ağ Maskesi</a:t>
            </a:r>
          </a:p>
        </p:txBody>
      </p:sp>
      <p:pic>
        <p:nvPicPr>
          <p:cNvPr id="4" name="Resim 3">
            <a:extLst>
              <a:ext uri="{FF2B5EF4-FFF2-40B4-BE49-F238E27FC236}">
                <a16:creationId xmlns:a16="http://schemas.microsoft.com/office/drawing/2014/main" id="{3F10866E-E3B8-4BC4-A7A3-E44300FE1609}"/>
              </a:ext>
            </a:extLst>
          </p:cNvPr>
          <p:cNvPicPr>
            <a:picLocks noChangeAspect="1"/>
          </p:cNvPicPr>
          <p:nvPr/>
        </p:nvPicPr>
        <p:blipFill>
          <a:blip r:embed="rId2"/>
          <a:stretch>
            <a:fillRect/>
          </a:stretch>
        </p:blipFill>
        <p:spPr>
          <a:xfrm>
            <a:off x="463923" y="1389529"/>
            <a:ext cx="8386483" cy="4938795"/>
          </a:xfrm>
          <a:prstGeom prst="rect">
            <a:avLst/>
          </a:prstGeom>
        </p:spPr>
      </p:pic>
    </p:spTree>
    <p:extLst>
      <p:ext uri="{BB962C8B-B14F-4D97-AF65-F5344CB8AC3E}">
        <p14:creationId xmlns:p14="http://schemas.microsoft.com/office/powerpoint/2010/main" val="1064134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E351CC0-20E2-4414-81A7-7DC843040047}"/>
              </a:ext>
            </a:extLst>
          </p:cNvPr>
          <p:cNvSpPr>
            <a:spLocks noGrp="1"/>
          </p:cNvSpPr>
          <p:nvPr>
            <p:ph type="title"/>
          </p:nvPr>
        </p:nvSpPr>
        <p:spPr/>
        <p:txBody>
          <a:bodyPr>
            <a:normAutofit fontScale="90000"/>
          </a:bodyPr>
          <a:lstStyle/>
          <a:p>
            <a:r>
              <a:rPr lang="tr-TR" dirty="0"/>
              <a:t>Sabit Uzunluklu Alt Ağ Maskesi</a:t>
            </a:r>
          </a:p>
        </p:txBody>
      </p:sp>
      <p:pic>
        <p:nvPicPr>
          <p:cNvPr id="4" name="İçerik Yer Tutucusu 3">
            <a:extLst>
              <a:ext uri="{FF2B5EF4-FFF2-40B4-BE49-F238E27FC236}">
                <a16:creationId xmlns:a16="http://schemas.microsoft.com/office/drawing/2014/main" id="{6796CDC2-FC20-4178-A0A8-CCB2951C8066}"/>
              </a:ext>
            </a:extLst>
          </p:cNvPr>
          <p:cNvPicPr>
            <a:picLocks noGrp="1" noChangeAspect="1"/>
          </p:cNvPicPr>
          <p:nvPr>
            <p:ph idx="1"/>
          </p:nvPr>
        </p:nvPicPr>
        <p:blipFill>
          <a:blip r:embed="rId2"/>
          <a:stretch>
            <a:fillRect/>
          </a:stretch>
        </p:blipFill>
        <p:spPr>
          <a:xfrm>
            <a:off x="462196" y="1389529"/>
            <a:ext cx="8389938" cy="4929188"/>
          </a:xfrm>
          <a:prstGeom prst="rect">
            <a:avLst/>
          </a:prstGeom>
        </p:spPr>
      </p:pic>
    </p:spTree>
    <p:extLst>
      <p:ext uri="{BB962C8B-B14F-4D97-AF65-F5344CB8AC3E}">
        <p14:creationId xmlns:p14="http://schemas.microsoft.com/office/powerpoint/2010/main" val="25156454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E0AE0B3-4769-46BF-8320-FE758DD456AB}"/>
              </a:ext>
            </a:extLst>
          </p:cNvPr>
          <p:cNvSpPr>
            <a:spLocks noGrp="1"/>
          </p:cNvSpPr>
          <p:nvPr>
            <p:ph type="title"/>
          </p:nvPr>
        </p:nvSpPr>
        <p:spPr/>
        <p:txBody>
          <a:bodyPr>
            <a:normAutofit fontScale="90000"/>
          </a:bodyPr>
          <a:lstStyle/>
          <a:p>
            <a:r>
              <a:rPr lang="tr-TR" dirty="0"/>
              <a:t>Değişken Uzunluklu Alt Ağ Maskesi (VLSM)</a:t>
            </a:r>
          </a:p>
        </p:txBody>
      </p:sp>
      <p:pic>
        <p:nvPicPr>
          <p:cNvPr id="4" name="Resim 3">
            <a:extLst>
              <a:ext uri="{FF2B5EF4-FFF2-40B4-BE49-F238E27FC236}">
                <a16:creationId xmlns:a16="http://schemas.microsoft.com/office/drawing/2014/main" id="{3D93C642-48DD-4782-8DC2-6A16BAC5BBE7}"/>
              </a:ext>
            </a:extLst>
          </p:cNvPr>
          <p:cNvPicPr>
            <a:picLocks noChangeAspect="1"/>
          </p:cNvPicPr>
          <p:nvPr/>
        </p:nvPicPr>
        <p:blipFill>
          <a:blip r:embed="rId2"/>
          <a:stretch>
            <a:fillRect/>
          </a:stretch>
        </p:blipFill>
        <p:spPr>
          <a:xfrm>
            <a:off x="438150" y="1389529"/>
            <a:ext cx="8267700" cy="4889995"/>
          </a:xfrm>
          <a:prstGeom prst="rect">
            <a:avLst/>
          </a:prstGeom>
        </p:spPr>
      </p:pic>
    </p:spTree>
    <p:extLst>
      <p:ext uri="{BB962C8B-B14F-4D97-AF65-F5344CB8AC3E}">
        <p14:creationId xmlns:p14="http://schemas.microsoft.com/office/powerpoint/2010/main" val="39524390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D2EEF58-FFB9-4F4C-89CF-B8CA67A7E627}"/>
              </a:ext>
            </a:extLst>
          </p:cNvPr>
          <p:cNvSpPr>
            <a:spLocks noGrp="1"/>
          </p:cNvSpPr>
          <p:nvPr>
            <p:ph type="title"/>
          </p:nvPr>
        </p:nvSpPr>
        <p:spPr/>
        <p:txBody>
          <a:bodyPr>
            <a:normAutofit fontScale="90000"/>
          </a:bodyPr>
          <a:lstStyle/>
          <a:p>
            <a:r>
              <a:rPr lang="tr-TR" dirty="0"/>
              <a:t>Değişken Uzunluklu Alt Ağ Maskesi (VLSM)</a:t>
            </a:r>
          </a:p>
        </p:txBody>
      </p:sp>
      <p:pic>
        <p:nvPicPr>
          <p:cNvPr id="4" name="Resim 3">
            <a:extLst>
              <a:ext uri="{FF2B5EF4-FFF2-40B4-BE49-F238E27FC236}">
                <a16:creationId xmlns:a16="http://schemas.microsoft.com/office/drawing/2014/main" id="{57502440-3E06-4C4C-9AE4-FA216B35AE2E}"/>
              </a:ext>
            </a:extLst>
          </p:cNvPr>
          <p:cNvPicPr>
            <a:picLocks noChangeAspect="1"/>
          </p:cNvPicPr>
          <p:nvPr/>
        </p:nvPicPr>
        <p:blipFill>
          <a:blip r:embed="rId2"/>
          <a:stretch>
            <a:fillRect/>
          </a:stretch>
        </p:blipFill>
        <p:spPr>
          <a:xfrm>
            <a:off x="403422" y="1389529"/>
            <a:ext cx="8507486" cy="4915789"/>
          </a:xfrm>
          <a:prstGeom prst="rect">
            <a:avLst/>
          </a:prstGeom>
        </p:spPr>
      </p:pic>
    </p:spTree>
    <p:extLst>
      <p:ext uri="{BB962C8B-B14F-4D97-AF65-F5344CB8AC3E}">
        <p14:creationId xmlns:p14="http://schemas.microsoft.com/office/powerpoint/2010/main" val="24591370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E78BBA6-D6EC-489B-BA83-84FC5A222545}"/>
              </a:ext>
            </a:extLst>
          </p:cNvPr>
          <p:cNvSpPr>
            <a:spLocks noGrp="1"/>
          </p:cNvSpPr>
          <p:nvPr>
            <p:ph type="title"/>
          </p:nvPr>
        </p:nvSpPr>
        <p:spPr/>
        <p:txBody>
          <a:bodyPr>
            <a:normAutofit fontScale="90000"/>
          </a:bodyPr>
          <a:lstStyle/>
          <a:p>
            <a:r>
              <a:rPr lang="tr-TR" dirty="0"/>
              <a:t>Değişken Uzunluklu Alt Ağ Maskesi (VLSM)</a:t>
            </a:r>
          </a:p>
        </p:txBody>
      </p:sp>
      <p:pic>
        <p:nvPicPr>
          <p:cNvPr id="4" name="Resim 3">
            <a:extLst>
              <a:ext uri="{FF2B5EF4-FFF2-40B4-BE49-F238E27FC236}">
                <a16:creationId xmlns:a16="http://schemas.microsoft.com/office/drawing/2014/main" id="{D1C34830-4C53-41B6-8E25-ECAD6FDAF414}"/>
              </a:ext>
            </a:extLst>
          </p:cNvPr>
          <p:cNvPicPr>
            <a:picLocks noChangeAspect="1"/>
          </p:cNvPicPr>
          <p:nvPr/>
        </p:nvPicPr>
        <p:blipFill>
          <a:blip r:embed="rId2"/>
          <a:stretch>
            <a:fillRect/>
          </a:stretch>
        </p:blipFill>
        <p:spPr>
          <a:xfrm>
            <a:off x="428065" y="1389529"/>
            <a:ext cx="8458200" cy="4918110"/>
          </a:xfrm>
          <a:prstGeom prst="rect">
            <a:avLst/>
          </a:prstGeom>
        </p:spPr>
      </p:pic>
    </p:spTree>
    <p:extLst>
      <p:ext uri="{BB962C8B-B14F-4D97-AF65-F5344CB8AC3E}">
        <p14:creationId xmlns:p14="http://schemas.microsoft.com/office/powerpoint/2010/main" val="38220641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D7A3A99-78A3-4943-802A-043121ECCE0C}"/>
              </a:ext>
            </a:extLst>
          </p:cNvPr>
          <p:cNvSpPr>
            <a:spLocks noGrp="1"/>
          </p:cNvSpPr>
          <p:nvPr>
            <p:ph type="title"/>
          </p:nvPr>
        </p:nvSpPr>
        <p:spPr/>
        <p:txBody>
          <a:bodyPr>
            <a:normAutofit fontScale="90000"/>
          </a:bodyPr>
          <a:lstStyle/>
          <a:p>
            <a:r>
              <a:rPr lang="tr-TR" dirty="0"/>
              <a:t>Değişken Uzunluklu Alt Ağ Maskesi (VLSM)</a:t>
            </a:r>
          </a:p>
        </p:txBody>
      </p:sp>
      <p:pic>
        <p:nvPicPr>
          <p:cNvPr id="4" name="Resim 3">
            <a:extLst>
              <a:ext uri="{FF2B5EF4-FFF2-40B4-BE49-F238E27FC236}">
                <a16:creationId xmlns:a16="http://schemas.microsoft.com/office/drawing/2014/main" id="{E838EFBC-80DE-4AB2-923E-BCC6028FFEEB}"/>
              </a:ext>
            </a:extLst>
          </p:cNvPr>
          <p:cNvPicPr>
            <a:picLocks noChangeAspect="1"/>
          </p:cNvPicPr>
          <p:nvPr/>
        </p:nvPicPr>
        <p:blipFill>
          <a:blip r:embed="rId2"/>
          <a:stretch>
            <a:fillRect/>
          </a:stretch>
        </p:blipFill>
        <p:spPr>
          <a:xfrm>
            <a:off x="379654" y="1389529"/>
            <a:ext cx="8384692" cy="4880642"/>
          </a:xfrm>
          <a:prstGeom prst="rect">
            <a:avLst/>
          </a:prstGeom>
        </p:spPr>
      </p:pic>
    </p:spTree>
    <p:extLst>
      <p:ext uri="{BB962C8B-B14F-4D97-AF65-F5344CB8AC3E}">
        <p14:creationId xmlns:p14="http://schemas.microsoft.com/office/powerpoint/2010/main" val="3067371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10A7DB0-ED9D-46D7-9E78-7DA7C5D8E268}"/>
              </a:ext>
            </a:extLst>
          </p:cNvPr>
          <p:cNvSpPr>
            <a:spLocks noGrp="1"/>
          </p:cNvSpPr>
          <p:nvPr>
            <p:ph type="title"/>
          </p:nvPr>
        </p:nvSpPr>
        <p:spPr/>
        <p:txBody>
          <a:bodyPr>
            <a:normAutofit fontScale="90000"/>
          </a:bodyPr>
          <a:lstStyle/>
          <a:p>
            <a:r>
              <a:rPr lang="tr-TR" dirty="0"/>
              <a:t>Etki Alanları Arasında Sınıfsız Yönlendirme (CIDR)</a:t>
            </a:r>
          </a:p>
        </p:txBody>
      </p:sp>
      <p:sp>
        <p:nvSpPr>
          <p:cNvPr id="3" name="İçerik Yer Tutucusu 2">
            <a:extLst>
              <a:ext uri="{FF2B5EF4-FFF2-40B4-BE49-F238E27FC236}">
                <a16:creationId xmlns:a16="http://schemas.microsoft.com/office/drawing/2014/main" id="{DA7DD115-AD92-413D-8E51-AE84503F55B6}"/>
              </a:ext>
            </a:extLst>
          </p:cNvPr>
          <p:cNvSpPr>
            <a:spLocks noGrp="1"/>
          </p:cNvSpPr>
          <p:nvPr>
            <p:ph idx="1"/>
          </p:nvPr>
        </p:nvSpPr>
        <p:spPr/>
        <p:txBody>
          <a:bodyPr/>
          <a:lstStyle/>
          <a:p>
            <a:pPr marL="0" indent="0" algn="just">
              <a:buNone/>
            </a:pPr>
            <a:r>
              <a:rPr lang="tr-TR" sz="2800" dirty="0" err="1"/>
              <a:t>VLSM'ye</a:t>
            </a:r>
            <a:r>
              <a:rPr lang="tr-TR" sz="2800" dirty="0"/>
              <a:t> ek olarak, RFC 1519'da Etki Alanları Arasında Sınıfsız Yönlendirme (CIDR) önerilmiş ve kabul edilmiştir. CIDR, yüksek değerli bitlerin değerine dayalı olarak ağ sınıflarını yok sayar. CIDR, ağları yalnızca ağ önekindeki bit sayısına dayalı olarak tanımlar ve bu da alt ağ maskesindeki 1'lerin sayısına karşılık gelir. CIDR gösterimi kullanılarak yazılmış bir IP adresine örnek olarak 172.16.1.1/16 verilebilir; burada /16, ağ önekindeki bit sayısını temsil eder. </a:t>
            </a:r>
          </a:p>
        </p:txBody>
      </p:sp>
    </p:spTree>
    <p:extLst>
      <p:ext uri="{BB962C8B-B14F-4D97-AF65-F5344CB8AC3E}">
        <p14:creationId xmlns:p14="http://schemas.microsoft.com/office/powerpoint/2010/main" val="4209643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B95EC98-B30F-40E4-BF34-555B737E0AD6}"/>
              </a:ext>
            </a:extLst>
          </p:cNvPr>
          <p:cNvSpPr>
            <a:spLocks noGrp="1"/>
          </p:cNvSpPr>
          <p:nvPr>
            <p:ph type="title"/>
          </p:nvPr>
        </p:nvSpPr>
        <p:spPr/>
        <p:txBody>
          <a:bodyPr>
            <a:normAutofit fontScale="90000"/>
          </a:bodyPr>
          <a:lstStyle/>
          <a:p>
            <a:r>
              <a:rPr lang="tr-TR" dirty="0"/>
              <a:t>Etki Alanları Arasında Sınıfsız Yönlendirme (CIDR)</a:t>
            </a:r>
          </a:p>
        </p:txBody>
      </p:sp>
      <p:sp>
        <p:nvSpPr>
          <p:cNvPr id="3" name="İçerik Yer Tutucusu 2">
            <a:extLst>
              <a:ext uri="{FF2B5EF4-FFF2-40B4-BE49-F238E27FC236}">
                <a16:creationId xmlns:a16="http://schemas.microsoft.com/office/drawing/2014/main" id="{D8D590F1-A3BB-4C11-985D-26A035831A3B}"/>
              </a:ext>
            </a:extLst>
          </p:cNvPr>
          <p:cNvSpPr>
            <a:spLocks noGrp="1"/>
          </p:cNvSpPr>
          <p:nvPr>
            <p:ph idx="1"/>
          </p:nvPr>
        </p:nvSpPr>
        <p:spPr/>
        <p:txBody>
          <a:bodyPr/>
          <a:lstStyle/>
          <a:p>
            <a:pPr marL="0" indent="0" algn="just">
              <a:buNone/>
            </a:pPr>
            <a:r>
              <a:rPr lang="tr-TR" sz="2000" dirty="0"/>
              <a:t>CIDR protokolleri, yönlendiricileri ağ önekini belirlemek için yalnızca yüksek değerli </a:t>
            </a:r>
            <a:r>
              <a:rPr lang="tr-TR" sz="2000" dirty="0" err="1"/>
              <a:t>bit'leri</a:t>
            </a:r>
            <a:r>
              <a:rPr lang="tr-TR" sz="2000" dirty="0"/>
              <a:t> kullanmaktan kurtardı. Bu kısıtlamanın kaldırılması, kayıtlı IP adreslerini adres sınıfına göre tahsis etme zorunluluğunu da ortadan kaldırdı. </a:t>
            </a:r>
          </a:p>
          <a:p>
            <a:pPr marL="0" indent="0" algn="just">
              <a:buNone/>
            </a:pPr>
            <a:endParaRPr lang="tr-TR" sz="2000" dirty="0"/>
          </a:p>
          <a:p>
            <a:pPr marL="0" indent="0" algn="just">
              <a:buNone/>
            </a:pPr>
            <a:r>
              <a:rPr lang="tr-TR" sz="2000" dirty="0" err="1"/>
              <a:t>CIDR'den</a:t>
            </a:r>
            <a:r>
              <a:rPr lang="tr-TR" sz="2000" dirty="0"/>
              <a:t> önce, 3.000 konak bilgisayar adresine ihtiyacı olan bir ISP, gereksinimlerini karşılamak için ya tam B Sınıfı adres alanı veya birden çok C Sınıfı ağ adresi istemek zorundaydı. B Sınıfı adres alanı kullandığında ISP binlerce kayıtlı adresi gereksiz harcardı. Birden çok C Sınıfı adres istediği zaman da ISP ağını hiçbir bölümünün 254'ten fazla konak bilgisayar adresine ihtiyaç duymayacağı biçimde tasarlamak güç olabilirdi. Birçok C Sınıfı adres içeren yönlendirme tabloları da fazla büyüyerek yönetmesi güç hale gelebilir. </a:t>
            </a:r>
          </a:p>
          <a:p>
            <a:pPr marL="0" indent="0" algn="just">
              <a:buNone/>
            </a:pPr>
            <a:endParaRPr lang="tr-TR" sz="2000" dirty="0"/>
          </a:p>
        </p:txBody>
      </p:sp>
    </p:spTree>
    <p:extLst>
      <p:ext uri="{BB962C8B-B14F-4D97-AF65-F5344CB8AC3E}">
        <p14:creationId xmlns:p14="http://schemas.microsoft.com/office/powerpoint/2010/main" val="2523859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8A358B3-3561-4D3F-B7F7-DEBBEA70B962}"/>
              </a:ext>
            </a:extLst>
          </p:cNvPr>
          <p:cNvSpPr>
            <a:spLocks noGrp="1"/>
          </p:cNvSpPr>
          <p:nvPr>
            <p:ph type="title"/>
          </p:nvPr>
        </p:nvSpPr>
        <p:spPr/>
        <p:txBody>
          <a:bodyPr>
            <a:normAutofit fontScale="90000"/>
          </a:bodyPr>
          <a:lstStyle/>
          <a:p>
            <a:r>
              <a:rPr lang="tr-TR" dirty="0"/>
              <a:t>Etki Alanları Arasında Sınıfsız Yönlendirme (CIDR)</a:t>
            </a:r>
          </a:p>
        </p:txBody>
      </p:sp>
      <p:sp>
        <p:nvSpPr>
          <p:cNvPr id="3" name="İçerik Yer Tutucusu 2">
            <a:extLst>
              <a:ext uri="{FF2B5EF4-FFF2-40B4-BE49-F238E27FC236}">
                <a16:creationId xmlns:a16="http://schemas.microsoft.com/office/drawing/2014/main" id="{C16C0DF5-8CA3-4DF5-A0E2-6191838C9ED9}"/>
              </a:ext>
            </a:extLst>
          </p:cNvPr>
          <p:cNvSpPr>
            <a:spLocks noGrp="1"/>
          </p:cNvSpPr>
          <p:nvPr>
            <p:ph idx="1"/>
          </p:nvPr>
        </p:nvSpPr>
        <p:spPr/>
        <p:txBody>
          <a:bodyPr/>
          <a:lstStyle/>
          <a:p>
            <a:pPr marL="0" indent="0" algn="just">
              <a:buNone/>
            </a:pPr>
            <a:r>
              <a:rPr lang="tr-TR" sz="1600" dirty="0"/>
              <a:t>CIDR, geleneksel adres sınıflarını yok sayarak, ISP'nin ihtiyaç duyduğu konak bilgisayar adresi sayısına bağlı olarak bir adres bloğu istemesine olanak verir. Bir grup C Sınıfı adresin tek bir büyük blok içinde birleştirilmesiyle oluşturulan </a:t>
            </a:r>
            <a:r>
              <a:rPr lang="tr-TR" sz="1600" dirty="0" err="1"/>
              <a:t>süpernetler</a:t>
            </a:r>
            <a:r>
              <a:rPr lang="tr-TR" sz="1600" dirty="0"/>
              <a:t>, adreslerin daha verimli bir şekilde atanmasına olanak verir. 192.168.0.0/19, bir </a:t>
            </a:r>
            <a:r>
              <a:rPr lang="tr-TR" sz="1600" dirty="0" err="1"/>
              <a:t>süpernet</a:t>
            </a:r>
            <a:r>
              <a:rPr lang="tr-TR" sz="1600" dirty="0"/>
              <a:t> örneğidir. IP adresinin ilk 19 bitini ağ öneki için kullanmak, bu </a:t>
            </a:r>
            <a:r>
              <a:rPr lang="tr-TR" sz="1600" dirty="0" err="1"/>
              <a:t>süpernetin</a:t>
            </a:r>
            <a:r>
              <a:rPr lang="tr-TR" sz="1600" dirty="0"/>
              <a:t> 8.190 olası konak bilgisayar adresi içermesini sağlar. Bir ISP, bir </a:t>
            </a:r>
            <a:r>
              <a:rPr lang="tr-TR" sz="1600" dirty="0" err="1"/>
              <a:t>süperneti</a:t>
            </a:r>
            <a:r>
              <a:rPr lang="tr-TR" sz="1600" dirty="0"/>
              <a:t> tek bir büyük ağ olarak kullanabilir veya gereksinimlerini karşılamak için istediği sayıda daha küçük ağa bölebilir.</a:t>
            </a:r>
          </a:p>
          <a:p>
            <a:pPr marL="0" indent="0" algn="just">
              <a:buNone/>
            </a:pPr>
            <a:endParaRPr lang="tr-TR" sz="1600" dirty="0"/>
          </a:p>
          <a:p>
            <a:pPr marL="0" indent="0" algn="just">
              <a:buNone/>
            </a:pPr>
            <a:r>
              <a:rPr lang="tr-TR" sz="1600" dirty="0"/>
              <a:t>Bu örnekte, özel C Sınıfı adresi olan 192.168.0.0 </a:t>
            </a:r>
            <a:r>
              <a:rPr lang="tr-TR" sz="1600" dirty="0" err="1"/>
              <a:t>süperneti</a:t>
            </a:r>
            <a:r>
              <a:rPr lang="tr-TR" sz="1600" dirty="0"/>
              <a:t> kullanılmaktadır. Gerçekte özel adresleme kullanan ağların çoğu, A veya B Sınıfı ayrılmış adresleri ve alt ağa bölme işlemini kullanır. Sınıflı adresleme ve sabit uzunluklu alt ağ maske kullanımı artık pek yaygın olmasa da, bu adresleme yöntemlerinin nasıl işlediğini anlamak önemlidir. Özel bir alt ağ maskesi belirlenmediği sürece birçok cihaz hâlâ varsayılan alt ağ maskesini kullanmaktadır.</a:t>
            </a:r>
          </a:p>
          <a:p>
            <a:pPr marL="0" indent="0" algn="just">
              <a:buNone/>
            </a:pPr>
            <a:endParaRPr lang="tr-TR" sz="1600" dirty="0"/>
          </a:p>
          <a:p>
            <a:pPr marL="0" indent="0" algn="just">
              <a:buNone/>
            </a:pPr>
            <a:endParaRPr lang="tr-TR" sz="1600" dirty="0"/>
          </a:p>
          <a:p>
            <a:pPr marL="0" indent="0" algn="just">
              <a:buNone/>
            </a:pPr>
            <a:endParaRPr lang="tr-TR" sz="1600" dirty="0"/>
          </a:p>
        </p:txBody>
      </p:sp>
      <p:pic>
        <p:nvPicPr>
          <p:cNvPr id="4" name="Resim 3">
            <a:extLst>
              <a:ext uri="{FF2B5EF4-FFF2-40B4-BE49-F238E27FC236}">
                <a16:creationId xmlns:a16="http://schemas.microsoft.com/office/drawing/2014/main" id="{9E70289D-635A-4D04-B939-5714A17BFD37}"/>
              </a:ext>
            </a:extLst>
          </p:cNvPr>
          <p:cNvPicPr>
            <a:picLocks noChangeAspect="1"/>
          </p:cNvPicPr>
          <p:nvPr/>
        </p:nvPicPr>
        <p:blipFill>
          <a:blip r:embed="rId2"/>
          <a:stretch>
            <a:fillRect/>
          </a:stretch>
        </p:blipFill>
        <p:spPr>
          <a:xfrm>
            <a:off x="568690" y="4724400"/>
            <a:ext cx="8176949" cy="1571791"/>
          </a:xfrm>
          <a:prstGeom prst="rect">
            <a:avLst/>
          </a:prstGeom>
        </p:spPr>
      </p:pic>
    </p:spTree>
    <p:extLst>
      <p:ext uri="{BB962C8B-B14F-4D97-AF65-F5344CB8AC3E}">
        <p14:creationId xmlns:p14="http://schemas.microsoft.com/office/powerpoint/2010/main" val="28244789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Unvan 4">
            <a:extLst>
              <a:ext uri="{FF2B5EF4-FFF2-40B4-BE49-F238E27FC236}">
                <a16:creationId xmlns:a16="http://schemas.microsoft.com/office/drawing/2014/main" id="{26822225-E19D-EC43-AE5B-4CC6E2D5A64A}"/>
              </a:ext>
            </a:extLst>
          </p:cNvPr>
          <p:cNvSpPr>
            <a:spLocks noGrp="1"/>
          </p:cNvSpPr>
          <p:nvPr>
            <p:ph type="title"/>
          </p:nvPr>
        </p:nvSpPr>
        <p:spPr>
          <a:xfrm>
            <a:off x="313765" y="853415"/>
            <a:ext cx="8686800" cy="536114"/>
          </a:xfrm>
        </p:spPr>
        <p:txBody>
          <a:bodyPr>
            <a:normAutofit fontScale="90000"/>
          </a:bodyPr>
          <a:lstStyle/>
          <a:p>
            <a:r>
              <a:rPr lang="tr-TR" dirty="0"/>
              <a:t>Bölüm / Hafta Özeti</a:t>
            </a:r>
          </a:p>
        </p:txBody>
      </p:sp>
      <p:sp>
        <p:nvSpPr>
          <p:cNvPr id="7" name="İçerik Yer Tutucusu 5">
            <a:extLst>
              <a:ext uri="{FF2B5EF4-FFF2-40B4-BE49-F238E27FC236}">
                <a16:creationId xmlns:a16="http://schemas.microsoft.com/office/drawing/2014/main" id="{31301F19-586A-9F42-97FA-25F89C0B7106}"/>
              </a:ext>
            </a:extLst>
          </p:cNvPr>
          <p:cNvSpPr>
            <a:spLocks noGrp="1"/>
          </p:cNvSpPr>
          <p:nvPr>
            <p:ph idx="1"/>
          </p:nvPr>
        </p:nvSpPr>
        <p:spPr>
          <a:xfrm>
            <a:off x="313765" y="1515035"/>
            <a:ext cx="8686800" cy="4929308"/>
          </a:xfrm>
        </p:spPr>
        <p:txBody>
          <a:bodyPr/>
          <a:lstStyle/>
          <a:p>
            <a:pPr marL="0" indent="0" algn="just">
              <a:buNone/>
            </a:pPr>
            <a:r>
              <a:rPr lang="tr-TR" sz="2400" dirty="0"/>
              <a:t>Bu bölümde Değişken Uzunluklu Alt Ağ Maskesi (VLSM) ve Etki Alanları Arasında Sınıfsız Yönlendirme (CIDR) anlatılmıştır. Sabit Uzunluklu Alt Ağ Maskeleri ile Değişken Uzunluklu Alt Ağ Maskeleri (VLSM) görseller üzerinde incelenerek ağlarda bulunan konak bilgisayar sayıları ve ağ yapıları üzerinde durulmuştur.</a:t>
            </a:r>
          </a:p>
          <a:p>
            <a:pPr marL="0" indent="0" algn="just">
              <a:buNone/>
            </a:pPr>
            <a:endParaRPr lang="tr-TR" sz="2400" dirty="0"/>
          </a:p>
        </p:txBody>
      </p:sp>
    </p:spTree>
    <p:extLst>
      <p:ext uri="{BB962C8B-B14F-4D97-AF65-F5344CB8AC3E}">
        <p14:creationId xmlns:p14="http://schemas.microsoft.com/office/powerpoint/2010/main" val="2584493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Unvan 1">
            <a:extLst>
              <a:ext uri="{FF2B5EF4-FFF2-40B4-BE49-F238E27FC236}">
                <a16:creationId xmlns:a16="http://schemas.microsoft.com/office/drawing/2014/main" id="{19D5AA8E-60EA-E445-B7CC-6B48E02B71EA}"/>
              </a:ext>
            </a:extLst>
          </p:cNvPr>
          <p:cNvSpPr>
            <a:spLocks noGrp="1"/>
          </p:cNvSpPr>
          <p:nvPr>
            <p:ph type="title"/>
          </p:nvPr>
        </p:nvSpPr>
        <p:spPr>
          <a:xfrm>
            <a:off x="313765" y="853415"/>
            <a:ext cx="8686800" cy="536114"/>
          </a:xfrm>
        </p:spPr>
        <p:txBody>
          <a:bodyPr>
            <a:normAutofit fontScale="90000"/>
          </a:bodyPr>
          <a:lstStyle/>
          <a:p>
            <a:r>
              <a:rPr lang="tr-TR" dirty="0"/>
              <a:t>Kaynaklar </a:t>
            </a:r>
          </a:p>
        </p:txBody>
      </p:sp>
      <p:sp>
        <p:nvSpPr>
          <p:cNvPr id="7" name="İçerik Yer Tutucusu 4">
            <a:extLst>
              <a:ext uri="{FF2B5EF4-FFF2-40B4-BE49-F238E27FC236}">
                <a16:creationId xmlns:a16="http://schemas.microsoft.com/office/drawing/2014/main" id="{B23C765D-7536-8845-9192-B08D3EE5C869}"/>
              </a:ext>
            </a:extLst>
          </p:cNvPr>
          <p:cNvSpPr>
            <a:spLocks noGrp="1"/>
          </p:cNvSpPr>
          <p:nvPr>
            <p:ph idx="1"/>
          </p:nvPr>
        </p:nvSpPr>
        <p:spPr>
          <a:xfrm>
            <a:off x="313765" y="1515035"/>
            <a:ext cx="8686800" cy="4929308"/>
          </a:xfrm>
        </p:spPr>
        <p:txBody>
          <a:bodyPr/>
          <a:lstStyle/>
          <a:p>
            <a:r>
              <a:rPr lang="tr-TR" dirty="0"/>
              <a:t>CISCO CCNA Eğitim Modülü</a:t>
            </a:r>
          </a:p>
        </p:txBody>
      </p:sp>
    </p:spTree>
    <p:extLst>
      <p:ext uri="{BB962C8B-B14F-4D97-AF65-F5344CB8AC3E}">
        <p14:creationId xmlns:p14="http://schemas.microsoft.com/office/powerpoint/2010/main" val="4704772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lt Başlık 1">
            <a:extLst>
              <a:ext uri="{FF2B5EF4-FFF2-40B4-BE49-F238E27FC236}">
                <a16:creationId xmlns:a16="http://schemas.microsoft.com/office/drawing/2014/main" id="{77197998-B74C-5048-833E-E9C3434BEE9B}"/>
              </a:ext>
            </a:extLst>
          </p:cNvPr>
          <p:cNvSpPr>
            <a:spLocks noGrp="1"/>
          </p:cNvSpPr>
          <p:nvPr>
            <p:ph type="subTitle" idx="1"/>
          </p:nvPr>
        </p:nvSpPr>
        <p:spPr>
          <a:xfrm>
            <a:off x="152400" y="5334000"/>
            <a:ext cx="8422108" cy="861580"/>
          </a:xfrm>
        </p:spPr>
        <p:txBody>
          <a:bodyPr/>
          <a:lstStyle/>
          <a:p>
            <a:r>
              <a:rPr lang="tr-TR" dirty="0"/>
              <a:t>TEŞEKKÜRLER</a:t>
            </a:r>
          </a:p>
        </p:txBody>
      </p:sp>
    </p:spTree>
    <p:extLst>
      <p:ext uri="{BB962C8B-B14F-4D97-AF65-F5344CB8AC3E}">
        <p14:creationId xmlns:p14="http://schemas.microsoft.com/office/powerpoint/2010/main" val="2997841539"/>
      </p:ext>
    </p:extLst>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13E297F443179941B3CCCA537649BB75" ma:contentTypeVersion="4" ma:contentTypeDescription="Yeni belge oluşturun." ma:contentTypeScope="" ma:versionID="eefc4eb90b5ecf2742aa9b516938315d">
  <xsd:schema xmlns:xsd="http://www.w3.org/2001/XMLSchema" xmlns:xs="http://www.w3.org/2001/XMLSchema" xmlns:p="http://schemas.microsoft.com/office/2006/metadata/properties" xmlns:ns2="4eb0f163-66f3-43ab-a6dc-8fd6c1b95e0c" targetNamespace="http://schemas.microsoft.com/office/2006/metadata/properties" ma:root="true" ma:fieldsID="4f3cfb2777f582e4a62cd9ea7a7bfd1a" ns2:_="">
    <xsd:import namespace="4eb0f163-66f3-43ab-a6dc-8fd6c1b95e0c"/>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b0f163-66f3-43ab-a6dc-8fd6c1b95e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0D33B18-A722-4988-89C0-314FF58D6E46}"/>
</file>

<file path=customXml/itemProps2.xml><?xml version="1.0" encoding="utf-8"?>
<ds:datastoreItem xmlns:ds="http://schemas.openxmlformats.org/officeDocument/2006/customXml" ds:itemID="{F1322FA2-E977-4157-BC9B-E33988F28C75}"/>
</file>

<file path=customXml/itemProps3.xml><?xml version="1.0" encoding="utf-8"?>
<ds:datastoreItem xmlns:ds="http://schemas.openxmlformats.org/officeDocument/2006/customXml" ds:itemID="{9FF264B8-7D29-48CF-A02F-72179316C0B6}"/>
</file>

<file path=docProps/app.xml><?xml version="1.0" encoding="utf-8"?>
<Properties xmlns="http://schemas.openxmlformats.org/officeDocument/2006/extended-properties" xmlns:vt="http://schemas.openxmlformats.org/officeDocument/2006/docPropsVTypes">
  <TotalTime>96</TotalTime>
  <Words>767</Words>
  <Application>Microsoft Office PowerPoint</Application>
  <PresentationFormat>Ekran Gösterisi (4:3)</PresentationFormat>
  <Paragraphs>36</Paragraphs>
  <Slides>18</Slides>
  <Notes>0</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18</vt:i4>
      </vt:variant>
    </vt:vector>
  </HeadingPairs>
  <TitlesOfParts>
    <vt:vector size="21" baseType="lpstr">
      <vt:lpstr>Arial</vt:lpstr>
      <vt:lpstr>Calibri</vt:lpstr>
      <vt:lpstr>Ofis Teması</vt:lpstr>
      <vt:lpstr>PowerPoint Sunusu</vt:lpstr>
      <vt:lpstr>Bölüm / Hafta Hedefleri</vt:lpstr>
      <vt:lpstr>Değişken Uzunluklu Alt Ağ Maskesi (VLSM)</vt:lpstr>
      <vt:lpstr>Değişken Uzunluklu Alt Ağ Maskesi (VLSM)</vt:lpstr>
      <vt:lpstr>Sabit Uzunluklu Alt Ağ Maskesi</vt:lpstr>
      <vt:lpstr>Sabit Uzunluklu Alt Ağ Maskesi</vt:lpstr>
      <vt:lpstr>Sabit Uzunluklu Alt Ağ Maskesi</vt:lpstr>
      <vt:lpstr>Sabit Uzunluklu Alt Ağ Maskesi</vt:lpstr>
      <vt:lpstr>Değişken Uzunluklu Alt Ağ Maskesi (VLSM)</vt:lpstr>
      <vt:lpstr>Değişken Uzunluklu Alt Ağ Maskesi (VLSM)</vt:lpstr>
      <vt:lpstr>Değişken Uzunluklu Alt Ağ Maskesi (VLSM)</vt:lpstr>
      <vt:lpstr>Değişken Uzunluklu Alt Ağ Maskesi (VLSM)</vt:lpstr>
      <vt:lpstr>Etki Alanları Arasında Sınıfsız Yönlendirme (CIDR)</vt:lpstr>
      <vt:lpstr>Etki Alanları Arasında Sınıfsız Yönlendirme (CIDR)</vt:lpstr>
      <vt:lpstr>Etki Alanları Arasında Sınıfsız Yönlendirme (CIDR)</vt:lpstr>
      <vt:lpstr>Bölüm / Hafta Özeti</vt:lpstr>
      <vt:lpstr>Kaynaklar </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Cem Kumral</dc:creator>
  <cp:lastModifiedBy>Cem Kumral</cp:lastModifiedBy>
  <cp:revision>90</cp:revision>
  <dcterms:created xsi:type="dcterms:W3CDTF">2020-03-31T18:54:31Z</dcterms:created>
  <dcterms:modified xsi:type="dcterms:W3CDTF">2020-04-15T11:46:05Z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0x01010013E297F443179941B3CCCA537649BB75</vt:lpwstr>
  </property>
</Properties>
</file>