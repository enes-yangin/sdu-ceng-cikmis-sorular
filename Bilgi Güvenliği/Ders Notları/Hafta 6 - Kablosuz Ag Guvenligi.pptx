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376" r:id="rId2"/>
    <p:sldId id="379" r:id="rId3"/>
    <p:sldId id="384" r:id="rId4"/>
    <p:sldId id="417" r:id="rId5"/>
    <p:sldId id="390" r:id="rId6"/>
    <p:sldId id="391" r:id="rId7"/>
    <p:sldId id="392" r:id="rId8"/>
    <p:sldId id="393" r:id="rId9"/>
    <p:sldId id="394" r:id="rId10"/>
    <p:sldId id="395" r:id="rId11"/>
    <p:sldId id="396" r:id="rId12"/>
    <p:sldId id="397" r:id="rId13"/>
    <p:sldId id="398" r:id="rId14"/>
    <p:sldId id="399" r:id="rId15"/>
    <p:sldId id="400" r:id="rId16"/>
    <p:sldId id="401" r:id="rId17"/>
    <p:sldId id="402" r:id="rId18"/>
    <p:sldId id="421" r:id="rId19"/>
    <p:sldId id="422" r:id="rId20"/>
    <p:sldId id="423" r:id="rId21"/>
    <p:sldId id="403" r:id="rId22"/>
    <p:sldId id="404" r:id="rId23"/>
    <p:sldId id="405" r:id="rId24"/>
    <p:sldId id="406" r:id="rId25"/>
    <p:sldId id="407" r:id="rId26"/>
    <p:sldId id="408" r:id="rId27"/>
    <p:sldId id="411" r:id="rId28"/>
    <p:sldId id="412" r:id="rId29"/>
    <p:sldId id="413" r:id="rId30"/>
    <p:sldId id="414" r:id="rId31"/>
    <p:sldId id="415" r:id="rId32"/>
    <p:sldId id="416" r:id="rId33"/>
    <p:sldId id="409" r:id="rId34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609" autoAdjust="0"/>
  </p:normalViewPr>
  <p:slideViewPr>
    <p:cSldViewPr snapToGrid="0">
      <p:cViewPr varScale="1">
        <p:scale>
          <a:sx n="72" d="100"/>
          <a:sy n="72" d="100"/>
        </p:scale>
        <p:origin x="102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ED9F16-312A-4C36-AACE-0678D343A685}" type="datetimeFigureOut">
              <a:rPr lang="tr-TR" smtClean="0"/>
              <a:t>15.04.2024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FEBFF-D6F5-4B85-BC58-D35B4BC1660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87556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FEBFF-D6F5-4B85-BC58-D35B4BC1660C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49366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Discovery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aşamasında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STA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aşağıdaki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alanlarda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belirli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teknikler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üzerinde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karar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verir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§ Unicast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yayın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trafiğini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korumak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için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gizlilik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MPDU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bütünlüğü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protokolleri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yalnızca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STA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arasındaki</a:t>
            </a:r>
            <a:endParaRPr 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trafik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WEP, with either a 40-bit or 104-bit key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TKIP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CCMP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Vendor-specific methods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§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Kimlik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doğrulama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yöntemi</a:t>
            </a:r>
            <a:endParaRPr 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IEEE 802.1X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Pre-shared key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Vendor-specific methods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§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Kriptografi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anahtar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yönetimi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yaklaşımı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5FEBFF-D6F5-4B85-BC58-D35B4BC1660C}" type="slidenum">
              <a:rPr lang="tr-TR" smtClean="0"/>
              <a:t>26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0039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5FEBFF-D6F5-4B85-BC58-D35B4BC1660C}" type="slidenum">
              <a:rPr lang="tr-TR" smtClean="0"/>
              <a:t>33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98210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8685A14-75DA-46BB-B8F8-C6BD74D94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8965A97-D214-4A28-9279-48B77EC0C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B16DF4A-FC9E-4AD4-8034-AD4D2AAAA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E1D4B-14D7-4F7D-A6A1-15E11FB215BA}" type="datetimeFigureOut">
              <a:rPr lang="tr-TR" smtClean="0"/>
              <a:t>15.04.2024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6E2607F-0430-4B23-9893-06742FF8A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80481AD-93B9-4248-A1C6-7AF2E933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2D8F-C92C-4D98-BF04-9C2E7C37FE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91988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FD1C8DA-2893-4773-B005-8C81373E9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A396FEB-233F-46FB-BA6F-6597E549B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67C436B-9D21-4A8C-9013-F65714F5E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E1D4B-14D7-4F7D-A6A1-15E11FB215BA}" type="datetimeFigureOut">
              <a:rPr lang="tr-TR" smtClean="0"/>
              <a:t>15.04.2024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408E701-27F8-4CE3-AE05-7CDC93214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B28900E-FF72-407C-A374-98939B098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2D8F-C92C-4D98-BF04-9C2E7C37FE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1181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B148BB2-BAD1-4920-8879-42F70479F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420656F-9AD2-436F-9FF4-EE8708DE8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DAC502F-F626-4AB9-BC5F-F164BEB4E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E1D4B-14D7-4F7D-A6A1-15E11FB215BA}" type="datetimeFigureOut">
              <a:rPr lang="tr-TR" smtClean="0"/>
              <a:t>15.04.2024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0D3C196-B68A-4144-93A8-B19A4632B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4EA8E45-66A0-4850-ABFF-CD39AD98A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2D8F-C92C-4D98-BF04-9C2E7C37FE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8326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815B8DC-C4DB-48DD-A619-0A11DB3C4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20489F5-9551-40D7-9A2A-8D65EC1BED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D4E444B-1579-4C9D-A84D-064CE12D7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D7C3706-0232-4E66-86F6-59FF4ED96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E1D4B-14D7-4F7D-A6A1-15E11FB215BA}" type="datetimeFigureOut">
              <a:rPr lang="tr-TR" smtClean="0"/>
              <a:t>15.04.2024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3908B3E-04CD-41F8-B547-83226D1CD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9C97AFD-3949-4C84-8645-4C965CAA2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2D8F-C92C-4D98-BF04-9C2E7C37FE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81829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73D08BC-FCDC-4872-AC0B-40BB34418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D1FCB85-AE00-4BE7-AD6F-0B57ED065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B5EE720-1262-40D8-A747-5FB8D6E90F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5B5F8A88-705C-4238-9F42-FF3F1EF87D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76CB98BB-C2ED-4E73-A70F-5E7D8A1191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6EB49E79-7DCE-4193-A4E4-56E6E8A79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E1D4B-14D7-4F7D-A6A1-15E11FB215BA}" type="datetimeFigureOut">
              <a:rPr lang="tr-TR" smtClean="0"/>
              <a:t>15.04.2024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6B5FACB7-49FD-40F6-8784-042D4BECF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6B6397C3-867D-4F99-BE66-7C4A4FF82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2D8F-C92C-4D98-BF04-9C2E7C37FE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70345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1B22772-3488-4759-ADC4-A9D1073E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22B1DBBA-D988-4176-A22C-B743AA0A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E1D4B-14D7-4F7D-A6A1-15E11FB215BA}" type="datetimeFigureOut">
              <a:rPr lang="tr-TR" smtClean="0"/>
              <a:t>15.04.2024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A425934E-1229-4AE6-B174-7399E4FFA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F1FF8D5F-5EF8-4AFC-A862-8A5D84870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2D8F-C92C-4D98-BF04-9C2E7C37FE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39235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0D741238-A9ED-488E-8A78-58EA9C30E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E1D4B-14D7-4F7D-A6A1-15E11FB215BA}" type="datetimeFigureOut">
              <a:rPr lang="tr-TR" smtClean="0"/>
              <a:t>15.04.2024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99D21B80-E454-4202-A107-2D06413A3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A4F770D-C80A-4756-8D91-15D50A0B7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2D8F-C92C-4D98-BF04-9C2E7C37FE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1351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CF7E3EA-44A2-4772-9E95-F0FDF222D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0F710B7-86A3-439A-9006-10E519B9A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D2DAE7A-0194-4263-B2A4-FDD2801DB4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7E3F5C3-6204-4ED2-B3EA-007FCDC4C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E1D4B-14D7-4F7D-A6A1-15E11FB215BA}" type="datetimeFigureOut">
              <a:rPr lang="tr-TR" smtClean="0"/>
              <a:t>15.04.2024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16A8D2B-853A-4C58-A88D-18FAD6D7C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D78AB35-BDA3-4E3C-BEBF-3FAC71EFB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2D8F-C92C-4D98-BF04-9C2E7C37FE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38574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7F16389-69FE-40D2-838A-51E463AD3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341FA691-7308-477F-8B1B-D1F70EBC84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D4DC07EB-5FF8-44DF-B2BF-8B8BC670F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8E18F1A-7168-45C8-ABED-66FB3C01E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E1D4B-14D7-4F7D-A6A1-15E11FB215BA}" type="datetimeFigureOut">
              <a:rPr lang="tr-TR" smtClean="0"/>
              <a:t>15.04.2024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854D27B-21BE-4CAA-A2BC-EC030E49F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D12E687-9595-443C-BE3F-6AAA279DD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2D8F-C92C-4D98-BF04-9C2E7C37FE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82386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12DCADF-A92A-4405-A0EC-84204146A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1BA3DD0E-F953-4882-A62E-2FEC86D08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EFAE68A-5C33-43C1-8A59-D90C08922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E1D4B-14D7-4F7D-A6A1-15E11FB215BA}" type="datetimeFigureOut">
              <a:rPr lang="tr-TR" smtClean="0"/>
              <a:t>15.04.2024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25F10CC-FA57-428E-A8CA-BCF67204E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F2DE88E-47EF-44C7-BF32-AAD24385B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2D8F-C92C-4D98-BF04-9C2E7C37FE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79242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68650632-C269-4EA7-A71A-A84FBE8F17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8A6707F-596A-40C2-9A38-926A7F3F89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11D2F11-7F90-4094-A9D8-51B729FD9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E1D4B-14D7-4F7D-A6A1-15E11FB215BA}" type="datetimeFigureOut">
              <a:rPr lang="tr-TR" smtClean="0"/>
              <a:t>15.04.2024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ADB3DC0-FAA4-486E-B654-2AD946BC7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BCAAA84-30F6-44A3-8D68-C5B957DA5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2D8F-C92C-4D98-BF04-9C2E7C37FE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14274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0B14A1D8-817A-4759-997F-28C941C08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C6F4AD4-B9BD-4744-9A95-59B8F6448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70346FF-DC92-4FC8-AF03-20590EB24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3E1D4B-14D7-4F7D-A6A1-15E11FB215BA}" type="datetimeFigureOut">
              <a:rPr lang="tr-TR" smtClean="0"/>
              <a:t>15.04.2024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0288013-F67D-4929-B6AF-EFE638AFD8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7B3E37D-7147-4E2D-82BD-791FEA33ED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892D8F-C92C-4D98-BF04-9C2E7C37FE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31446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Unvan 3">
            <a:extLst>
              <a:ext uri="{FF2B5EF4-FFF2-40B4-BE49-F238E27FC236}">
                <a16:creationId xmlns:a16="http://schemas.microsoft.com/office/drawing/2014/main" id="{0F6201E1-A135-48B9-9DBC-7976DB0DD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7888" y="1709739"/>
            <a:ext cx="7886700" cy="2852737"/>
          </a:xfrm>
        </p:spPr>
        <p:txBody>
          <a:bodyPr/>
          <a:lstStyle/>
          <a:p>
            <a:r>
              <a:rPr lang="tr-TR" altLang="tr-TR" dirty="0" smtClean="0"/>
              <a:t>Kablosuz Ağ Güvenliği</a:t>
            </a:r>
            <a:endParaRPr lang="tr-TR" altLang="tr-TR" dirty="0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7E3CFE32-3129-4125-A037-F7D2A7526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7888" y="4589464"/>
            <a:ext cx="7886700" cy="1500187"/>
          </a:xfrm>
        </p:spPr>
        <p:txBody>
          <a:bodyPr/>
          <a:lstStyle/>
          <a:p>
            <a:pPr>
              <a:defRPr/>
            </a:pPr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Unvan 1">
            <a:extLst>
              <a:ext uri="{FF2B5EF4-FFF2-40B4-BE49-F238E27FC236}">
                <a16:creationId xmlns:a16="http://schemas.microsoft.com/office/drawing/2014/main" id="{4A44B611-C178-46A4-BE69-11304F928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Kablosuz Ağ Güvenliği</a:t>
            </a:r>
            <a:endParaRPr lang="tr-TR" altLang="tr-TR" dirty="0"/>
          </a:p>
        </p:txBody>
      </p:sp>
      <p:sp>
        <p:nvSpPr>
          <p:cNvPr id="67587" name="İçerik Yer Tutucusu 2">
            <a:extLst>
              <a:ext uri="{FF2B5EF4-FFF2-40B4-BE49-F238E27FC236}">
                <a16:creationId xmlns:a16="http://schemas.microsoft.com/office/drawing/2014/main" id="{B11D205C-0B7F-43A2-857C-C7841B448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 smtClean="0"/>
              <a:t>Kablolu ağlarla karşılaştırıldığında kablosuz ağlar daha yüksek güvenlik riskleri ile karşı karşıyadır</a:t>
            </a:r>
          </a:p>
          <a:p>
            <a:r>
              <a:rPr lang="tr-TR" b="1" dirty="0" smtClean="0"/>
              <a:t>İletişim Kanalı</a:t>
            </a:r>
          </a:p>
          <a:p>
            <a:pPr lvl="1"/>
            <a:r>
              <a:rPr lang="tr-TR" dirty="0" smtClean="0"/>
              <a:t>İletişim genelde yayın temelli (</a:t>
            </a:r>
            <a:r>
              <a:rPr lang="tr-TR" dirty="0" err="1" smtClean="0"/>
              <a:t>broadcast</a:t>
            </a:r>
            <a:r>
              <a:rPr lang="tr-TR" dirty="0" smtClean="0"/>
              <a:t>)</a:t>
            </a:r>
          </a:p>
          <a:p>
            <a:r>
              <a:rPr lang="tr-TR" dirty="0" smtClean="0"/>
              <a:t> </a:t>
            </a:r>
            <a:r>
              <a:rPr lang="tr-TR" b="1" dirty="0" smtClean="0"/>
              <a:t>Hareketlilik</a:t>
            </a:r>
          </a:p>
          <a:p>
            <a:pPr lvl="1"/>
            <a:r>
              <a:rPr lang="tr-TR" dirty="0" smtClean="0"/>
              <a:t>Çok fazla</a:t>
            </a:r>
          </a:p>
          <a:p>
            <a:r>
              <a:rPr lang="tr-TR" b="1" dirty="0" smtClean="0"/>
              <a:t>Kaynaklar</a:t>
            </a:r>
          </a:p>
          <a:p>
            <a:pPr lvl="1"/>
            <a:r>
              <a:rPr lang="tr-TR" dirty="0" smtClean="0"/>
              <a:t>Sınırlı</a:t>
            </a:r>
          </a:p>
          <a:p>
            <a:r>
              <a:rPr lang="tr-TR" b="1" dirty="0" smtClean="0"/>
              <a:t>Erişilebilirlik</a:t>
            </a:r>
          </a:p>
          <a:p>
            <a:pPr lvl="1"/>
            <a:r>
              <a:rPr lang="tr-TR" dirty="0" smtClean="0"/>
              <a:t> Fiziksel güvenliğin olmadığı ortamlarda bulunan cihazlar.</a:t>
            </a:r>
            <a:endParaRPr lang="tr-TR" alt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İletişim Kanalı</a:t>
            </a:r>
            <a:endParaRPr lang="en-US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8471" y="2242795"/>
            <a:ext cx="9306982" cy="292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48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Kablosuz Kanal </a:t>
            </a:r>
            <a:endParaRPr lang="tr-TR" dirty="0"/>
          </a:p>
        </p:txBody>
      </p:sp>
      <p:pic>
        <p:nvPicPr>
          <p:cNvPr id="1026" name="Picture 2" descr="File:2.4 GHz Wi-Fi channels (802.11b,g WLAN)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984" y="2737802"/>
            <a:ext cx="10146031" cy="2526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786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 802.11 </a:t>
            </a:r>
            <a:r>
              <a:rPr lang="en-US" dirty="0" err="1"/>
              <a:t>Terminoloji</a:t>
            </a:r>
            <a:endParaRPr lang="en-US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6664" y="1587640"/>
            <a:ext cx="10127890" cy="469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579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WIFI Alliance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n-NO" dirty="0"/>
              <a:t>802.11b ürünlerinin hepsi aynı standarda dayansa da, </a:t>
            </a:r>
            <a:r>
              <a:rPr lang="nn-NO" dirty="0" smtClean="0"/>
              <a:t>farklı</a:t>
            </a:r>
            <a:r>
              <a:rPr lang="tr-TR" dirty="0" smtClean="0"/>
              <a:t> </a:t>
            </a:r>
            <a:r>
              <a:rPr lang="en-US" dirty="0" err="1" smtClean="0"/>
              <a:t>satıcılardan</a:t>
            </a:r>
            <a:r>
              <a:rPr lang="en-US" dirty="0" smtClean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ürünlerin</a:t>
            </a:r>
            <a:r>
              <a:rPr lang="en-US" dirty="0"/>
              <a:t> </a:t>
            </a:r>
            <a:r>
              <a:rPr lang="en-US" dirty="0" err="1"/>
              <a:t>başarıyla</a:t>
            </a:r>
            <a:r>
              <a:rPr lang="en-US" dirty="0"/>
              <a:t> </a:t>
            </a:r>
            <a:r>
              <a:rPr lang="en-US" dirty="0" err="1"/>
              <a:t>birlikte</a:t>
            </a:r>
            <a:r>
              <a:rPr lang="en-US" dirty="0"/>
              <a:t> </a:t>
            </a:r>
            <a:r>
              <a:rPr lang="en-US" dirty="0" err="1" smtClean="0"/>
              <a:t>çalışıp</a:t>
            </a:r>
            <a:r>
              <a:rPr lang="tr-TR" dirty="0" smtClean="0"/>
              <a:t> </a:t>
            </a:r>
            <a:r>
              <a:rPr lang="en-US" dirty="0" err="1" smtClean="0"/>
              <a:t>çalışmayacağına</a:t>
            </a:r>
            <a:r>
              <a:rPr lang="en-US" dirty="0" smtClean="0"/>
              <a:t> </a:t>
            </a:r>
            <a:r>
              <a:rPr lang="en-US" dirty="0" err="1"/>
              <a:t>dair</a:t>
            </a:r>
            <a:r>
              <a:rPr lang="en-US" dirty="0"/>
              <a:t> her zaman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endişe</a:t>
            </a:r>
            <a:r>
              <a:rPr lang="en-US" dirty="0"/>
              <a:t> </a:t>
            </a:r>
            <a:r>
              <a:rPr lang="en-US" dirty="0" err="1" smtClean="0"/>
              <a:t>oluşmuştur</a:t>
            </a:r>
            <a:r>
              <a:rPr lang="en-US" dirty="0" smtClean="0"/>
              <a:t>.</a:t>
            </a:r>
            <a:endParaRPr lang="tr-TR" dirty="0" smtClean="0"/>
          </a:p>
          <a:p>
            <a:r>
              <a:rPr lang="en-US" dirty="0" smtClean="0"/>
              <a:t>Wireless </a:t>
            </a:r>
            <a:r>
              <a:rPr lang="en-US" dirty="0"/>
              <a:t>Ethernet Compatibility Alliance (</a:t>
            </a:r>
            <a:r>
              <a:rPr lang="en-US" dirty="0" smtClean="0"/>
              <a:t>WECA)</a:t>
            </a:r>
            <a:endParaRPr lang="tr-TR" dirty="0" smtClean="0"/>
          </a:p>
          <a:p>
            <a:r>
              <a:rPr lang="en-US" dirty="0" err="1" smtClean="0"/>
              <a:t>Daha</a:t>
            </a:r>
            <a:r>
              <a:rPr lang="en-US" dirty="0" smtClean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WiFi</a:t>
            </a:r>
            <a:r>
              <a:rPr lang="en-US" dirty="0"/>
              <a:t> </a:t>
            </a:r>
            <a:r>
              <a:rPr lang="en-US" dirty="0" err="1"/>
              <a:t>adını</a:t>
            </a:r>
            <a:r>
              <a:rPr lang="en-US" dirty="0"/>
              <a:t> </a:t>
            </a:r>
            <a:r>
              <a:rPr lang="en-US" dirty="0" err="1" smtClean="0"/>
              <a:t>aldı</a:t>
            </a:r>
            <a:endParaRPr lang="tr-TR" dirty="0" smtClean="0"/>
          </a:p>
          <a:p>
            <a:pPr lvl="1"/>
            <a:r>
              <a:rPr lang="en-US" dirty="0" err="1" smtClean="0"/>
              <a:t>Sertifikalı</a:t>
            </a:r>
            <a:r>
              <a:rPr lang="en-US" dirty="0" smtClean="0"/>
              <a:t> </a:t>
            </a:r>
            <a:r>
              <a:rPr lang="en-US" dirty="0"/>
              <a:t>802.11b </a:t>
            </a:r>
            <a:r>
              <a:rPr lang="en-US" dirty="0" err="1"/>
              <a:t>ürünleri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 smtClean="0"/>
              <a:t>kullanılır</a:t>
            </a:r>
            <a:endParaRPr lang="tr-TR" dirty="0" smtClean="0"/>
          </a:p>
          <a:p>
            <a:pPr lvl="1"/>
            <a:r>
              <a:rPr lang="en-US" dirty="0" smtClean="0"/>
              <a:t>Wi-Fi </a:t>
            </a:r>
            <a:r>
              <a:rPr lang="en-US" dirty="0" err="1"/>
              <a:t>sertifikası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802.11g </a:t>
            </a:r>
            <a:r>
              <a:rPr lang="en-US" dirty="0" err="1"/>
              <a:t>ürünlerine</a:t>
            </a:r>
            <a:r>
              <a:rPr lang="en-US" dirty="0"/>
              <a:t> </a:t>
            </a:r>
            <a:r>
              <a:rPr lang="en-US" dirty="0" err="1"/>
              <a:t>genişletilmiştir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8333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5865" y="281354"/>
            <a:ext cx="8811084" cy="636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840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katman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IEEE 802 </a:t>
            </a:r>
            <a:r>
              <a:rPr lang="en-US" dirty="0" err="1"/>
              <a:t>referans</a:t>
            </a:r>
            <a:r>
              <a:rPr lang="en-US" dirty="0"/>
              <a:t> </a:t>
            </a:r>
            <a:r>
              <a:rPr lang="en-US" dirty="0" err="1"/>
              <a:t>modelinin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alt </a:t>
            </a:r>
            <a:r>
              <a:rPr lang="en-US" dirty="0" err="1"/>
              <a:t>katmanı</a:t>
            </a:r>
            <a:r>
              <a:rPr lang="en-US" dirty="0"/>
              <a:t>, </a:t>
            </a:r>
            <a:r>
              <a:rPr lang="en-US" dirty="0" err="1" smtClean="0"/>
              <a:t>sinyallerin</a:t>
            </a:r>
            <a:r>
              <a:rPr lang="tr-TR" dirty="0" smtClean="0"/>
              <a:t> </a:t>
            </a:r>
            <a:r>
              <a:rPr lang="en-US" dirty="0" err="1" smtClean="0"/>
              <a:t>kodlanması</a:t>
            </a:r>
            <a:r>
              <a:rPr lang="en-US" dirty="0" smtClean="0"/>
              <a:t> </a:t>
            </a:r>
            <a:r>
              <a:rPr lang="en-US" dirty="0"/>
              <a:t>/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çözülmesi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bit </a:t>
            </a:r>
            <a:r>
              <a:rPr lang="en-US" dirty="0" err="1"/>
              <a:t>iletimi</a:t>
            </a:r>
            <a:r>
              <a:rPr lang="en-US" dirty="0"/>
              <a:t> / </a:t>
            </a:r>
            <a:r>
              <a:rPr lang="en-US" dirty="0" err="1"/>
              <a:t>alımı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 smtClean="0"/>
              <a:t>işlevleri</a:t>
            </a:r>
            <a:r>
              <a:rPr lang="tr-TR" dirty="0" smtClean="0"/>
              <a:t> </a:t>
            </a:r>
            <a:r>
              <a:rPr lang="en-US" dirty="0" err="1" smtClean="0"/>
              <a:t>içeren</a:t>
            </a:r>
            <a:r>
              <a:rPr lang="en-US" dirty="0" smtClean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 smtClean="0"/>
              <a:t>katmandır</a:t>
            </a:r>
            <a:r>
              <a:rPr lang="en-US" dirty="0" smtClean="0"/>
              <a:t>.</a:t>
            </a:r>
            <a:endParaRPr lang="tr-TR" dirty="0" smtClean="0"/>
          </a:p>
          <a:p>
            <a:r>
              <a:rPr lang="en-US" dirty="0" smtClean="0"/>
              <a:t>Buna </a:t>
            </a:r>
            <a:r>
              <a:rPr lang="en-US" dirty="0" err="1"/>
              <a:t>ek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,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katman</a:t>
            </a:r>
            <a:r>
              <a:rPr lang="en-US" dirty="0"/>
              <a:t>, </a:t>
            </a:r>
            <a:r>
              <a:rPr lang="en-US" dirty="0" err="1"/>
              <a:t>iletim</a:t>
            </a:r>
            <a:r>
              <a:rPr lang="en-US" dirty="0"/>
              <a:t> </a:t>
            </a:r>
            <a:r>
              <a:rPr lang="en-US" dirty="0" err="1"/>
              <a:t>ortamının</a:t>
            </a:r>
            <a:r>
              <a:rPr lang="en-US" dirty="0"/>
              <a:t> </a:t>
            </a:r>
            <a:r>
              <a:rPr lang="en-US" dirty="0" err="1" smtClean="0"/>
              <a:t>özelliklerini</a:t>
            </a:r>
            <a:r>
              <a:rPr lang="tr-TR" dirty="0" smtClean="0"/>
              <a:t> </a:t>
            </a:r>
            <a:r>
              <a:rPr lang="en-US" dirty="0" err="1" smtClean="0"/>
              <a:t>içerir</a:t>
            </a:r>
            <a:r>
              <a:rPr lang="en-US" dirty="0"/>
              <a:t>.</a:t>
            </a:r>
          </a:p>
          <a:p>
            <a:r>
              <a:rPr lang="en-US" dirty="0" smtClean="0"/>
              <a:t>IEEE </a:t>
            </a:r>
            <a:r>
              <a:rPr lang="en-US" dirty="0"/>
              <a:t>802.11 de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katman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zamanda</a:t>
            </a:r>
            <a:r>
              <a:rPr lang="en-US" dirty="0"/>
              <a:t> </a:t>
            </a:r>
            <a:r>
              <a:rPr lang="en-US" dirty="0" err="1" smtClean="0"/>
              <a:t>frekans</a:t>
            </a:r>
            <a:r>
              <a:rPr lang="tr-TR" dirty="0" smtClean="0"/>
              <a:t> </a:t>
            </a:r>
            <a:r>
              <a:rPr lang="en-US" dirty="0" err="1" smtClean="0"/>
              <a:t>bantlarını</a:t>
            </a:r>
            <a:r>
              <a:rPr lang="en-US" dirty="0" smtClean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anten</a:t>
            </a:r>
            <a:r>
              <a:rPr lang="en-US" dirty="0"/>
              <a:t> </a:t>
            </a:r>
            <a:r>
              <a:rPr lang="en-US" dirty="0" err="1"/>
              <a:t>karakteristiklerini</a:t>
            </a:r>
            <a:r>
              <a:rPr lang="en-US" dirty="0"/>
              <a:t> </a:t>
            </a:r>
            <a:r>
              <a:rPr lang="en-US" dirty="0" err="1"/>
              <a:t>tanımlar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9518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 </a:t>
            </a:r>
            <a:r>
              <a:rPr lang="en-US" dirty="0" err="1"/>
              <a:t>Katmanı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MAC </a:t>
            </a:r>
            <a:r>
              <a:rPr lang="en-US" dirty="0"/>
              <a:t>protocol data unit (MPDU) </a:t>
            </a:r>
            <a:r>
              <a:rPr lang="en-US" dirty="0" err="1"/>
              <a:t>paketlerini</a:t>
            </a:r>
            <a:r>
              <a:rPr lang="en-US" dirty="0"/>
              <a:t> </a:t>
            </a:r>
            <a:r>
              <a:rPr lang="en-US" dirty="0" err="1"/>
              <a:t>oluşturur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çözer</a:t>
            </a:r>
            <a:endParaRPr lang="en-US" dirty="0"/>
          </a:p>
          <a:p>
            <a:r>
              <a:rPr lang="en-US" dirty="0" err="1" smtClean="0"/>
              <a:t>Hata</a:t>
            </a:r>
            <a:r>
              <a:rPr lang="en-US" dirty="0" smtClean="0"/>
              <a:t> </a:t>
            </a:r>
            <a:r>
              <a:rPr lang="en-US" dirty="0" err="1"/>
              <a:t>tespiti</a:t>
            </a:r>
            <a:endParaRPr lang="en-US" dirty="0"/>
          </a:p>
          <a:p>
            <a:r>
              <a:rPr lang="en-US" dirty="0" err="1" smtClean="0"/>
              <a:t>Ortam</a:t>
            </a:r>
            <a:r>
              <a:rPr lang="en-US" dirty="0" smtClean="0"/>
              <a:t> </a:t>
            </a:r>
            <a:r>
              <a:rPr lang="en-US" dirty="0" err="1" smtClean="0"/>
              <a:t>erişimi</a:t>
            </a:r>
            <a:endParaRPr lang="tr-TR" dirty="0" smtClean="0"/>
          </a:p>
          <a:p>
            <a:endParaRPr lang="en-US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627" y="3768133"/>
            <a:ext cx="9183368" cy="209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2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Mantıksal</a:t>
            </a:r>
            <a:r>
              <a:rPr lang="en-US" dirty="0"/>
              <a:t> </a:t>
            </a:r>
            <a:r>
              <a:rPr lang="en-US" dirty="0" err="1"/>
              <a:t>Bağlantı</a:t>
            </a:r>
            <a:r>
              <a:rPr lang="en-US" dirty="0"/>
              <a:t> </a:t>
            </a:r>
            <a:r>
              <a:rPr lang="en-US" dirty="0" err="1"/>
              <a:t>Katmanı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Çoğu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bağı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protokolünde</a:t>
            </a:r>
            <a:r>
              <a:rPr lang="en-US" dirty="0"/>
              <a:t>,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bağlantısı</a:t>
            </a:r>
            <a:r>
              <a:rPr lang="en-US" dirty="0"/>
              <a:t> </a:t>
            </a:r>
            <a:r>
              <a:rPr lang="en-US" dirty="0" err="1" smtClean="0"/>
              <a:t>protokolü</a:t>
            </a:r>
            <a:r>
              <a:rPr lang="tr-TR" dirty="0" smtClean="0"/>
              <a:t> </a:t>
            </a:r>
            <a:r>
              <a:rPr lang="en-US" dirty="0" err="1" smtClean="0"/>
              <a:t>varlığı</a:t>
            </a:r>
            <a:r>
              <a:rPr lang="en-US" dirty="0" smtClean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CRC'yi</a:t>
            </a:r>
            <a:r>
              <a:rPr lang="en-US" dirty="0"/>
              <a:t> </a:t>
            </a:r>
            <a:r>
              <a:rPr lang="en-US" dirty="0" err="1"/>
              <a:t>kullanarak</a:t>
            </a:r>
            <a:r>
              <a:rPr lang="en-US" dirty="0"/>
              <a:t> </a:t>
            </a:r>
            <a:r>
              <a:rPr lang="en-US" dirty="0" err="1"/>
              <a:t>hataları</a:t>
            </a:r>
            <a:r>
              <a:rPr lang="en-US" dirty="0"/>
              <a:t> </a:t>
            </a:r>
            <a:r>
              <a:rPr lang="en-US" dirty="0" err="1"/>
              <a:t>saptamakla</a:t>
            </a:r>
            <a:r>
              <a:rPr lang="en-US" dirty="0"/>
              <a:t> </a:t>
            </a:r>
            <a:r>
              <a:rPr lang="en-US" dirty="0" err="1" smtClean="0"/>
              <a:t>kalmaz</a:t>
            </a:r>
            <a:r>
              <a:rPr lang="en-US" dirty="0" smtClean="0"/>
              <a:t>,</a:t>
            </a:r>
            <a:r>
              <a:rPr lang="tr-TR" dirty="0" smtClean="0"/>
              <a:t> </a:t>
            </a:r>
            <a:r>
              <a:rPr lang="en-US" dirty="0" err="1" smtClean="0"/>
              <a:t>aynı</a:t>
            </a:r>
            <a:r>
              <a:rPr lang="en-US" dirty="0" smtClean="0"/>
              <a:t> </a:t>
            </a:r>
            <a:r>
              <a:rPr lang="en-US" dirty="0" err="1"/>
              <a:t>zamanda</a:t>
            </a:r>
            <a:r>
              <a:rPr lang="en-US" dirty="0"/>
              <a:t> </a:t>
            </a:r>
            <a:r>
              <a:rPr lang="en-US" dirty="0" err="1"/>
              <a:t>hasar</a:t>
            </a:r>
            <a:r>
              <a:rPr lang="en-US" dirty="0"/>
              <a:t> </a:t>
            </a:r>
            <a:r>
              <a:rPr lang="en-US" dirty="0" err="1"/>
              <a:t>görmüş</a:t>
            </a:r>
            <a:r>
              <a:rPr lang="en-US" dirty="0"/>
              <a:t> </a:t>
            </a:r>
            <a:r>
              <a:rPr lang="en-US" dirty="0" err="1"/>
              <a:t>frameleri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ileterek</a:t>
            </a:r>
            <a:r>
              <a:rPr lang="en-US" dirty="0"/>
              <a:t> </a:t>
            </a:r>
            <a:r>
              <a:rPr lang="en-US" dirty="0" err="1" smtClean="0"/>
              <a:t>bu</a:t>
            </a:r>
            <a:r>
              <a:rPr lang="tr-TR" dirty="0" smtClean="0"/>
              <a:t> </a:t>
            </a:r>
            <a:r>
              <a:rPr lang="en-US" dirty="0" err="1" smtClean="0"/>
              <a:t>hatalarından</a:t>
            </a:r>
            <a:r>
              <a:rPr lang="en-US" dirty="0" smtClean="0"/>
              <a:t> </a:t>
            </a:r>
            <a:r>
              <a:rPr lang="en-US" dirty="0" err="1"/>
              <a:t>kurtarmakla</a:t>
            </a:r>
            <a:r>
              <a:rPr lang="en-US" dirty="0"/>
              <a:t> da </a:t>
            </a:r>
            <a:r>
              <a:rPr lang="en-US" dirty="0" err="1"/>
              <a:t>yükümlüdür</a:t>
            </a:r>
            <a:r>
              <a:rPr lang="en-US" dirty="0"/>
              <a:t>.</a:t>
            </a:r>
          </a:p>
          <a:p>
            <a:r>
              <a:rPr lang="en-US" dirty="0" smtClean="0"/>
              <a:t>LAN </a:t>
            </a:r>
            <a:r>
              <a:rPr lang="en-US" dirty="0" err="1"/>
              <a:t>protokol</a:t>
            </a:r>
            <a:r>
              <a:rPr lang="en-US" dirty="0"/>
              <a:t> </a:t>
            </a:r>
            <a:r>
              <a:rPr lang="en-US" dirty="0" err="1"/>
              <a:t>mimarisinde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işlev</a:t>
            </a:r>
            <a:r>
              <a:rPr lang="en-US" dirty="0"/>
              <a:t> MAC </a:t>
            </a:r>
            <a:r>
              <a:rPr lang="en-US" dirty="0" err="1"/>
              <a:t>ve</a:t>
            </a:r>
            <a:r>
              <a:rPr lang="en-US" dirty="0"/>
              <a:t> LLC </a:t>
            </a:r>
            <a:r>
              <a:rPr lang="en-US" dirty="0" err="1" smtClean="0"/>
              <a:t>katmanları</a:t>
            </a:r>
            <a:r>
              <a:rPr lang="tr-TR" dirty="0" smtClean="0"/>
              <a:t> </a:t>
            </a:r>
            <a:r>
              <a:rPr lang="en-US" dirty="0" err="1" smtClean="0"/>
              <a:t>arasında</a:t>
            </a:r>
            <a:r>
              <a:rPr lang="en-US" dirty="0" smtClean="0"/>
              <a:t> </a:t>
            </a:r>
            <a:r>
              <a:rPr lang="en-US" dirty="0" err="1" smtClean="0"/>
              <a:t>bölünür</a:t>
            </a:r>
            <a:r>
              <a:rPr lang="en-US" dirty="0" smtClean="0"/>
              <a:t>.</a:t>
            </a:r>
            <a:endParaRPr lang="tr-TR" dirty="0" smtClean="0"/>
          </a:p>
          <a:p>
            <a:r>
              <a:rPr lang="en-US" dirty="0" smtClean="0"/>
              <a:t>MAC </a:t>
            </a:r>
            <a:r>
              <a:rPr lang="en-US" dirty="0" err="1"/>
              <a:t>katmanı</a:t>
            </a:r>
            <a:r>
              <a:rPr lang="en-US" dirty="0"/>
              <a:t>, </a:t>
            </a:r>
            <a:r>
              <a:rPr lang="en-US" dirty="0" err="1"/>
              <a:t>hataları</a:t>
            </a:r>
            <a:r>
              <a:rPr lang="en-US" dirty="0"/>
              <a:t> </a:t>
            </a:r>
            <a:r>
              <a:rPr lang="en-US" dirty="0" err="1"/>
              <a:t>tespit</a:t>
            </a:r>
            <a:r>
              <a:rPr lang="en-US" dirty="0"/>
              <a:t> </a:t>
            </a:r>
            <a:r>
              <a:rPr lang="en-US" dirty="0" err="1"/>
              <a:t>etmek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hatalar</a:t>
            </a:r>
            <a:r>
              <a:rPr lang="en-US" dirty="0"/>
              <a:t> </a:t>
            </a:r>
            <a:r>
              <a:rPr lang="en-US" dirty="0" err="1" smtClean="0"/>
              <a:t>içeren</a:t>
            </a:r>
            <a:r>
              <a:rPr lang="tr-TR" dirty="0" smtClean="0"/>
              <a:t> </a:t>
            </a:r>
            <a:r>
              <a:rPr lang="en-US" dirty="0" err="1" smtClean="0"/>
              <a:t>frameleri</a:t>
            </a:r>
            <a:r>
              <a:rPr lang="en-US" dirty="0" smtClean="0"/>
              <a:t> </a:t>
            </a:r>
            <a:r>
              <a:rPr lang="en-US" dirty="0" err="1"/>
              <a:t>atmaktan</a:t>
            </a:r>
            <a:r>
              <a:rPr lang="en-US" dirty="0"/>
              <a:t> </a:t>
            </a:r>
            <a:r>
              <a:rPr lang="en-US" dirty="0" err="1"/>
              <a:t>sorumludur</a:t>
            </a:r>
            <a:r>
              <a:rPr lang="en-US" dirty="0"/>
              <a:t>.</a:t>
            </a:r>
          </a:p>
          <a:p>
            <a:r>
              <a:rPr lang="en-US" dirty="0" smtClean="0"/>
              <a:t>LLC </a:t>
            </a:r>
            <a:r>
              <a:rPr lang="en-US" dirty="0" err="1"/>
              <a:t>katmanı</a:t>
            </a:r>
            <a:r>
              <a:rPr lang="en-US" dirty="0"/>
              <a:t> </a:t>
            </a:r>
            <a:r>
              <a:rPr lang="en-US" dirty="0" err="1"/>
              <a:t>isteğe</a:t>
            </a:r>
            <a:r>
              <a:rPr lang="en-US" dirty="0"/>
              <a:t> </a:t>
            </a:r>
            <a:r>
              <a:rPr lang="en-US" dirty="0" err="1"/>
              <a:t>bağlı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hangi</a:t>
            </a:r>
            <a:r>
              <a:rPr lang="en-US" dirty="0"/>
              <a:t> </a:t>
            </a:r>
            <a:r>
              <a:rPr lang="en-US" dirty="0" err="1"/>
              <a:t>framelerin</a:t>
            </a:r>
            <a:r>
              <a:rPr lang="en-US" dirty="0"/>
              <a:t> </a:t>
            </a:r>
            <a:r>
              <a:rPr lang="en-US" dirty="0" err="1" smtClean="0"/>
              <a:t>başarıyla</a:t>
            </a:r>
            <a:r>
              <a:rPr lang="tr-TR" dirty="0" smtClean="0"/>
              <a:t> </a:t>
            </a:r>
            <a:r>
              <a:rPr lang="en-US" dirty="0" err="1" smtClean="0"/>
              <a:t>alındığını</a:t>
            </a:r>
            <a:r>
              <a:rPr lang="en-US" dirty="0" smtClean="0"/>
              <a:t> </a:t>
            </a:r>
            <a:r>
              <a:rPr lang="en-US" dirty="0" err="1"/>
              <a:t>takip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başarısız</a:t>
            </a:r>
            <a:r>
              <a:rPr lang="en-US" dirty="0"/>
              <a:t> </a:t>
            </a:r>
            <a:r>
              <a:rPr lang="en-US" dirty="0" err="1"/>
              <a:t>frameleri</a:t>
            </a:r>
            <a:r>
              <a:rPr lang="en-US" dirty="0"/>
              <a:t> </a:t>
            </a: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gönderir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1399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Kablosuz</a:t>
            </a:r>
            <a:r>
              <a:rPr lang="en-US" dirty="0"/>
              <a:t> LAN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Kablosuz</a:t>
            </a:r>
            <a:r>
              <a:rPr lang="en-US" dirty="0" smtClean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LAN'ın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küçük</a:t>
            </a:r>
            <a:r>
              <a:rPr lang="en-US" dirty="0"/>
              <a:t> </a:t>
            </a:r>
            <a:r>
              <a:rPr lang="en-US" dirty="0" err="1"/>
              <a:t>yapı</a:t>
            </a:r>
            <a:r>
              <a:rPr lang="en-US" dirty="0"/>
              <a:t> </a:t>
            </a:r>
            <a:r>
              <a:rPr lang="en-US" dirty="0" err="1"/>
              <a:t>taşı</a:t>
            </a:r>
            <a:r>
              <a:rPr lang="en-US" dirty="0"/>
              <a:t>, </a:t>
            </a:r>
            <a:r>
              <a:rPr lang="en-US" dirty="0" err="1"/>
              <a:t>aynı</a:t>
            </a:r>
            <a:r>
              <a:rPr lang="en-US" dirty="0"/>
              <a:t> MAC </a:t>
            </a:r>
            <a:r>
              <a:rPr lang="en-US" dirty="0" err="1" smtClean="0"/>
              <a:t>protokolünü</a:t>
            </a:r>
            <a:r>
              <a:rPr lang="tr-TR" dirty="0" smtClean="0"/>
              <a:t> </a:t>
            </a:r>
            <a:r>
              <a:rPr lang="en-US" dirty="0" err="1" smtClean="0"/>
              <a:t>yürüten</a:t>
            </a:r>
            <a:r>
              <a:rPr lang="en-US" dirty="0" smtClean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paylaşılan</a:t>
            </a:r>
            <a:r>
              <a:rPr lang="en-US" dirty="0"/>
              <a:t> </a:t>
            </a:r>
            <a:r>
              <a:rPr lang="en-US" dirty="0" err="1"/>
              <a:t>kablosuz</a:t>
            </a:r>
            <a:r>
              <a:rPr lang="en-US" dirty="0"/>
              <a:t> </a:t>
            </a:r>
            <a:r>
              <a:rPr lang="en-US" dirty="0" err="1"/>
              <a:t>ortama</a:t>
            </a:r>
            <a:r>
              <a:rPr lang="en-US" dirty="0"/>
              <a:t> </a:t>
            </a:r>
            <a:r>
              <a:rPr lang="en-US" dirty="0" err="1"/>
              <a:t>erişim</a:t>
            </a:r>
            <a:r>
              <a:rPr lang="en-US" dirty="0"/>
              <a:t> </a:t>
            </a:r>
            <a:r>
              <a:rPr lang="en-US" dirty="0" err="1" smtClean="0"/>
              <a:t>için</a:t>
            </a:r>
            <a:r>
              <a:rPr lang="tr-TR" dirty="0" smtClean="0"/>
              <a:t> </a:t>
            </a:r>
            <a:r>
              <a:rPr lang="en-US" dirty="0" err="1" smtClean="0"/>
              <a:t>yarışan</a:t>
            </a:r>
            <a:r>
              <a:rPr lang="en-US" dirty="0" smtClean="0"/>
              <a:t> </a:t>
            </a:r>
            <a:r>
              <a:rPr lang="en-US" dirty="0" err="1"/>
              <a:t>kablosuz</a:t>
            </a:r>
            <a:r>
              <a:rPr lang="en-US" dirty="0"/>
              <a:t> </a:t>
            </a:r>
            <a:r>
              <a:rPr lang="en-US" dirty="0" err="1"/>
              <a:t>istasyonlardan</a:t>
            </a:r>
            <a:r>
              <a:rPr lang="en-US" dirty="0"/>
              <a:t> </a:t>
            </a:r>
            <a:r>
              <a:rPr lang="en-US" dirty="0" err="1"/>
              <a:t>oluşan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b="1" dirty="0"/>
              <a:t>Basic </a:t>
            </a:r>
            <a:r>
              <a:rPr lang="en-US" b="1" dirty="0" smtClean="0"/>
              <a:t>Service</a:t>
            </a:r>
            <a:r>
              <a:rPr lang="tr-TR" b="1" dirty="0" smtClean="0"/>
              <a:t> </a:t>
            </a:r>
            <a:r>
              <a:rPr lang="en-US" b="1" dirty="0" smtClean="0"/>
              <a:t>Set </a:t>
            </a:r>
            <a:r>
              <a:rPr lang="en-US" b="1" dirty="0"/>
              <a:t>(BSS)</a:t>
            </a:r>
            <a:r>
              <a:rPr lang="en-US" dirty="0"/>
              <a:t>.</a:t>
            </a:r>
          </a:p>
          <a:p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/>
              <a:t>BSS </a:t>
            </a:r>
            <a:r>
              <a:rPr lang="en-US" dirty="0" err="1"/>
              <a:t>izole</a:t>
            </a:r>
            <a:r>
              <a:rPr lang="en-US" dirty="0"/>
              <a:t> </a:t>
            </a:r>
            <a:r>
              <a:rPr lang="en-US" dirty="0" err="1"/>
              <a:t>edilebilir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omurga</a:t>
            </a:r>
            <a:r>
              <a:rPr lang="en-US" dirty="0"/>
              <a:t> </a:t>
            </a:r>
            <a:r>
              <a:rPr lang="en-US" b="1" dirty="0" smtClean="0"/>
              <a:t>Distribution</a:t>
            </a:r>
            <a:r>
              <a:rPr lang="tr-TR" b="1" dirty="0" smtClean="0"/>
              <a:t> </a:t>
            </a:r>
            <a:r>
              <a:rPr lang="tr-TR" b="1" dirty="0" err="1" smtClean="0"/>
              <a:t>System</a:t>
            </a:r>
            <a:r>
              <a:rPr lang="en-US" b="1" dirty="0" smtClean="0"/>
              <a:t> </a:t>
            </a:r>
            <a:r>
              <a:rPr lang="en-US" b="1" dirty="0"/>
              <a:t>(DS)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b="1" dirty="0"/>
              <a:t>Access Point (AP) </a:t>
            </a:r>
            <a:r>
              <a:rPr lang="en-US" dirty="0" err="1" smtClean="0"/>
              <a:t>üzerinden</a:t>
            </a:r>
            <a:r>
              <a:rPr lang="tr-TR" dirty="0" smtClean="0"/>
              <a:t> </a:t>
            </a:r>
            <a:r>
              <a:rPr lang="en-US" dirty="0" err="1" smtClean="0"/>
              <a:t>bağlanabilir</a:t>
            </a:r>
            <a:r>
              <a:rPr lang="en-US" dirty="0"/>
              <a:t>.</a:t>
            </a:r>
          </a:p>
          <a:p>
            <a:r>
              <a:rPr lang="en-US" b="1" dirty="0" smtClean="0"/>
              <a:t>Extended </a:t>
            </a:r>
            <a:r>
              <a:rPr lang="en-US" b="1" dirty="0"/>
              <a:t>Service Set (ESS)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DS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birbirine</a:t>
            </a:r>
            <a:r>
              <a:rPr lang="en-US" dirty="0"/>
              <a:t> </a:t>
            </a:r>
            <a:r>
              <a:rPr lang="en-US" dirty="0" err="1"/>
              <a:t>bağlı</a:t>
            </a:r>
            <a:r>
              <a:rPr lang="en-US" dirty="0"/>
              <a:t> </a:t>
            </a:r>
            <a:r>
              <a:rPr lang="en-US" dirty="0" err="1" smtClean="0"/>
              <a:t>iki</a:t>
            </a:r>
            <a:r>
              <a:rPr lang="tr-TR" dirty="0" smtClean="0"/>
              <a:t> </a:t>
            </a:r>
            <a:r>
              <a:rPr lang="en-US" dirty="0" err="1" smtClean="0"/>
              <a:t>veya</a:t>
            </a:r>
            <a:r>
              <a:rPr lang="en-US" dirty="0" smtClean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fazla</a:t>
            </a:r>
            <a:r>
              <a:rPr lang="en-US" dirty="0"/>
              <a:t> </a:t>
            </a:r>
            <a:r>
              <a:rPr lang="en-US" dirty="0" err="1"/>
              <a:t>BSSten</a:t>
            </a:r>
            <a:r>
              <a:rPr lang="en-US" dirty="0"/>
              <a:t> </a:t>
            </a:r>
            <a:r>
              <a:rPr lang="en-US" dirty="0" err="1"/>
              <a:t>oluşur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315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785" y="632"/>
            <a:ext cx="8957254" cy="685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938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 802.11 Services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IEEE 802.11, </a:t>
            </a:r>
            <a:r>
              <a:rPr lang="en-US" dirty="0" err="1"/>
              <a:t>kablolu</a:t>
            </a:r>
            <a:r>
              <a:rPr lang="en-US" dirty="0"/>
              <a:t> </a:t>
            </a:r>
            <a:r>
              <a:rPr lang="en-US" dirty="0" err="1"/>
              <a:t>LAN'lara</a:t>
            </a:r>
            <a:r>
              <a:rPr lang="en-US" dirty="0"/>
              <a:t> </a:t>
            </a:r>
            <a:r>
              <a:rPr lang="en-US" dirty="0" err="1"/>
              <a:t>özgü</a:t>
            </a:r>
            <a:r>
              <a:rPr lang="en-US" dirty="0"/>
              <a:t> </a:t>
            </a:r>
            <a:r>
              <a:rPr lang="en-US" dirty="0" err="1"/>
              <a:t>işlevselliğe</a:t>
            </a:r>
            <a:r>
              <a:rPr lang="en-US" dirty="0"/>
              <a:t> </a:t>
            </a:r>
            <a:r>
              <a:rPr lang="en-US" dirty="0" err="1" smtClean="0"/>
              <a:t>eşdeğer</a:t>
            </a:r>
            <a:r>
              <a:rPr lang="tr-TR" dirty="0" smtClean="0"/>
              <a:t> </a:t>
            </a:r>
            <a:r>
              <a:rPr lang="en-US" dirty="0" err="1" smtClean="0"/>
              <a:t>işlevsellik</a:t>
            </a:r>
            <a:r>
              <a:rPr lang="en-US" dirty="0" smtClean="0"/>
              <a:t> </a:t>
            </a:r>
            <a:r>
              <a:rPr lang="en-US" dirty="0" err="1"/>
              <a:t>elde</a:t>
            </a:r>
            <a:r>
              <a:rPr lang="en-US" dirty="0"/>
              <a:t> </a:t>
            </a:r>
            <a:r>
              <a:rPr lang="en-US" dirty="0" err="1"/>
              <a:t>etmek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kablosuz</a:t>
            </a:r>
            <a:r>
              <a:rPr lang="en-US" dirty="0"/>
              <a:t> LAN </a:t>
            </a:r>
            <a:r>
              <a:rPr lang="en-US" dirty="0" err="1" smtClean="0"/>
              <a:t>tarafından</a:t>
            </a:r>
            <a:r>
              <a:rPr lang="tr-TR" dirty="0" smtClean="0"/>
              <a:t> </a:t>
            </a:r>
            <a:r>
              <a:rPr lang="en-US" dirty="0" err="1" smtClean="0"/>
              <a:t>sağlanması</a:t>
            </a:r>
            <a:r>
              <a:rPr lang="en-US" dirty="0" smtClean="0"/>
              <a:t> </a:t>
            </a:r>
            <a:r>
              <a:rPr lang="en-US" dirty="0" err="1"/>
              <a:t>gereken</a:t>
            </a:r>
            <a:r>
              <a:rPr lang="en-US" dirty="0"/>
              <a:t> </a:t>
            </a:r>
            <a:r>
              <a:rPr lang="en-US" dirty="0" err="1"/>
              <a:t>dokuz</a:t>
            </a:r>
            <a:r>
              <a:rPr lang="en-US" dirty="0"/>
              <a:t> </a:t>
            </a:r>
            <a:r>
              <a:rPr lang="en-US" dirty="0" err="1"/>
              <a:t>hizmeti</a:t>
            </a:r>
            <a:r>
              <a:rPr lang="en-US" dirty="0"/>
              <a:t> </a:t>
            </a:r>
            <a:r>
              <a:rPr lang="en-US" dirty="0" err="1"/>
              <a:t>tanımlar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515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060" y="365125"/>
            <a:ext cx="11912404" cy="574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413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Dağıtık Sistemlerde </a:t>
            </a:r>
            <a:r>
              <a:rPr lang="en-US" dirty="0" err="1" smtClean="0"/>
              <a:t>Mesaj</a:t>
            </a:r>
            <a:r>
              <a:rPr lang="en-US" dirty="0" smtClean="0"/>
              <a:t> </a:t>
            </a:r>
            <a:r>
              <a:rPr lang="en-US" dirty="0" err="1"/>
              <a:t>İletimi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İki</a:t>
            </a:r>
            <a:r>
              <a:rPr lang="en-US" dirty="0"/>
              <a:t>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servis</a:t>
            </a:r>
            <a:r>
              <a:rPr lang="en-US" dirty="0"/>
              <a:t> </a:t>
            </a:r>
            <a:r>
              <a:rPr lang="en-US" dirty="0" err="1"/>
              <a:t>vardır</a:t>
            </a:r>
            <a:endParaRPr lang="en-US" dirty="0"/>
          </a:p>
          <a:p>
            <a:r>
              <a:rPr lang="en-US" b="1" dirty="0" smtClean="0"/>
              <a:t>Distribution </a:t>
            </a:r>
            <a:r>
              <a:rPr lang="en-US" dirty="0"/>
              <a:t>: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BSS'deki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istasyondan</a:t>
            </a:r>
            <a:r>
              <a:rPr lang="en-US" dirty="0"/>
              <a:t> </a:t>
            </a:r>
            <a:r>
              <a:rPr lang="en-US" dirty="0" err="1"/>
              <a:t>başka</a:t>
            </a:r>
            <a:r>
              <a:rPr lang="en-US" dirty="0"/>
              <a:t> </a:t>
            </a:r>
            <a:r>
              <a:rPr lang="en-US" dirty="0" err="1" smtClean="0"/>
              <a:t>bir</a:t>
            </a:r>
            <a:r>
              <a:rPr lang="tr-TR" dirty="0" smtClean="0"/>
              <a:t> </a:t>
            </a:r>
            <a:r>
              <a:rPr lang="en-US" dirty="0" err="1" smtClean="0"/>
              <a:t>BSS'deki</a:t>
            </a:r>
            <a:r>
              <a:rPr lang="en-US" dirty="0" smtClean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istasyona</a:t>
            </a:r>
            <a:r>
              <a:rPr lang="en-US" dirty="0"/>
              <a:t> </a:t>
            </a:r>
            <a:r>
              <a:rPr lang="en-US" dirty="0" err="1"/>
              <a:t>ulaşmak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MPDU'lar</a:t>
            </a:r>
            <a:r>
              <a:rPr lang="en-US" dirty="0"/>
              <a:t> </a:t>
            </a:r>
            <a:r>
              <a:rPr lang="en-US" dirty="0" err="1"/>
              <a:t>DS'yi</a:t>
            </a:r>
            <a:r>
              <a:rPr lang="en-US" dirty="0"/>
              <a:t> </a:t>
            </a:r>
            <a:r>
              <a:rPr lang="en-US" dirty="0" err="1" smtClean="0"/>
              <a:t>geçmek</a:t>
            </a:r>
            <a:r>
              <a:rPr lang="tr-TR" dirty="0" smtClean="0"/>
              <a:t> </a:t>
            </a:r>
            <a:r>
              <a:rPr lang="en-US" dirty="0" err="1" smtClean="0"/>
              <a:t>zorunda</a:t>
            </a:r>
            <a:r>
              <a:rPr lang="en-US" dirty="0" smtClean="0"/>
              <a:t> </a:t>
            </a:r>
            <a:r>
              <a:rPr lang="en-US" dirty="0" err="1"/>
              <a:t>kaldığında</a:t>
            </a:r>
            <a:r>
              <a:rPr lang="en-US" dirty="0"/>
              <a:t>, </a:t>
            </a:r>
            <a:r>
              <a:rPr lang="en-US" dirty="0" err="1"/>
              <a:t>istasyonların</a:t>
            </a:r>
            <a:r>
              <a:rPr lang="en-US" dirty="0"/>
              <a:t> </a:t>
            </a:r>
            <a:r>
              <a:rPr lang="en-US" dirty="0" err="1"/>
              <a:t>MPDU'ları</a:t>
            </a:r>
            <a:r>
              <a:rPr lang="en-US" dirty="0"/>
              <a:t> </a:t>
            </a:r>
            <a:r>
              <a:rPr lang="en-US" dirty="0" err="1"/>
              <a:t>alışverişi</a:t>
            </a:r>
            <a:r>
              <a:rPr lang="en-US" dirty="0"/>
              <a:t> </a:t>
            </a:r>
            <a:r>
              <a:rPr lang="en-US" dirty="0" err="1" smtClean="0"/>
              <a:t>için</a:t>
            </a:r>
            <a:r>
              <a:rPr lang="tr-TR" dirty="0" smtClean="0"/>
              <a:t> </a:t>
            </a:r>
            <a:r>
              <a:rPr lang="en-US" dirty="0" err="1" smtClean="0"/>
              <a:t>kullandığı</a:t>
            </a:r>
            <a:r>
              <a:rPr lang="en-US" dirty="0" smtClean="0"/>
              <a:t> </a:t>
            </a:r>
            <a:r>
              <a:rPr lang="en-US" dirty="0" err="1"/>
              <a:t>birincil</a:t>
            </a:r>
            <a:r>
              <a:rPr lang="en-US" dirty="0"/>
              <a:t> </a:t>
            </a:r>
            <a:r>
              <a:rPr lang="en-US" dirty="0" err="1"/>
              <a:t>hizmet</a:t>
            </a:r>
            <a:endParaRPr lang="en-US" dirty="0"/>
          </a:p>
          <a:p>
            <a:r>
              <a:rPr lang="en-US" b="1" dirty="0" smtClean="0"/>
              <a:t>Integration </a:t>
            </a:r>
            <a:r>
              <a:rPr lang="en-US" dirty="0"/>
              <a:t>: </a:t>
            </a:r>
            <a:r>
              <a:rPr lang="en-US" dirty="0" err="1"/>
              <a:t>Entegrasyon</a:t>
            </a:r>
            <a:r>
              <a:rPr lang="en-US" dirty="0"/>
              <a:t> </a:t>
            </a:r>
            <a:r>
              <a:rPr lang="en-US" dirty="0" err="1"/>
              <a:t>servisi</a:t>
            </a:r>
            <a:r>
              <a:rPr lang="en-US" dirty="0"/>
              <a:t>, IEEE 802.11 </a:t>
            </a:r>
            <a:r>
              <a:rPr lang="en-US" dirty="0" smtClean="0"/>
              <a:t>LAN</a:t>
            </a:r>
            <a:r>
              <a:rPr lang="tr-TR" dirty="0" smtClean="0"/>
              <a:t> </a:t>
            </a:r>
            <a:r>
              <a:rPr lang="en-US" dirty="0" err="1" smtClean="0"/>
              <a:t>üzerindeki</a:t>
            </a:r>
            <a:r>
              <a:rPr lang="en-US" dirty="0" smtClean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istasyon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entegre</a:t>
            </a:r>
            <a:r>
              <a:rPr lang="en-US" dirty="0"/>
              <a:t> IEEE 802.x LAN </a:t>
            </a:r>
            <a:r>
              <a:rPr lang="en-US" dirty="0" err="1" smtClean="0"/>
              <a:t>üzerindeki</a:t>
            </a:r>
            <a:r>
              <a:rPr lang="tr-TR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/>
              <a:t>istasyon</a:t>
            </a:r>
            <a:r>
              <a:rPr lang="en-US" dirty="0"/>
              <a:t> </a:t>
            </a:r>
            <a:r>
              <a:rPr lang="en-US" dirty="0" err="1"/>
              <a:t>arasındaki</a:t>
            </a:r>
            <a:r>
              <a:rPr lang="en-US" dirty="0"/>
              <a:t> </a:t>
            </a:r>
            <a:r>
              <a:rPr lang="en-US" dirty="0" err="1"/>
              <a:t>verilerin</a:t>
            </a:r>
            <a:r>
              <a:rPr lang="en-US" dirty="0"/>
              <a:t> </a:t>
            </a:r>
            <a:r>
              <a:rPr lang="en-US" dirty="0" err="1"/>
              <a:t>aktarılmasını</a:t>
            </a:r>
            <a:r>
              <a:rPr lang="en-US" dirty="0"/>
              <a:t> </a:t>
            </a:r>
            <a:r>
              <a:rPr lang="en-US" dirty="0" err="1"/>
              <a:t>sağlar</a:t>
            </a:r>
            <a:r>
              <a:rPr lang="en-US" dirty="0"/>
              <a:t>. </a:t>
            </a:r>
            <a:r>
              <a:rPr lang="en-US" dirty="0" err="1" smtClean="0"/>
              <a:t>Entegre</a:t>
            </a:r>
            <a:r>
              <a:rPr lang="tr-TR" dirty="0" smtClean="0"/>
              <a:t> </a:t>
            </a:r>
            <a:r>
              <a:rPr lang="en-US" dirty="0" err="1" smtClean="0"/>
              <a:t>terimi</a:t>
            </a:r>
            <a:r>
              <a:rPr lang="en-US" dirty="0"/>
              <a:t>,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DS'ye</a:t>
            </a:r>
            <a:r>
              <a:rPr lang="en-US" dirty="0"/>
              <a:t> </a:t>
            </a:r>
            <a:r>
              <a:rPr lang="en-US" dirty="0" err="1"/>
              <a:t>bağlı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 smtClean="0"/>
              <a:t>istasyonları</a:t>
            </a:r>
            <a:r>
              <a:rPr lang="en-US" dirty="0" smtClean="0"/>
              <a:t>,</a:t>
            </a:r>
            <a:r>
              <a:rPr lang="tr-TR" dirty="0" smtClean="0"/>
              <a:t> </a:t>
            </a:r>
            <a:r>
              <a:rPr lang="en-US" dirty="0" err="1" smtClean="0"/>
              <a:t>entegrasyon</a:t>
            </a:r>
            <a:r>
              <a:rPr lang="en-US" dirty="0" smtClean="0"/>
              <a:t> </a:t>
            </a:r>
            <a:r>
              <a:rPr lang="en-US" dirty="0" err="1"/>
              <a:t>servisi</a:t>
            </a:r>
            <a:r>
              <a:rPr lang="en-US" dirty="0"/>
              <a:t> </a:t>
            </a:r>
            <a:r>
              <a:rPr lang="en-US" dirty="0" err="1"/>
              <a:t>yoluyla</a:t>
            </a:r>
            <a:r>
              <a:rPr lang="en-US" dirty="0"/>
              <a:t> </a:t>
            </a:r>
            <a:r>
              <a:rPr lang="en-US" dirty="0" err="1"/>
              <a:t>mantıksal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IEEE </a:t>
            </a:r>
            <a:r>
              <a:rPr lang="en-US" dirty="0" smtClean="0"/>
              <a:t>802.11</a:t>
            </a:r>
            <a:r>
              <a:rPr lang="tr-TR" dirty="0" smtClean="0"/>
              <a:t> </a:t>
            </a:r>
            <a:r>
              <a:rPr lang="en-US" dirty="0" err="1" smtClean="0"/>
              <a:t>LAN'a</a:t>
            </a:r>
            <a:r>
              <a:rPr lang="en-US" dirty="0" smtClean="0"/>
              <a:t> </a:t>
            </a:r>
            <a:r>
              <a:rPr lang="en-US" dirty="0" err="1"/>
              <a:t>bağlanabilen</a:t>
            </a:r>
            <a:r>
              <a:rPr lang="en-US" dirty="0"/>
              <a:t> </a:t>
            </a:r>
            <a:r>
              <a:rPr lang="en-US" dirty="0" err="1"/>
              <a:t>kablolu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LAN </a:t>
            </a:r>
            <a:r>
              <a:rPr lang="en-US" dirty="0" err="1"/>
              <a:t>anlamına</a:t>
            </a:r>
            <a:r>
              <a:rPr lang="en-US" dirty="0"/>
              <a:t> </a:t>
            </a:r>
            <a:r>
              <a:rPr lang="en-US" dirty="0" err="1" smtClean="0"/>
              <a:t>gelir</a:t>
            </a:r>
            <a:r>
              <a:rPr lang="en-US" dirty="0" smtClean="0"/>
              <a:t>.</a:t>
            </a:r>
            <a:r>
              <a:rPr lang="tr-TR" dirty="0" smtClean="0"/>
              <a:t> </a:t>
            </a:r>
            <a:r>
              <a:rPr lang="en-US" dirty="0" err="1" smtClean="0"/>
              <a:t>Entegrasyon</a:t>
            </a:r>
            <a:r>
              <a:rPr lang="en-US" dirty="0" smtClean="0"/>
              <a:t> </a:t>
            </a:r>
            <a:r>
              <a:rPr lang="en-US" dirty="0" err="1"/>
              <a:t>servisi</a:t>
            </a:r>
            <a:r>
              <a:rPr lang="en-US" dirty="0"/>
              <a:t>,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alışverişi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gereken</a:t>
            </a:r>
            <a:r>
              <a:rPr lang="en-US" dirty="0"/>
              <a:t> her </a:t>
            </a:r>
            <a:r>
              <a:rPr lang="en-US" dirty="0" err="1" smtClean="0"/>
              <a:t>türlü</a:t>
            </a:r>
            <a:r>
              <a:rPr lang="tr-TR" dirty="0" smtClean="0"/>
              <a:t> </a:t>
            </a:r>
            <a:r>
              <a:rPr lang="en-US" dirty="0" err="1" smtClean="0"/>
              <a:t>adres</a:t>
            </a:r>
            <a:r>
              <a:rPr lang="en-US" dirty="0" smtClean="0"/>
              <a:t> </a:t>
            </a:r>
            <a:r>
              <a:rPr lang="en-US" dirty="0" err="1"/>
              <a:t>çevirisi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ortam</a:t>
            </a:r>
            <a:r>
              <a:rPr lang="en-US" dirty="0"/>
              <a:t> </a:t>
            </a:r>
            <a:r>
              <a:rPr lang="en-US" dirty="0" err="1"/>
              <a:t>dönüşüm</a:t>
            </a:r>
            <a:r>
              <a:rPr lang="en-US" dirty="0"/>
              <a:t> </a:t>
            </a:r>
            <a:r>
              <a:rPr lang="en-US" dirty="0" err="1"/>
              <a:t>mantığına</a:t>
            </a:r>
            <a:r>
              <a:rPr lang="en-US" dirty="0"/>
              <a:t> </a:t>
            </a:r>
            <a:r>
              <a:rPr lang="en-US" dirty="0" err="1"/>
              <a:t>özen</a:t>
            </a:r>
            <a:r>
              <a:rPr lang="en-US" dirty="0"/>
              <a:t> </a:t>
            </a:r>
            <a:r>
              <a:rPr lang="en-US" dirty="0" err="1"/>
              <a:t>gösterir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1967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İlişkilendirme</a:t>
            </a:r>
            <a:r>
              <a:rPr lang="en-US" dirty="0"/>
              <a:t> </a:t>
            </a:r>
            <a:r>
              <a:rPr lang="en-US" dirty="0" err="1"/>
              <a:t>servisleri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Dağıtım</a:t>
            </a:r>
            <a:r>
              <a:rPr lang="en-US" dirty="0"/>
              <a:t> </a:t>
            </a:r>
            <a:r>
              <a:rPr lang="en-US" dirty="0" err="1"/>
              <a:t>hizmeti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istasyona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gönderip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 smtClean="0"/>
              <a:t>kabul</a:t>
            </a:r>
            <a:r>
              <a:rPr lang="tr-TR" dirty="0"/>
              <a:t> </a:t>
            </a:r>
            <a:r>
              <a:rPr lang="en-US" dirty="0" err="1" smtClean="0"/>
              <a:t>etmeden</a:t>
            </a:r>
            <a:r>
              <a:rPr lang="en-US" dirty="0" smtClean="0"/>
              <a:t> </a:t>
            </a:r>
            <a:r>
              <a:rPr lang="en-US" dirty="0" err="1"/>
              <a:t>önce</a:t>
            </a:r>
            <a:r>
              <a:rPr lang="en-US" dirty="0"/>
              <a:t> o </a:t>
            </a:r>
            <a:r>
              <a:rPr lang="en-US" dirty="0" err="1"/>
              <a:t>istasyonun</a:t>
            </a:r>
            <a:r>
              <a:rPr lang="en-US" dirty="0"/>
              <a:t> </a:t>
            </a:r>
            <a:r>
              <a:rPr lang="en-US" dirty="0" err="1"/>
              <a:t>ilişkilendirilmesi</a:t>
            </a:r>
            <a:r>
              <a:rPr lang="en-US" dirty="0"/>
              <a:t> </a:t>
            </a:r>
            <a:r>
              <a:rPr lang="en-US" dirty="0" err="1"/>
              <a:t>gerekir</a:t>
            </a:r>
            <a:r>
              <a:rPr lang="en-US" dirty="0"/>
              <a:t>.</a:t>
            </a:r>
          </a:p>
          <a:p>
            <a:r>
              <a:rPr lang="en-US" dirty="0" err="1" smtClean="0"/>
              <a:t>İlişkilendirme</a:t>
            </a:r>
            <a:r>
              <a:rPr lang="en-US" dirty="0" smtClean="0"/>
              <a:t> </a:t>
            </a:r>
            <a:r>
              <a:rPr lang="en-US" dirty="0" err="1"/>
              <a:t>türleri</a:t>
            </a:r>
            <a:r>
              <a:rPr lang="en-US" dirty="0"/>
              <a:t> </a:t>
            </a:r>
            <a:r>
              <a:rPr lang="en-US" dirty="0" err="1"/>
              <a:t>hareketlilik</a:t>
            </a:r>
            <a:r>
              <a:rPr lang="en-US" dirty="0"/>
              <a:t> </a:t>
            </a:r>
            <a:r>
              <a:rPr lang="en-US" dirty="0" err="1" smtClean="0"/>
              <a:t>temellidir</a:t>
            </a:r>
            <a:endParaRPr lang="tr-TR" dirty="0" smtClean="0"/>
          </a:p>
          <a:p>
            <a:pPr lvl="1"/>
            <a:r>
              <a:rPr lang="en-US" dirty="0" err="1" smtClean="0"/>
              <a:t>Geçiş</a:t>
            </a:r>
            <a:r>
              <a:rPr lang="en-US" dirty="0" smtClean="0"/>
              <a:t> </a:t>
            </a:r>
            <a:r>
              <a:rPr lang="en-US" dirty="0"/>
              <a:t>yok: Bu tip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istasyon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sabittir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BSS'nin</a:t>
            </a:r>
            <a:r>
              <a:rPr lang="en-US" dirty="0"/>
              <a:t> </a:t>
            </a:r>
            <a:r>
              <a:rPr lang="en-US" dirty="0" err="1"/>
              <a:t>iletişim</a:t>
            </a:r>
            <a:r>
              <a:rPr lang="en-US" dirty="0"/>
              <a:t> </a:t>
            </a:r>
            <a:r>
              <a:rPr lang="en-US" dirty="0" err="1"/>
              <a:t>istasyonlarının</a:t>
            </a:r>
            <a:r>
              <a:rPr lang="en-US" dirty="0"/>
              <a:t> </a:t>
            </a:r>
            <a:r>
              <a:rPr lang="en-US" dirty="0" err="1"/>
              <a:t>doğrudan</a:t>
            </a:r>
            <a:r>
              <a:rPr lang="en-US" dirty="0"/>
              <a:t> </a:t>
            </a:r>
            <a:r>
              <a:rPr lang="en-US" dirty="0" err="1"/>
              <a:t>iletişim</a:t>
            </a:r>
            <a:r>
              <a:rPr lang="en-US" dirty="0"/>
              <a:t> </a:t>
            </a:r>
            <a:r>
              <a:rPr lang="en-US" dirty="0" err="1"/>
              <a:t>aralığı</a:t>
            </a:r>
            <a:r>
              <a:rPr lang="en-US" dirty="0" smtClean="0"/>
              <a:t>.</a:t>
            </a:r>
            <a:endParaRPr lang="tr-TR" dirty="0" smtClean="0"/>
          </a:p>
          <a:p>
            <a:pPr lvl="1"/>
            <a:r>
              <a:rPr lang="en-US" dirty="0" smtClean="0"/>
              <a:t>BSS </a:t>
            </a:r>
            <a:r>
              <a:rPr lang="en-US" dirty="0" err="1"/>
              <a:t>geçişi</a:t>
            </a:r>
            <a:r>
              <a:rPr lang="en-US" dirty="0"/>
              <a:t>: Bu,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BSS'den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BSS'ye</a:t>
            </a:r>
            <a:r>
              <a:rPr lang="en-US" dirty="0"/>
              <a:t> </a:t>
            </a:r>
            <a:r>
              <a:rPr lang="en-US" dirty="0" err="1"/>
              <a:t>istasyon</a:t>
            </a:r>
            <a:r>
              <a:rPr lang="en-US" dirty="0"/>
              <a:t> </a:t>
            </a:r>
            <a:r>
              <a:rPr lang="en-US" dirty="0" err="1"/>
              <a:t>hareketi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tanımlanır</a:t>
            </a:r>
            <a:r>
              <a:rPr lang="en-US" dirty="0"/>
              <a:t>. </a:t>
            </a:r>
            <a:r>
              <a:rPr lang="en-US" dirty="0" err="1"/>
              <a:t>aynı</a:t>
            </a:r>
            <a:r>
              <a:rPr lang="en-US" dirty="0"/>
              <a:t> ESS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başka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BSS. Bu </a:t>
            </a:r>
            <a:r>
              <a:rPr lang="en-US" dirty="0" err="1"/>
              <a:t>durumda</a:t>
            </a:r>
            <a:r>
              <a:rPr lang="en-US" dirty="0"/>
              <a:t>, </a:t>
            </a:r>
            <a:r>
              <a:rPr lang="en-US" dirty="0" err="1"/>
              <a:t>istasyona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iletimi</a:t>
            </a:r>
            <a:r>
              <a:rPr lang="en-US" dirty="0"/>
              <a:t> </a:t>
            </a:r>
            <a:r>
              <a:rPr lang="en-US" dirty="0" err="1"/>
              <a:t>adresleme</a:t>
            </a:r>
            <a:r>
              <a:rPr lang="en-US" dirty="0"/>
              <a:t> </a:t>
            </a:r>
            <a:r>
              <a:rPr lang="en-US" dirty="0" err="1"/>
              <a:t>yeteneğinin</a:t>
            </a:r>
            <a:r>
              <a:rPr lang="en-US" dirty="0"/>
              <a:t> </a:t>
            </a:r>
            <a:r>
              <a:rPr lang="en-US" dirty="0" err="1"/>
              <a:t>yeni</a:t>
            </a:r>
            <a:r>
              <a:rPr lang="en-US" dirty="0"/>
              <a:t> </a:t>
            </a:r>
            <a:r>
              <a:rPr lang="en-US" dirty="0" err="1"/>
              <a:t>konumu</a:t>
            </a:r>
            <a:r>
              <a:rPr lang="en-US" dirty="0"/>
              <a:t> </a:t>
            </a:r>
            <a:r>
              <a:rPr lang="en-US" dirty="0" err="1"/>
              <a:t>tanıyabilmesini</a:t>
            </a:r>
            <a:r>
              <a:rPr lang="en-US" dirty="0"/>
              <a:t> </a:t>
            </a:r>
            <a:r>
              <a:rPr lang="en-US" dirty="0" err="1"/>
              <a:t>gerektirir</a:t>
            </a:r>
            <a:r>
              <a:rPr lang="en-US" dirty="0"/>
              <a:t> </a:t>
            </a:r>
            <a:r>
              <a:rPr lang="en-US" dirty="0" err="1"/>
              <a:t>istasyonun</a:t>
            </a:r>
            <a:r>
              <a:rPr lang="en-US" dirty="0" smtClean="0"/>
              <a:t>.</a:t>
            </a:r>
            <a:endParaRPr lang="tr-TR" dirty="0" smtClean="0"/>
          </a:p>
          <a:p>
            <a:pPr lvl="1"/>
            <a:r>
              <a:rPr lang="en-US" dirty="0" smtClean="0"/>
              <a:t>ESS </a:t>
            </a:r>
            <a:r>
              <a:rPr lang="en-US" dirty="0" err="1"/>
              <a:t>geçişi</a:t>
            </a:r>
            <a:r>
              <a:rPr lang="en-US" dirty="0"/>
              <a:t>: Bu,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ESS'deki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BSS'den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istasyon</a:t>
            </a:r>
            <a:r>
              <a:rPr lang="en-US" dirty="0"/>
              <a:t> </a:t>
            </a:r>
            <a:r>
              <a:rPr lang="en-US" dirty="0" err="1"/>
              <a:t>hareketi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tanımlanır</a:t>
            </a:r>
            <a:r>
              <a:rPr lang="en-US" dirty="0"/>
              <a:t> Bu durum </a:t>
            </a:r>
            <a:r>
              <a:rPr lang="en-US" dirty="0" err="1"/>
              <a:t>yalnızca</a:t>
            </a:r>
            <a:r>
              <a:rPr lang="en-US" dirty="0"/>
              <a:t> </a:t>
            </a:r>
            <a:r>
              <a:rPr lang="en-US" dirty="0" err="1"/>
              <a:t>başka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ESS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BSS'ye</a:t>
            </a:r>
            <a:r>
              <a:rPr lang="en-US" dirty="0"/>
              <a:t> </a:t>
            </a:r>
            <a:r>
              <a:rPr lang="en-US" dirty="0" err="1"/>
              <a:t>istasyon</a:t>
            </a:r>
            <a:r>
              <a:rPr lang="en-US" dirty="0"/>
              <a:t> </a:t>
            </a:r>
            <a:r>
              <a:rPr lang="en-US" dirty="0" err="1"/>
              <a:t>hareket</a:t>
            </a:r>
            <a:r>
              <a:rPr lang="en-US" dirty="0"/>
              <a:t> </a:t>
            </a:r>
            <a:r>
              <a:rPr lang="en-US" dirty="0" err="1"/>
              <a:t>edebilir</a:t>
            </a:r>
            <a:r>
              <a:rPr lang="en-US" dirty="0"/>
              <a:t>. </a:t>
            </a:r>
            <a:r>
              <a:rPr lang="en-US" dirty="0" err="1"/>
              <a:t>Tarafından</a:t>
            </a:r>
            <a:r>
              <a:rPr lang="en-US" dirty="0"/>
              <a:t> </a:t>
            </a:r>
            <a:r>
              <a:rPr lang="en-US" dirty="0" err="1"/>
              <a:t>desteklenen</a:t>
            </a:r>
            <a:r>
              <a:rPr lang="en-US" dirty="0"/>
              <a:t> </a:t>
            </a:r>
            <a:r>
              <a:rPr lang="en-US" dirty="0" err="1"/>
              <a:t>üst</a:t>
            </a:r>
            <a:r>
              <a:rPr lang="en-US" dirty="0"/>
              <a:t> </a:t>
            </a:r>
            <a:r>
              <a:rPr lang="en-US" dirty="0" err="1"/>
              <a:t>katman</a:t>
            </a:r>
            <a:r>
              <a:rPr lang="en-US" dirty="0"/>
              <a:t> </a:t>
            </a:r>
            <a:r>
              <a:rPr lang="en-US" dirty="0" err="1"/>
              <a:t>bağlantılarının</a:t>
            </a:r>
            <a:r>
              <a:rPr lang="en-US" dirty="0"/>
              <a:t> </a:t>
            </a:r>
            <a:r>
              <a:rPr lang="en-US" dirty="0" err="1"/>
              <a:t>bakımı</a:t>
            </a:r>
            <a:r>
              <a:rPr lang="en-US" dirty="0"/>
              <a:t> 802.11 </a:t>
            </a:r>
            <a:r>
              <a:rPr lang="en-US" dirty="0" err="1"/>
              <a:t>garanti</a:t>
            </a:r>
            <a:r>
              <a:rPr lang="en-US" dirty="0"/>
              <a:t> </a:t>
            </a:r>
            <a:r>
              <a:rPr lang="en-US" dirty="0" err="1"/>
              <a:t>edilemez</a:t>
            </a:r>
            <a:r>
              <a:rPr lang="en-US" dirty="0"/>
              <a:t>. </a:t>
            </a:r>
            <a:r>
              <a:rPr lang="en-US" dirty="0" err="1"/>
              <a:t>Aslında</a:t>
            </a:r>
            <a:r>
              <a:rPr lang="en-US" dirty="0"/>
              <a:t>, </a:t>
            </a:r>
            <a:r>
              <a:rPr lang="en-US" dirty="0" err="1"/>
              <a:t>hizmet</a:t>
            </a:r>
            <a:r>
              <a:rPr lang="en-US" dirty="0"/>
              <a:t> </a:t>
            </a:r>
            <a:r>
              <a:rPr lang="en-US" dirty="0" err="1"/>
              <a:t>kesintisi</a:t>
            </a:r>
            <a:r>
              <a:rPr lang="en-US" dirty="0"/>
              <a:t> </a:t>
            </a:r>
            <a:r>
              <a:rPr lang="en-US" dirty="0" err="1"/>
              <a:t>meydana</a:t>
            </a:r>
            <a:r>
              <a:rPr lang="en-US" dirty="0"/>
              <a:t> </a:t>
            </a:r>
            <a:r>
              <a:rPr lang="en-US" dirty="0" err="1"/>
              <a:t>gelmesi</a:t>
            </a:r>
            <a:r>
              <a:rPr lang="en-US" dirty="0"/>
              <a:t> </a:t>
            </a:r>
            <a:r>
              <a:rPr lang="tr-TR" dirty="0" smtClean="0"/>
              <a:t>muhtemeldir.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377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İlişkilendirme</a:t>
            </a:r>
            <a:r>
              <a:rPr lang="en-US" dirty="0"/>
              <a:t> </a:t>
            </a:r>
            <a:r>
              <a:rPr lang="en-US" dirty="0" err="1"/>
              <a:t>servisleri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/>
              <a:t>DS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ileti</a:t>
            </a:r>
            <a:r>
              <a:rPr lang="en-US" dirty="0"/>
              <a:t> </a:t>
            </a:r>
            <a:r>
              <a:rPr lang="en-US" dirty="0" err="1"/>
              <a:t>gönderimi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, </a:t>
            </a:r>
            <a:r>
              <a:rPr lang="en-US" dirty="0" err="1"/>
              <a:t>dağıtım</a:t>
            </a:r>
            <a:r>
              <a:rPr lang="en-US" dirty="0"/>
              <a:t> </a:t>
            </a:r>
            <a:r>
              <a:rPr lang="en-US" dirty="0" err="1"/>
              <a:t>hizmeti</a:t>
            </a:r>
            <a:r>
              <a:rPr lang="en-US" dirty="0"/>
              <a:t> </a:t>
            </a:r>
            <a:r>
              <a:rPr lang="en-US" dirty="0" err="1" smtClean="0"/>
              <a:t>iletinin</a:t>
            </a:r>
            <a:r>
              <a:rPr lang="tr-TR" dirty="0" smtClean="0"/>
              <a:t> </a:t>
            </a:r>
            <a:r>
              <a:rPr lang="en-US" dirty="0" err="1" smtClean="0"/>
              <a:t>teslim</a:t>
            </a:r>
            <a:r>
              <a:rPr lang="en-US" dirty="0" smtClean="0"/>
              <a:t> </a:t>
            </a:r>
            <a:r>
              <a:rPr lang="en-US" dirty="0" err="1"/>
              <a:t>edileceği</a:t>
            </a:r>
            <a:r>
              <a:rPr lang="en-US" dirty="0"/>
              <a:t> </a:t>
            </a:r>
            <a:r>
              <a:rPr lang="en-US" dirty="0" err="1"/>
              <a:t>AP'nin</a:t>
            </a:r>
            <a:r>
              <a:rPr lang="en-US" dirty="0"/>
              <a:t> </a:t>
            </a:r>
            <a:r>
              <a:rPr lang="en-US" dirty="0" err="1"/>
              <a:t>kimliğini</a:t>
            </a:r>
            <a:r>
              <a:rPr lang="en-US" dirty="0"/>
              <a:t> </a:t>
            </a:r>
            <a:r>
              <a:rPr lang="en-US" dirty="0" err="1"/>
              <a:t>bilmesi</a:t>
            </a:r>
            <a:r>
              <a:rPr lang="en-US" dirty="0"/>
              <a:t> </a:t>
            </a:r>
            <a:r>
              <a:rPr lang="en-US" dirty="0" err="1" smtClean="0"/>
              <a:t>gerekir</a:t>
            </a:r>
            <a:r>
              <a:rPr lang="tr-TR" dirty="0" smtClean="0"/>
              <a:t>.</a:t>
            </a:r>
          </a:p>
          <a:p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/>
              <a:t>cihazın</a:t>
            </a:r>
            <a:r>
              <a:rPr lang="en-US" dirty="0"/>
              <a:t> AP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üç</a:t>
            </a:r>
            <a:r>
              <a:rPr lang="en-US" dirty="0"/>
              <a:t> </a:t>
            </a:r>
            <a:r>
              <a:rPr lang="en-US" dirty="0" err="1"/>
              <a:t>tür</a:t>
            </a:r>
            <a:r>
              <a:rPr lang="en-US" dirty="0"/>
              <a:t> </a:t>
            </a:r>
            <a:r>
              <a:rPr lang="en-US" dirty="0" err="1"/>
              <a:t>ilişkisi</a:t>
            </a:r>
            <a:r>
              <a:rPr lang="en-US" dirty="0"/>
              <a:t> </a:t>
            </a:r>
            <a:r>
              <a:rPr lang="en-US" dirty="0" err="1" smtClean="0"/>
              <a:t>vardır</a:t>
            </a:r>
            <a:r>
              <a:rPr lang="tr-TR" dirty="0" smtClean="0"/>
              <a:t>.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b="1" dirty="0" err="1"/>
              <a:t>İlişkilendirme</a:t>
            </a:r>
            <a:r>
              <a:rPr lang="en-US" dirty="0"/>
              <a:t>: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istasyon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AP </a:t>
            </a:r>
            <a:r>
              <a:rPr lang="en-US" dirty="0" err="1"/>
              <a:t>arasında</a:t>
            </a:r>
            <a:r>
              <a:rPr lang="en-US" dirty="0"/>
              <a:t> ilk </a:t>
            </a:r>
            <a:r>
              <a:rPr lang="en-US" dirty="0" err="1"/>
              <a:t>ilişkiyi</a:t>
            </a:r>
            <a:r>
              <a:rPr lang="en-US" dirty="0"/>
              <a:t> </a:t>
            </a:r>
            <a:r>
              <a:rPr lang="en-US" dirty="0" err="1"/>
              <a:t>kurar</a:t>
            </a:r>
            <a:r>
              <a:rPr lang="en-US" dirty="0"/>
              <a:t>.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istasyonun</a:t>
            </a:r>
            <a:r>
              <a:rPr lang="en-US" dirty="0"/>
              <a:t> </a:t>
            </a:r>
            <a:r>
              <a:rPr lang="en-US" dirty="0" err="1"/>
              <a:t>kablosuz</a:t>
            </a:r>
            <a:r>
              <a:rPr lang="en-US" dirty="0"/>
              <a:t> </a:t>
            </a:r>
            <a:r>
              <a:rPr lang="en-US" dirty="0" err="1"/>
              <a:t>LAN'da</a:t>
            </a:r>
            <a:r>
              <a:rPr lang="en-US" dirty="0"/>
              <a:t> </a:t>
            </a:r>
            <a:r>
              <a:rPr lang="en-US" dirty="0" err="1"/>
              <a:t>çerçeve</a:t>
            </a:r>
            <a:r>
              <a:rPr lang="en-US" dirty="0"/>
              <a:t> </a:t>
            </a:r>
            <a:r>
              <a:rPr lang="en-US" dirty="0" err="1"/>
              <a:t>gönderip</a:t>
            </a:r>
            <a:r>
              <a:rPr lang="en-US" dirty="0"/>
              <a:t> </a:t>
            </a:r>
            <a:r>
              <a:rPr lang="en-US" dirty="0" err="1"/>
              <a:t>alabilmesi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kimliği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adresinin</a:t>
            </a:r>
            <a:r>
              <a:rPr lang="en-US" dirty="0"/>
              <a:t> </a:t>
            </a:r>
            <a:r>
              <a:rPr lang="en-US" dirty="0" err="1"/>
              <a:t>bilinmesi</a:t>
            </a:r>
            <a:r>
              <a:rPr lang="en-US" dirty="0"/>
              <a:t> </a:t>
            </a:r>
            <a:r>
              <a:rPr lang="en-US" dirty="0" err="1"/>
              <a:t>gerekir</a:t>
            </a:r>
            <a:r>
              <a:rPr lang="en-US" dirty="0"/>
              <a:t>. Bu </a:t>
            </a:r>
            <a:r>
              <a:rPr lang="en-US" dirty="0" err="1"/>
              <a:t>amaçla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istasyon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ilişki</a:t>
            </a:r>
            <a:r>
              <a:rPr lang="en-US" dirty="0"/>
              <a:t> </a:t>
            </a:r>
            <a:r>
              <a:rPr lang="en-US" dirty="0" err="1"/>
              <a:t>kurmalıdır</a:t>
            </a:r>
            <a:r>
              <a:rPr lang="en-US" dirty="0"/>
              <a:t> </a:t>
            </a:r>
            <a:r>
              <a:rPr lang="en-US" dirty="0" err="1"/>
              <a:t>Belirli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BSS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AP </a:t>
            </a:r>
            <a:r>
              <a:rPr lang="en-US" dirty="0" err="1"/>
              <a:t>ile.AP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 smtClean="0"/>
              <a:t>iletebilir</a:t>
            </a:r>
            <a:r>
              <a:rPr lang="tr-TR" dirty="0" smtClean="0"/>
              <a:t> </a:t>
            </a:r>
            <a:r>
              <a:rPr lang="en-US" dirty="0" err="1" smtClean="0"/>
              <a:t>yönlendirilmesini</a:t>
            </a:r>
            <a:r>
              <a:rPr lang="en-US" dirty="0" smtClean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teslim</a:t>
            </a:r>
            <a:r>
              <a:rPr lang="en-US" dirty="0"/>
              <a:t> </a:t>
            </a:r>
            <a:r>
              <a:rPr lang="en-US" dirty="0" err="1"/>
              <a:t>edilmesini</a:t>
            </a:r>
            <a:r>
              <a:rPr lang="en-US" dirty="0"/>
              <a:t> </a:t>
            </a:r>
            <a:r>
              <a:rPr lang="en-US" dirty="0" err="1"/>
              <a:t>kolaylaştırmak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ESS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diğer</a:t>
            </a:r>
            <a:r>
              <a:rPr lang="en-US" dirty="0"/>
              <a:t> </a:t>
            </a:r>
            <a:r>
              <a:rPr lang="en-US" dirty="0" err="1"/>
              <a:t>AP'lere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alınan</a:t>
            </a:r>
            <a:r>
              <a:rPr lang="en-US" dirty="0"/>
              <a:t> </a:t>
            </a:r>
            <a:r>
              <a:rPr lang="en-US" dirty="0" err="1"/>
              <a:t>çerçeveler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b="1" dirty="0" err="1"/>
              <a:t>Yeniden</a:t>
            </a:r>
            <a:r>
              <a:rPr lang="en-US" b="1" dirty="0"/>
              <a:t> </a:t>
            </a:r>
            <a:r>
              <a:rPr lang="en-US" b="1" dirty="0" err="1"/>
              <a:t>İlişkilendirme</a:t>
            </a:r>
            <a:r>
              <a:rPr lang="en-US" b="1" dirty="0"/>
              <a:t>: </a:t>
            </a:r>
            <a:r>
              <a:rPr lang="en-US" dirty="0" err="1"/>
              <a:t>Kurulan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ilişkinin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çerçeveden</a:t>
            </a:r>
            <a:r>
              <a:rPr lang="en-US" dirty="0"/>
              <a:t> </a:t>
            </a:r>
            <a:r>
              <a:rPr lang="en-US" dirty="0" err="1"/>
              <a:t>diğerine</a:t>
            </a:r>
            <a:r>
              <a:rPr lang="en-US" dirty="0"/>
              <a:t> </a:t>
            </a:r>
            <a:r>
              <a:rPr lang="en-US" dirty="0" err="1"/>
              <a:t>aktarılmasını</a:t>
            </a:r>
            <a:r>
              <a:rPr lang="en-US" dirty="0"/>
              <a:t> </a:t>
            </a:r>
            <a:r>
              <a:rPr lang="en-US" dirty="0" err="1"/>
              <a:t>sağlar</a:t>
            </a:r>
            <a:r>
              <a:rPr lang="en-US" dirty="0"/>
              <a:t>. </a:t>
            </a:r>
            <a:r>
              <a:rPr lang="en-US" dirty="0" err="1"/>
              <a:t>AP'den</a:t>
            </a:r>
            <a:r>
              <a:rPr lang="en-US" dirty="0"/>
              <a:t> </a:t>
            </a:r>
            <a:r>
              <a:rPr lang="en-US" dirty="0" err="1"/>
              <a:t>diğerine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mobil</a:t>
            </a:r>
            <a:r>
              <a:rPr lang="en-US" dirty="0"/>
              <a:t> </a:t>
            </a:r>
            <a:r>
              <a:rPr lang="en-US" dirty="0" err="1"/>
              <a:t>istasyonun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BSS'den</a:t>
            </a:r>
            <a:r>
              <a:rPr lang="en-US" dirty="0"/>
              <a:t> </a:t>
            </a:r>
            <a:r>
              <a:rPr lang="en-US" dirty="0" err="1"/>
              <a:t>diğerine</a:t>
            </a:r>
            <a:r>
              <a:rPr lang="en-US" dirty="0"/>
              <a:t> </a:t>
            </a:r>
            <a:r>
              <a:rPr lang="en-US" dirty="0" err="1"/>
              <a:t>geçmesine</a:t>
            </a:r>
            <a:r>
              <a:rPr lang="en-US" dirty="0"/>
              <a:t> </a:t>
            </a:r>
            <a:r>
              <a:rPr lang="en-US" dirty="0" err="1"/>
              <a:t>izin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b="1" dirty="0" err="1"/>
              <a:t>İlişki</a:t>
            </a:r>
            <a:r>
              <a:rPr lang="en-US" b="1" dirty="0"/>
              <a:t> </a:t>
            </a:r>
            <a:r>
              <a:rPr lang="en-US" b="1" dirty="0" err="1"/>
              <a:t>kesme</a:t>
            </a:r>
            <a:r>
              <a:rPr lang="en-US" b="1" dirty="0"/>
              <a:t>: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istasyondan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AP'den</a:t>
            </a:r>
            <a:r>
              <a:rPr lang="en-US" dirty="0"/>
              <a:t> </a:t>
            </a:r>
            <a:r>
              <a:rPr lang="en-US" dirty="0" err="1"/>
              <a:t>mevcut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istasyonun</a:t>
            </a:r>
            <a:r>
              <a:rPr lang="en-US" dirty="0"/>
              <a:t> </a:t>
            </a:r>
            <a:r>
              <a:rPr lang="en-US" dirty="0" err="1"/>
              <a:t>ilişki</a:t>
            </a:r>
            <a:r>
              <a:rPr lang="en-US" dirty="0"/>
              <a:t> </a:t>
            </a:r>
            <a:r>
              <a:rPr lang="en-US" dirty="0" err="1"/>
              <a:t>sona</a:t>
            </a:r>
            <a:r>
              <a:rPr lang="en-US" dirty="0"/>
              <a:t> </a:t>
            </a:r>
            <a:r>
              <a:rPr lang="en-US" dirty="0" err="1"/>
              <a:t>erdirilir</a:t>
            </a:r>
            <a:r>
              <a:rPr lang="en-US" dirty="0"/>
              <a:t>.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istasyon</a:t>
            </a:r>
            <a:r>
              <a:rPr lang="en-US" dirty="0"/>
              <a:t> </a:t>
            </a:r>
            <a:r>
              <a:rPr lang="en-US" dirty="0" err="1"/>
              <a:t>ayrılmadan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bildirimi</a:t>
            </a:r>
            <a:r>
              <a:rPr lang="en-US" dirty="0"/>
              <a:t> </a:t>
            </a:r>
            <a:r>
              <a:rPr lang="en-US" dirty="0" err="1"/>
              <a:t>yapmalıdır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ESS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kapatma</a:t>
            </a:r>
            <a:r>
              <a:rPr lang="en-US" dirty="0"/>
              <a:t>. </a:t>
            </a:r>
            <a:r>
              <a:rPr lang="en-US" dirty="0" err="1"/>
              <a:t>Bununla</a:t>
            </a:r>
            <a:r>
              <a:rPr lang="en-US" dirty="0"/>
              <a:t> </a:t>
            </a:r>
            <a:r>
              <a:rPr lang="en-US" dirty="0" err="1"/>
              <a:t>birlikte</a:t>
            </a:r>
            <a:r>
              <a:rPr lang="en-US" dirty="0"/>
              <a:t>, MAC </a:t>
            </a:r>
            <a:r>
              <a:rPr lang="en-US" dirty="0" err="1"/>
              <a:t>yönetim</a:t>
            </a:r>
            <a:r>
              <a:rPr lang="en-US" dirty="0"/>
              <a:t> </a:t>
            </a:r>
            <a:r>
              <a:rPr lang="en-US" dirty="0" err="1"/>
              <a:t>tesisi</a:t>
            </a:r>
            <a:r>
              <a:rPr lang="en-US" dirty="0"/>
              <a:t> </a:t>
            </a:r>
            <a:r>
              <a:rPr lang="en-US" dirty="0" err="1"/>
              <a:t>bildirimde</a:t>
            </a:r>
            <a:r>
              <a:rPr lang="en-US" dirty="0"/>
              <a:t> </a:t>
            </a:r>
            <a:r>
              <a:rPr lang="en-US" dirty="0" err="1"/>
              <a:t>bulunmadan</a:t>
            </a:r>
            <a:r>
              <a:rPr lang="en-US" dirty="0"/>
              <a:t> </a:t>
            </a:r>
            <a:r>
              <a:rPr lang="en-US" dirty="0" err="1"/>
              <a:t>ortadan</a:t>
            </a:r>
            <a:r>
              <a:rPr lang="en-US" dirty="0"/>
              <a:t> </a:t>
            </a:r>
            <a:r>
              <a:rPr lang="en-US" dirty="0" err="1"/>
              <a:t>kaybolan</a:t>
            </a:r>
            <a:r>
              <a:rPr lang="en-US" dirty="0"/>
              <a:t> </a:t>
            </a:r>
            <a:r>
              <a:rPr lang="en-US" dirty="0" err="1"/>
              <a:t>istasyonlara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</a:t>
            </a:r>
            <a:r>
              <a:rPr lang="en-US" dirty="0" err="1"/>
              <a:t>kendini</a:t>
            </a:r>
            <a:r>
              <a:rPr lang="en-US" dirty="0"/>
              <a:t> </a:t>
            </a:r>
            <a:r>
              <a:rPr lang="en-US" dirty="0" err="1"/>
              <a:t>korur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3292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 802.11 </a:t>
            </a:r>
            <a:r>
              <a:rPr lang="en-US" dirty="0" err="1"/>
              <a:t>Kablosuz</a:t>
            </a:r>
            <a:r>
              <a:rPr lang="en-US" dirty="0"/>
              <a:t> LAN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IEEE </a:t>
            </a:r>
            <a:r>
              <a:rPr lang="en-US" dirty="0"/>
              <a:t>802 LAN lar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standartlar</a:t>
            </a:r>
            <a:r>
              <a:rPr lang="en-US" dirty="0"/>
              <a:t> </a:t>
            </a:r>
            <a:r>
              <a:rPr lang="en-US" dirty="0" err="1"/>
              <a:t>geliştiren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komitedir</a:t>
            </a:r>
            <a:endParaRPr lang="en-US" dirty="0"/>
          </a:p>
          <a:p>
            <a:r>
              <a:rPr lang="en-US" dirty="0" smtClean="0"/>
              <a:t>1990 </a:t>
            </a:r>
            <a:r>
              <a:rPr lang="en-US" dirty="0"/>
              <a:t>da IEEE 802.11 </a:t>
            </a:r>
            <a:r>
              <a:rPr lang="en-US" dirty="0" err="1"/>
              <a:t>kablosuz</a:t>
            </a:r>
            <a:r>
              <a:rPr lang="en-US" dirty="0"/>
              <a:t> LAN lar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geliştirilmiştir</a:t>
            </a:r>
            <a:endParaRPr lang="en-US" dirty="0"/>
          </a:p>
          <a:p>
            <a:r>
              <a:rPr lang="en-US" dirty="0" err="1" smtClean="0"/>
              <a:t>Çok</a:t>
            </a:r>
            <a:r>
              <a:rPr lang="en-US" dirty="0" smtClean="0"/>
              <a:t> </a:t>
            </a:r>
            <a:r>
              <a:rPr lang="en-US" dirty="0" err="1"/>
              <a:t>sayıda</a:t>
            </a:r>
            <a:r>
              <a:rPr lang="en-US" dirty="0"/>
              <a:t> </a:t>
            </a:r>
            <a:r>
              <a:rPr lang="en-US" dirty="0" smtClean="0"/>
              <a:t>WLAN</a:t>
            </a:r>
            <a:endParaRPr lang="tr-TR" dirty="0" smtClean="0"/>
          </a:p>
          <a:p>
            <a:pPr lvl="1"/>
            <a:r>
              <a:rPr lang="en-US" dirty="0" err="1" smtClean="0"/>
              <a:t>Farklı</a:t>
            </a:r>
            <a:r>
              <a:rPr lang="en-US" dirty="0" smtClean="0"/>
              <a:t> </a:t>
            </a:r>
            <a:r>
              <a:rPr lang="en-US" dirty="0" err="1" smtClean="0"/>
              <a:t>frekans</a:t>
            </a:r>
            <a:endParaRPr lang="tr-TR" dirty="0" smtClean="0"/>
          </a:p>
          <a:p>
            <a:pPr lvl="1"/>
            <a:r>
              <a:rPr lang="en-US" dirty="0" err="1" smtClean="0"/>
              <a:t>Farklı</a:t>
            </a:r>
            <a:r>
              <a:rPr lang="en-US" dirty="0" smtClean="0"/>
              <a:t> </a:t>
            </a:r>
            <a:r>
              <a:rPr lang="en-US" dirty="0"/>
              <a:t>data rates</a:t>
            </a:r>
          </a:p>
        </p:txBody>
      </p:sp>
    </p:spTree>
    <p:extLst>
      <p:ext uri="{BB962C8B-B14F-4D97-AF65-F5344CB8AC3E}">
        <p14:creationId xmlns:p14="http://schemas.microsoft.com/office/powerpoint/2010/main" val="42287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0532"/>
          </a:xfrm>
        </p:spPr>
        <p:txBody>
          <a:bodyPr/>
          <a:lstStyle/>
          <a:p>
            <a:r>
              <a:rPr lang="en-US" dirty="0" err="1"/>
              <a:t>Kablosuz</a:t>
            </a:r>
            <a:r>
              <a:rPr lang="en-US" dirty="0"/>
              <a:t> </a:t>
            </a:r>
            <a:r>
              <a:rPr lang="en-US" dirty="0" err="1"/>
              <a:t>İletimin</a:t>
            </a:r>
            <a:r>
              <a:rPr lang="en-US" dirty="0"/>
              <a:t> </a:t>
            </a:r>
            <a:r>
              <a:rPr lang="en-US" dirty="0" err="1"/>
              <a:t>Güvenli</a:t>
            </a:r>
            <a:r>
              <a:rPr lang="en-US" dirty="0"/>
              <a:t> </a:t>
            </a:r>
            <a:r>
              <a:rPr lang="en-US" dirty="0" err="1"/>
              <a:t>Yapılması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426866"/>
            <a:ext cx="10515600" cy="4750097"/>
          </a:xfrm>
        </p:spPr>
        <p:txBody>
          <a:bodyPr>
            <a:normAutofit fontScale="85000" lnSpcReduction="20000"/>
          </a:bodyPr>
          <a:lstStyle/>
          <a:p>
            <a:r>
              <a:rPr lang="tr-TR" dirty="0" smtClean="0"/>
              <a:t>Kablosuz güvenlik önlemleri, </a:t>
            </a:r>
            <a:r>
              <a:rPr lang="tr-TR" b="1" dirty="0" smtClean="0"/>
              <a:t>kablosuz iletim</a:t>
            </a:r>
            <a:r>
              <a:rPr lang="tr-TR" dirty="0" smtClean="0"/>
              <a:t>, </a:t>
            </a:r>
            <a:r>
              <a:rPr lang="tr-TR" b="1" dirty="0" smtClean="0"/>
              <a:t>kablosuz erişim noktaları </a:t>
            </a:r>
            <a:r>
              <a:rPr lang="tr-TR" dirty="0" smtClean="0"/>
              <a:t>ve </a:t>
            </a:r>
            <a:r>
              <a:rPr lang="tr-TR" b="1" dirty="0" smtClean="0"/>
              <a:t>kablosuz ağlar </a:t>
            </a:r>
            <a:r>
              <a:rPr lang="tr-TR" dirty="0" smtClean="0"/>
              <a:t>olarak gruplandırabilir</a:t>
            </a:r>
          </a:p>
          <a:p>
            <a:r>
              <a:rPr lang="tr-TR" dirty="0" smtClean="0"/>
              <a:t> </a:t>
            </a:r>
            <a:r>
              <a:rPr lang="tr-TR" b="1" dirty="0" smtClean="0"/>
              <a:t>Kablosuz iletim </a:t>
            </a:r>
            <a:r>
              <a:rPr lang="tr-TR" dirty="0" smtClean="0"/>
              <a:t>için başlıca tehditler, </a:t>
            </a:r>
            <a:r>
              <a:rPr lang="tr-TR" b="1" dirty="0" smtClean="0"/>
              <a:t>dinleme</a:t>
            </a:r>
            <a:r>
              <a:rPr lang="tr-TR" dirty="0" smtClean="0"/>
              <a:t>, </a:t>
            </a:r>
            <a:r>
              <a:rPr lang="tr-TR" b="1" dirty="0" smtClean="0"/>
              <a:t>mesaj değiştirme veya ekleme </a:t>
            </a:r>
            <a:r>
              <a:rPr lang="tr-TR" dirty="0" smtClean="0"/>
              <a:t>ve </a:t>
            </a:r>
            <a:r>
              <a:rPr lang="tr-TR" b="1" dirty="0" smtClean="0"/>
              <a:t>kesintilerdir</a:t>
            </a:r>
          </a:p>
          <a:p>
            <a:r>
              <a:rPr lang="tr-TR" b="1" dirty="0" smtClean="0"/>
              <a:t>Dinleme </a:t>
            </a:r>
            <a:r>
              <a:rPr lang="tr-TR" dirty="0" smtClean="0"/>
              <a:t>için iki önemli engelleme mekanizması vardır.</a:t>
            </a:r>
          </a:p>
          <a:p>
            <a:r>
              <a:rPr lang="tr-TR" dirty="0" smtClean="0"/>
              <a:t> Sinyal gizleme teknikleri</a:t>
            </a:r>
          </a:p>
          <a:p>
            <a:pPr lvl="1"/>
            <a:r>
              <a:rPr lang="tr-TR" dirty="0" smtClean="0"/>
              <a:t>SSID yayınını ortadan kaldırılabilir</a:t>
            </a:r>
          </a:p>
          <a:p>
            <a:pPr lvl="1"/>
            <a:r>
              <a:rPr lang="tr-TR" dirty="0" smtClean="0"/>
              <a:t>Gizli SSID kullanılabilir</a:t>
            </a:r>
          </a:p>
          <a:p>
            <a:pPr lvl="1"/>
            <a:r>
              <a:rPr lang="tr-TR" dirty="0" smtClean="0"/>
              <a:t>Sinyal gücü kapsama alanını en küçük yapacak kadar küçültülebilir</a:t>
            </a:r>
          </a:p>
          <a:p>
            <a:pPr lvl="1"/>
            <a:r>
              <a:rPr lang="tr-TR" dirty="0" smtClean="0"/>
              <a:t>Access </a:t>
            </a:r>
            <a:r>
              <a:rPr lang="tr-TR" dirty="0" err="1" smtClean="0"/>
              <a:t>point</a:t>
            </a:r>
            <a:r>
              <a:rPr lang="tr-TR" dirty="0" smtClean="0"/>
              <a:t> bina içinde merkezi bir yere alınabilir</a:t>
            </a:r>
          </a:p>
          <a:p>
            <a:pPr lvl="1"/>
            <a:r>
              <a:rPr lang="tr-TR" dirty="0" smtClean="0"/>
              <a:t>Yönlü antenler ve sinyal-kaplama teknikleri kullanılarak daha fazla güvenlik elde edilebilir</a:t>
            </a:r>
          </a:p>
          <a:p>
            <a:r>
              <a:rPr lang="tr-TR" dirty="0" smtClean="0"/>
              <a:t>Şifreleme</a:t>
            </a:r>
          </a:p>
          <a:p>
            <a:pPr lvl="1"/>
            <a:r>
              <a:rPr lang="tr-TR" dirty="0" smtClean="0"/>
              <a:t>Şifre anahtarı gizli olduğu sürece etkin bir çözümdür</a:t>
            </a:r>
          </a:p>
          <a:p>
            <a:r>
              <a:rPr lang="tr-TR" dirty="0" smtClean="0"/>
              <a:t>Şifreleme ve kimlik doğrulama protokollerinin kullanılması, </a:t>
            </a:r>
            <a:r>
              <a:rPr lang="tr-TR" b="1" dirty="0" smtClean="0"/>
              <a:t>mesajların değiştirilmesi veya eklenmesi </a:t>
            </a:r>
            <a:r>
              <a:rPr lang="tr-TR" dirty="0" smtClean="0"/>
              <a:t>girişimlerine karşı standart yöntemdir.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53404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Erişim Noktalarının (Access Point) Güvenli Yapılması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 </a:t>
            </a:r>
            <a:r>
              <a:rPr lang="tr-TR" b="1" dirty="0" smtClean="0"/>
              <a:t>Yetkisiz erişim </a:t>
            </a:r>
            <a:r>
              <a:rPr lang="tr-TR" dirty="0" smtClean="0"/>
              <a:t>en önemli tehlikedir</a:t>
            </a:r>
          </a:p>
          <a:p>
            <a:r>
              <a:rPr lang="tr-TR" dirty="0" smtClean="0"/>
              <a:t>Bu tür yetkisiz erişimleri engellemek için en etkin yol IEEE 802.1x </a:t>
            </a:r>
            <a:r>
              <a:rPr lang="tr-TR" dirty="0" err="1" smtClean="0"/>
              <a:t>standartını</a:t>
            </a:r>
            <a:r>
              <a:rPr lang="tr-TR" dirty="0" smtClean="0"/>
              <a:t> uygulamaktır</a:t>
            </a:r>
          </a:p>
          <a:p>
            <a:pPr lvl="1"/>
            <a:r>
              <a:rPr lang="tr-TR" dirty="0" smtClean="0"/>
              <a:t>Her cihaz için kimlik doğrulama uygular</a:t>
            </a:r>
          </a:p>
          <a:p>
            <a:pPr lvl="1"/>
            <a:r>
              <a:rPr lang="tr-TR" dirty="0" smtClean="0"/>
              <a:t>802.1X kullanımı sahte erişim noktalarını ve diğer yetkisiz cihazları güvensiz arka kapı haline getirmeyi önleyebilir.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96309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 802.11 </a:t>
            </a:r>
            <a:r>
              <a:rPr lang="en-US" dirty="0" err="1"/>
              <a:t>Kablosuz</a:t>
            </a:r>
            <a:r>
              <a:rPr lang="en-US" dirty="0"/>
              <a:t> LAN </a:t>
            </a:r>
            <a:r>
              <a:rPr lang="en-US" dirty="0" err="1"/>
              <a:t>Güvenliği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 err="1"/>
              <a:t>Kablolu</a:t>
            </a:r>
            <a:r>
              <a:rPr lang="en-US" dirty="0"/>
              <a:t> </a:t>
            </a:r>
            <a:r>
              <a:rPr lang="en-US" dirty="0" err="1"/>
              <a:t>LAN'ın</a:t>
            </a:r>
            <a:r>
              <a:rPr lang="en-US" dirty="0"/>
              <a:t> </a:t>
            </a:r>
            <a:r>
              <a:rPr lang="en-US" dirty="0" err="1"/>
              <a:t>kablosuz</a:t>
            </a:r>
            <a:r>
              <a:rPr lang="en-US" dirty="0"/>
              <a:t> </a:t>
            </a:r>
            <a:r>
              <a:rPr lang="en-US" dirty="0" err="1"/>
              <a:t>LAN'da</a:t>
            </a:r>
            <a:r>
              <a:rPr lang="en-US" dirty="0"/>
              <a:t> </a:t>
            </a:r>
            <a:r>
              <a:rPr lang="en-US" dirty="0" err="1"/>
              <a:t>bulunmayan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özelliği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1. </a:t>
            </a:r>
            <a:r>
              <a:rPr lang="en-US" dirty="0" err="1"/>
              <a:t>Kablolu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LAN </a:t>
            </a:r>
            <a:r>
              <a:rPr lang="en-US" dirty="0" err="1"/>
              <a:t>üzerinden</a:t>
            </a:r>
            <a:r>
              <a:rPr lang="en-US" dirty="0"/>
              <a:t> </a:t>
            </a:r>
            <a:r>
              <a:rPr lang="en-US" dirty="0" err="1"/>
              <a:t>iletim</a:t>
            </a:r>
            <a:r>
              <a:rPr lang="en-US" dirty="0"/>
              <a:t> </a:t>
            </a:r>
            <a:r>
              <a:rPr lang="en-US" dirty="0" err="1"/>
              <a:t>yapabilmek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istasyonun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bağlı</a:t>
            </a:r>
            <a:r>
              <a:rPr lang="en-US" dirty="0"/>
              <a:t> </a:t>
            </a:r>
            <a:r>
              <a:rPr lang="en-US" dirty="0" err="1"/>
              <a:t>olması</a:t>
            </a:r>
            <a:r>
              <a:rPr lang="en-US" dirty="0"/>
              <a:t> </a:t>
            </a:r>
            <a:r>
              <a:rPr lang="en-US" dirty="0" err="1"/>
              <a:t>gerekir</a:t>
            </a:r>
            <a:r>
              <a:rPr lang="en-US" dirty="0"/>
              <a:t> </a:t>
            </a:r>
            <a:r>
              <a:rPr lang="en-US" dirty="0" err="1"/>
              <a:t>LAN'a</a:t>
            </a:r>
            <a:r>
              <a:rPr lang="en-US" dirty="0"/>
              <a:t> </a:t>
            </a:r>
            <a:r>
              <a:rPr lang="en-US" dirty="0" err="1"/>
              <a:t>bağlanır</a:t>
            </a:r>
            <a:r>
              <a:rPr lang="en-US" dirty="0"/>
              <a:t>. </a:t>
            </a:r>
            <a:r>
              <a:rPr lang="en-US" dirty="0" err="1"/>
              <a:t>Öte</a:t>
            </a:r>
            <a:r>
              <a:rPr lang="en-US" dirty="0"/>
              <a:t> </a:t>
            </a:r>
            <a:r>
              <a:rPr lang="en-US" dirty="0" err="1"/>
              <a:t>yandan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kablosuz</a:t>
            </a:r>
            <a:r>
              <a:rPr lang="en-US" dirty="0"/>
              <a:t> LAN </a:t>
            </a:r>
            <a:r>
              <a:rPr lang="en-US" dirty="0" err="1"/>
              <a:t>ile</a:t>
            </a:r>
            <a:r>
              <a:rPr lang="en-US" dirty="0"/>
              <a:t>, </a:t>
            </a:r>
            <a:r>
              <a:rPr lang="en-US" dirty="0" err="1"/>
              <a:t>radyo</a:t>
            </a:r>
            <a:r>
              <a:rPr lang="en-US" dirty="0"/>
              <a:t> </a:t>
            </a:r>
            <a:r>
              <a:rPr lang="en-US" dirty="0" err="1"/>
              <a:t>dalgaları</a:t>
            </a:r>
            <a:r>
              <a:rPr lang="en-US" dirty="0"/>
              <a:t>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herhangi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istasyon</a:t>
            </a:r>
            <a:r>
              <a:rPr lang="en-US" dirty="0"/>
              <a:t> LAN </a:t>
            </a:r>
            <a:r>
              <a:rPr lang="en-US" dirty="0" err="1"/>
              <a:t>üzerindeki</a:t>
            </a:r>
            <a:r>
              <a:rPr lang="en-US" dirty="0"/>
              <a:t> </a:t>
            </a:r>
            <a:r>
              <a:rPr lang="en-US" dirty="0" err="1"/>
              <a:t>diğer</a:t>
            </a:r>
            <a:r>
              <a:rPr lang="en-US" dirty="0"/>
              <a:t> </a:t>
            </a:r>
            <a:r>
              <a:rPr lang="en-US" dirty="0" err="1"/>
              <a:t>cihazların</a:t>
            </a:r>
            <a:r>
              <a:rPr lang="en-US" dirty="0"/>
              <a:t> </a:t>
            </a:r>
            <a:r>
              <a:rPr lang="en-US" dirty="0" err="1"/>
              <a:t>iletim</a:t>
            </a:r>
            <a:r>
              <a:rPr lang="en-US" dirty="0"/>
              <a:t> </a:t>
            </a:r>
            <a:r>
              <a:rPr lang="en-US" dirty="0" err="1"/>
              <a:t>yapabileceği</a:t>
            </a:r>
            <a:r>
              <a:rPr lang="en-US" dirty="0"/>
              <a:t> </a:t>
            </a:r>
            <a:r>
              <a:rPr lang="en-US" dirty="0" err="1"/>
              <a:t>menzil</a:t>
            </a:r>
            <a:r>
              <a:rPr lang="en-US" dirty="0"/>
              <a:t>.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anlamda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form </a:t>
            </a:r>
            <a:r>
              <a:rPr lang="en-US" dirty="0" err="1"/>
              <a:t>vardır</a:t>
            </a:r>
            <a:r>
              <a:rPr lang="en-US" dirty="0"/>
              <a:t> </a:t>
            </a:r>
            <a:r>
              <a:rPr lang="en-US" dirty="0" err="1"/>
              <a:t>kablolu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LAN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kimlik</a:t>
            </a:r>
            <a:r>
              <a:rPr lang="en-US" dirty="0"/>
              <a:t> </a:t>
            </a:r>
            <a:r>
              <a:rPr lang="en-US" dirty="0" err="1"/>
              <a:t>doğrulamanın</a:t>
            </a:r>
            <a:r>
              <a:rPr lang="en-US" dirty="0"/>
              <a:t> </a:t>
            </a:r>
            <a:r>
              <a:rPr lang="en-US" dirty="0" err="1"/>
              <a:t>bazı</a:t>
            </a:r>
            <a:r>
              <a:rPr lang="en-US" dirty="0"/>
              <a:t> </a:t>
            </a:r>
            <a:r>
              <a:rPr lang="en-US" dirty="0" err="1"/>
              <a:t>pozitif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istasyonu</a:t>
            </a:r>
            <a:r>
              <a:rPr lang="en-US" dirty="0"/>
              <a:t> </a:t>
            </a:r>
            <a:r>
              <a:rPr lang="en-US" dirty="0" err="1"/>
              <a:t>kablolu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LAN'a</a:t>
            </a:r>
            <a:r>
              <a:rPr lang="en-US" dirty="0"/>
              <a:t> </a:t>
            </a:r>
            <a:r>
              <a:rPr lang="en-US" dirty="0" err="1"/>
              <a:t>bağlamak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muhtemelen</a:t>
            </a:r>
            <a:r>
              <a:rPr lang="en-US" dirty="0"/>
              <a:t> </a:t>
            </a:r>
            <a:r>
              <a:rPr lang="en-US" dirty="0" err="1"/>
              <a:t>gözlemlenebilir</a:t>
            </a:r>
            <a:r>
              <a:rPr lang="en-US" dirty="0"/>
              <a:t> </a:t>
            </a:r>
            <a:r>
              <a:rPr lang="en-US" dirty="0" err="1"/>
              <a:t>eylem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 err="1"/>
              <a:t>Benzer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, </a:t>
            </a:r>
            <a:r>
              <a:rPr lang="en-US" dirty="0" err="1"/>
              <a:t>kablolu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LAN'ın</a:t>
            </a:r>
            <a:r>
              <a:rPr lang="en-US" dirty="0"/>
              <a:t> </a:t>
            </a:r>
            <a:r>
              <a:rPr lang="en-US" dirty="0" err="1"/>
              <a:t>parçası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istasyondan</a:t>
            </a:r>
            <a:r>
              <a:rPr lang="en-US" dirty="0"/>
              <a:t> </a:t>
            </a:r>
            <a:r>
              <a:rPr lang="en-US" dirty="0" err="1"/>
              <a:t>iletim</a:t>
            </a:r>
            <a:r>
              <a:rPr lang="en-US" dirty="0"/>
              <a:t> </a:t>
            </a:r>
            <a:r>
              <a:rPr lang="en-US" dirty="0" err="1"/>
              <a:t>almak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kablolu</a:t>
            </a:r>
            <a:r>
              <a:rPr lang="en-US" dirty="0"/>
              <a:t> </a:t>
            </a:r>
            <a:r>
              <a:rPr lang="en-US" dirty="0" err="1"/>
              <a:t>LAN'da</a:t>
            </a:r>
            <a:r>
              <a:rPr lang="en-US" dirty="0"/>
              <a:t>, </a:t>
            </a:r>
            <a:r>
              <a:rPr lang="en-US" dirty="0" err="1"/>
              <a:t>alıcı</a:t>
            </a:r>
            <a:r>
              <a:rPr lang="en-US" dirty="0"/>
              <a:t> </a:t>
            </a:r>
            <a:r>
              <a:rPr lang="en-US" dirty="0" err="1"/>
              <a:t>istasyonun</a:t>
            </a:r>
            <a:r>
              <a:rPr lang="en-US" dirty="0"/>
              <a:t> da </a:t>
            </a:r>
            <a:r>
              <a:rPr lang="en-US" dirty="0" err="1"/>
              <a:t>kablolu</a:t>
            </a:r>
            <a:r>
              <a:rPr lang="en-US" dirty="0"/>
              <a:t> </a:t>
            </a:r>
            <a:r>
              <a:rPr lang="en-US" dirty="0" err="1"/>
              <a:t>LAN'a</a:t>
            </a:r>
            <a:r>
              <a:rPr lang="en-US" dirty="0"/>
              <a:t> </a:t>
            </a:r>
            <a:r>
              <a:rPr lang="en-US" dirty="0" err="1"/>
              <a:t>bağlı</a:t>
            </a:r>
            <a:r>
              <a:rPr lang="en-US" dirty="0"/>
              <a:t> </a:t>
            </a:r>
            <a:r>
              <a:rPr lang="en-US" dirty="0" err="1"/>
              <a:t>olması</a:t>
            </a:r>
            <a:r>
              <a:rPr lang="en-US" dirty="0"/>
              <a:t> </a:t>
            </a:r>
            <a:r>
              <a:rPr lang="en-US" dirty="0" err="1"/>
              <a:t>gerekir</a:t>
            </a:r>
            <a:r>
              <a:rPr lang="en-US" dirty="0"/>
              <a:t>. </a:t>
            </a:r>
            <a:r>
              <a:rPr lang="en-US" dirty="0" err="1"/>
              <a:t>Açık</a:t>
            </a:r>
            <a:r>
              <a:rPr lang="en-US" dirty="0"/>
              <a:t> </a:t>
            </a:r>
            <a:r>
              <a:rPr lang="en-US" dirty="0" err="1"/>
              <a:t>Öte</a:t>
            </a:r>
            <a:r>
              <a:rPr lang="en-US" dirty="0"/>
              <a:t> </a:t>
            </a:r>
            <a:r>
              <a:rPr lang="en-US" dirty="0" err="1"/>
              <a:t>yandan</a:t>
            </a:r>
            <a:r>
              <a:rPr lang="en-US" dirty="0"/>
              <a:t>, </a:t>
            </a:r>
            <a:r>
              <a:rPr lang="en-US" dirty="0" err="1"/>
              <a:t>kablosuz</a:t>
            </a:r>
            <a:r>
              <a:rPr lang="en-US" dirty="0"/>
              <a:t> LAN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radyo</a:t>
            </a:r>
            <a:r>
              <a:rPr lang="en-US" dirty="0"/>
              <a:t> </a:t>
            </a:r>
            <a:r>
              <a:rPr lang="en-US" dirty="0" err="1"/>
              <a:t>menzilindeki</a:t>
            </a:r>
            <a:r>
              <a:rPr lang="en-US" dirty="0"/>
              <a:t> </a:t>
            </a:r>
            <a:r>
              <a:rPr lang="en-US" dirty="0" err="1"/>
              <a:t>herhangi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istasyon</a:t>
            </a:r>
            <a:r>
              <a:rPr lang="en-US" dirty="0"/>
              <a:t> </a:t>
            </a:r>
            <a:r>
              <a:rPr lang="en-US" dirty="0" err="1"/>
              <a:t>Böylece</a:t>
            </a:r>
            <a:r>
              <a:rPr lang="en-US" dirty="0"/>
              <a:t>, </a:t>
            </a:r>
            <a:r>
              <a:rPr lang="en-US" dirty="0" err="1"/>
              <a:t>kablolu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LAN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dereceye</a:t>
            </a:r>
            <a:r>
              <a:rPr lang="en-US" dirty="0"/>
              <a:t>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gizlilik</a:t>
            </a:r>
            <a:r>
              <a:rPr lang="en-US" dirty="0"/>
              <a:t> </a:t>
            </a:r>
            <a:r>
              <a:rPr lang="en-US" dirty="0" err="1"/>
              <a:t>sağlayarak</a:t>
            </a:r>
            <a:r>
              <a:rPr lang="en-US" dirty="0"/>
              <a:t> </a:t>
            </a:r>
            <a:r>
              <a:rPr lang="en-US" dirty="0" err="1"/>
              <a:t>LAN'a</a:t>
            </a:r>
            <a:r>
              <a:rPr lang="en-US" dirty="0"/>
              <a:t> </a:t>
            </a:r>
            <a:r>
              <a:rPr lang="en-US" dirty="0" err="1"/>
              <a:t>bağlı</a:t>
            </a:r>
            <a:r>
              <a:rPr lang="en-US" dirty="0"/>
              <a:t> </a:t>
            </a:r>
            <a:r>
              <a:rPr lang="en-US" dirty="0" err="1"/>
              <a:t>istasyonlara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gönderir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dirty="0" err="1"/>
              <a:t>Kablolu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kablosuz</a:t>
            </a:r>
            <a:r>
              <a:rPr lang="en-US" dirty="0"/>
              <a:t> </a:t>
            </a:r>
            <a:r>
              <a:rPr lang="en-US" dirty="0" err="1"/>
              <a:t>LAN'lar</a:t>
            </a:r>
            <a:r>
              <a:rPr lang="en-US" dirty="0"/>
              <a:t> </a:t>
            </a:r>
            <a:r>
              <a:rPr lang="en-US" dirty="0" err="1"/>
              <a:t>arasındaki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farklılıklar</a:t>
            </a:r>
            <a:r>
              <a:rPr lang="en-US" dirty="0"/>
              <a:t> </a:t>
            </a:r>
            <a:r>
              <a:rPr lang="en-US" dirty="0" err="1"/>
              <a:t>kablosuz</a:t>
            </a:r>
            <a:r>
              <a:rPr lang="en-US" dirty="0"/>
              <a:t> </a:t>
            </a:r>
            <a:r>
              <a:rPr lang="en-US" dirty="0" err="1"/>
              <a:t>LAN'lar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sağlam</a:t>
            </a:r>
            <a:r>
              <a:rPr lang="en-US" dirty="0"/>
              <a:t> </a:t>
            </a:r>
            <a:r>
              <a:rPr lang="en-US" dirty="0" err="1"/>
              <a:t>güvenlik</a:t>
            </a:r>
            <a:r>
              <a:rPr lang="en-US" dirty="0"/>
              <a:t> </a:t>
            </a:r>
            <a:r>
              <a:rPr lang="en-US" dirty="0" err="1"/>
              <a:t>hizmetleri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mekanizmalarına</a:t>
            </a:r>
            <a:r>
              <a:rPr lang="en-US" dirty="0"/>
              <a:t> </a:t>
            </a:r>
            <a:r>
              <a:rPr lang="en-US" dirty="0" err="1"/>
              <a:t>ihtiyaç</a:t>
            </a:r>
            <a:r>
              <a:rPr lang="en-US" dirty="0"/>
              <a:t> </a:t>
            </a:r>
            <a:r>
              <a:rPr lang="en-US" dirty="0" err="1"/>
              <a:t>duyulmaktadır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3775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 802.11 </a:t>
            </a:r>
            <a:r>
              <a:rPr lang="en-US" dirty="0" err="1"/>
              <a:t>Kablosuz</a:t>
            </a:r>
            <a:r>
              <a:rPr lang="en-US" dirty="0"/>
              <a:t> LAN </a:t>
            </a:r>
            <a:r>
              <a:rPr lang="en-US" dirty="0" err="1"/>
              <a:t>Güvenliği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Orijinal</a:t>
            </a:r>
            <a:r>
              <a:rPr lang="en-US" dirty="0"/>
              <a:t> 802.11 </a:t>
            </a:r>
            <a:r>
              <a:rPr lang="en-US" dirty="0" err="1"/>
              <a:t>spesifikasyonu</a:t>
            </a:r>
            <a:r>
              <a:rPr lang="en-US" dirty="0"/>
              <a:t>, </a:t>
            </a:r>
            <a:r>
              <a:rPr lang="en-US" dirty="0" err="1"/>
              <a:t>gizlilik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kimlik</a:t>
            </a:r>
            <a:r>
              <a:rPr lang="en-US" dirty="0"/>
              <a:t> </a:t>
            </a:r>
            <a:r>
              <a:rPr lang="en-US" dirty="0" err="1"/>
              <a:t>doğrulama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oldukça</a:t>
            </a:r>
            <a:r>
              <a:rPr lang="en-US" dirty="0"/>
              <a:t> </a:t>
            </a:r>
            <a:r>
              <a:rPr lang="en-US" dirty="0" err="1"/>
              <a:t>zayıf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dizi</a:t>
            </a:r>
            <a:r>
              <a:rPr lang="en-US" dirty="0"/>
              <a:t> </a:t>
            </a:r>
            <a:r>
              <a:rPr lang="en-US" dirty="0" err="1"/>
              <a:t>güvenlik</a:t>
            </a:r>
            <a:r>
              <a:rPr lang="en-US" dirty="0"/>
              <a:t> </a:t>
            </a:r>
            <a:r>
              <a:rPr lang="en-US" dirty="0" err="1"/>
              <a:t>özelliği</a:t>
            </a:r>
            <a:r>
              <a:rPr lang="en-US" dirty="0"/>
              <a:t> </a:t>
            </a:r>
            <a:r>
              <a:rPr lang="en-US" dirty="0" err="1"/>
              <a:t>içeriyordu</a:t>
            </a:r>
            <a:r>
              <a:rPr lang="en-US" dirty="0"/>
              <a:t>. </a:t>
            </a:r>
            <a:endParaRPr lang="tr-TR" dirty="0" smtClean="0"/>
          </a:p>
          <a:p>
            <a:r>
              <a:rPr lang="en-US" dirty="0" err="1" smtClean="0"/>
              <a:t>Gizlilik</a:t>
            </a:r>
            <a:r>
              <a:rPr lang="en-US" dirty="0" smtClean="0"/>
              <a:t> </a:t>
            </a:r>
            <a:r>
              <a:rPr lang="en-US" dirty="0" err="1"/>
              <a:t>için</a:t>
            </a:r>
            <a:r>
              <a:rPr lang="en-US" dirty="0"/>
              <a:t> 802.11, </a:t>
            </a:r>
            <a:r>
              <a:rPr lang="en-US" dirty="0" err="1"/>
              <a:t>Kablolu</a:t>
            </a:r>
            <a:r>
              <a:rPr lang="en-US" dirty="0"/>
              <a:t> </a:t>
            </a:r>
            <a:r>
              <a:rPr lang="en-US" dirty="0" err="1"/>
              <a:t>Eşdeğer</a:t>
            </a:r>
            <a:r>
              <a:rPr lang="en-US" dirty="0"/>
              <a:t> </a:t>
            </a:r>
            <a:r>
              <a:rPr lang="en-US" dirty="0" err="1"/>
              <a:t>Gizlilik</a:t>
            </a:r>
            <a:r>
              <a:rPr lang="en-US" dirty="0"/>
              <a:t> (</a:t>
            </a:r>
            <a:r>
              <a:rPr lang="en-US" dirty="0" smtClean="0"/>
              <a:t>WEP</a:t>
            </a:r>
            <a:r>
              <a:rPr lang="tr-TR" dirty="0" smtClean="0"/>
              <a:t> – </a:t>
            </a:r>
            <a:r>
              <a:rPr lang="tr-TR" dirty="0" err="1" smtClean="0"/>
              <a:t>Wired</a:t>
            </a:r>
            <a:r>
              <a:rPr lang="tr-TR" dirty="0" smtClean="0"/>
              <a:t> </a:t>
            </a:r>
            <a:r>
              <a:rPr lang="tr-TR" dirty="0" err="1" smtClean="0"/>
              <a:t>Equivalent</a:t>
            </a:r>
            <a:r>
              <a:rPr lang="tr-TR" dirty="0" smtClean="0"/>
              <a:t> </a:t>
            </a:r>
            <a:r>
              <a:rPr lang="tr-TR" dirty="0" err="1" smtClean="0"/>
              <a:t>Protected</a:t>
            </a:r>
            <a:r>
              <a:rPr lang="en-US" dirty="0" smtClean="0"/>
              <a:t>) </a:t>
            </a:r>
            <a:r>
              <a:rPr lang="en-US" dirty="0" err="1"/>
              <a:t>algoritmasını</a:t>
            </a:r>
            <a:r>
              <a:rPr lang="en-US" dirty="0"/>
              <a:t> </a:t>
            </a:r>
            <a:r>
              <a:rPr lang="en-US" dirty="0" err="1"/>
              <a:t>tanımlamıştır</a:t>
            </a:r>
            <a:r>
              <a:rPr lang="en-US" dirty="0"/>
              <a:t>. 802.11 </a:t>
            </a:r>
            <a:r>
              <a:rPr lang="en-US" dirty="0" err="1"/>
              <a:t>standardının</a:t>
            </a:r>
            <a:r>
              <a:rPr lang="en-US" dirty="0"/>
              <a:t> </a:t>
            </a:r>
            <a:r>
              <a:rPr lang="en-US" dirty="0" err="1"/>
              <a:t>gizlilik</a:t>
            </a:r>
            <a:r>
              <a:rPr lang="en-US" dirty="0"/>
              <a:t> </a:t>
            </a:r>
            <a:r>
              <a:rPr lang="en-US" dirty="0" err="1"/>
              <a:t>bölümü</a:t>
            </a:r>
            <a:r>
              <a:rPr lang="en-US" dirty="0"/>
              <a:t>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zayıflıklar</a:t>
            </a:r>
            <a:r>
              <a:rPr lang="en-US" dirty="0"/>
              <a:t> </a:t>
            </a:r>
            <a:r>
              <a:rPr lang="en-US" dirty="0" err="1"/>
              <a:t>içermekteydi</a:t>
            </a:r>
            <a:r>
              <a:rPr lang="en-US" dirty="0" smtClean="0"/>
              <a:t>.</a:t>
            </a:r>
            <a:r>
              <a:rPr lang="tr-TR" dirty="0" smtClean="0"/>
              <a:t> </a:t>
            </a:r>
          </a:p>
          <a:p>
            <a:r>
              <a:rPr lang="en-US" dirty="0" err="1" smtClean="0"/>
              <a:t>WEP'in</a:t>
            </a:r>
            <a:r>
              <a:rPr lang="en-US" dirty="0" smtClean="0"/>
              <a:t> </a:t>
            </a:r>
            <a:r>
              <a:rPr lang="en-US" dirty="0" err="1"/>
              <a:t>geliştirilmesinin</a:t>
            </a:r>
            <a:r>
              <a:rPr lang="en-US" dirty="0"/>
              <a:t> </a:t>
            </a:r>
            <a:r>
              <a:rPr lang="en-US" dirty="0" err="1"/>
              <a:t>ardından</a:t>
            </a:r>
            <a:r>
              <a:rPr lang="en-US" dirty="0"/>
              <a:t>, 802.11i </a:t>
            </a:r>
            <a:r>
              <a:rPr lang="en-US" dirty="0" err="1"/>
              <a:t>görev</a:t>
            </a:r>
            <a:r>
              <a:rPr lang="en-US" dirty="0"/>
              <a:t> </a:t>
            </a:r>
            <a:r>
              <a:rPr lang="en-US" dirty="0" err="1"/>
              <a:t>grubu</a:t>
            </a:r>
            <a:r>
              <a:rPr lang="en-US" dirty="0"/>
              <a:t> WLAN </a:t>
            </a:r>
            <a:r>
              <a:rPr lang="en-US" dirty="0" err="1"/>
              <a:t>güvenlik</a:t>
            </a:r>
            <a:r>
              <a:rPr lang="en-US" dirty="0"/>
              <a:t> </a:t>
            </a:r>
            <a:r>
              <a:rPr lang="en-US" dirty="0" err="1"/>
              <a:t>sorunlarını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almak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dizi</a:t>
            </a:r>
            <a:r>
              <a:rPr lang="en-US" dirty="0"/>
              <a:t> </a:t>
            </a:r>
            <a:r>
              <a:rPr lang="en-US" dirty="0" err="1"/>
              <a:t>yetenek</a:t>
            </a:r>
            <a:r>
              <a:rPr lang="en-US" dirty="0"/>
              <a:t> </a:t>
            </a:r>
            <a:r>
              <a:rPr lang="en-US" dirty="0" err="1"/>
              <a:t>geliştirmiştir</a:t>
            </a:r>
            <a:r>
              <a:rPr lang="en-US" dirty="0"/>
              <a:t>. </a:t>
            </a:r>
            <a:endParaRPr lang="tr-TR" dirty="0" smtClean="0"/>
          </a:p>
          <a:p>
            <a:r>
              <a:rPr lang="en-US" dirty="0" err="1" smtClean="0"/>
              <a:t>WLAN'lara</a:t>
            </a:r>
            <a:r>
              <a:rPr lang="en-US" dirty="0" smtClean="0"/>
              <a:t> </a:t>
            </a:r>
            <a:r>
              <a:rPr lang="en-US" dirty="0" err="1"/>
              <a:t>güçlü</a:t>
            </a:r>
            <a:r>
              <a:rPr lang="en-US" dirty="0"/>
              <a:t> </a:t>
            </a:r>
            <a:r>
              <a:rPr lang="en-US" dirty="0" err="1"/>
              <a:t>güvenliğin</a:t>
            </a:r>
            <a:r>
              <a:rPr lang="en-US" dirty="0"/>
              <a:t> </a:t>
            </a:r>
            <a:r>
              <a:rPr lang="en-US" dirty="0" err="1"/>
              <a:t>getirilmesini</a:t>
            </a:r>
            <a:r>
              <a:rPr lang="en-US" dirty="0"/>
              <a:t> </a:t>
            </a:r>
            <a:r>
              <a:rPr lang="en-US" dirty="0" err="1"/>
              <a:t>hızlandırmak</a:t>
            </a:r>
            <a:r>
              <a:rPr lang="en-US" dirty="0"/>
              <a:t> </a:t>
            </a:r>
            <a:r>
              <a:rPr lang="en-US" dirty="0" err="1"/>
              <a:t>amacıyla</a:t>
            </a:r>
            <a:r>
              <a:rPr lang="en-US" dirty="0"/>
              <a:t> Wi-Fi Alliance, Wi-Fi </a:t>
            </a:r>
            <a:r>
              <a:rPr lang="en-US" dirty="0" err="1" smtClean="0"/>
              <a:t>standardı</a:t>
            </a:r>
            <a:r>
              <a:rPr lang="en-US" dirty="0" smtClean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b="1" dirty="0"/>
              <a:t>Wi-Fi Protected Access</a:t>
            </a:r>
            <a:r>
              <a:rPr lang="en-US" dirty="0" smtClean="0"/>
              <a:t> </a:t>
            </a:r>
            <a:r>
              <a:rPr lang="en-US" dirty="0"/>
              <a:t>(WPA</a:t>
            </a:r>
            <a:r>
              <a:rPr lang="en-US" dirty="0" smtClean="0"/>
              <a:t>).</a:t>
            </a:r>
            <a:endParaRPr lang="tr-TR" dirty="0" smtClean="0"/>
          </a:p>
          <a:p>
            <a:r>
              <a:rPr lang="tr-TR" dirty="0" smtClean="0"/>
              <a:t> </a:t>
            </a:r>
            <a:r>
              <a:rPr lang="en-US" dirty="0" smtClean="0"/>
              <a:t>WPA </a:t>
            </a:r>
            <a:r>
              <a:rPr lang="en-US" dirty="0"/>
              <a:t>802.11 </a:t>
            </a:r>
            <a:r>
              <a:rPr lang="en-US" dirty="0" err="1"/>
              <a:t>güvenlik</a:t>
            </a:r>
            <a:r>
              <a:rPr lang="en-US" dirty="0"/>
              <a:t> </a:t>
            </a:r>
            <a:r>
              <a:rPr lang="en-US" dirty="0" err="1"/>
              <a:t>sorunlarının</a:t>
            </a:r>
            <a:r>
              <a:rPr lang="en-US" dirty="0"/>
              <a:t> </a:t>
            </a:r>
            <a:r>
              <a:rPr lang="en-US" dirty="0" err="1"/>
              <a:t>çoğunu</a:t>
            </a:r>
            <a:r>
              <a:rPr lang="en-US" dirty="0"/>
              <a:t> </a:t>
            </a:r>
            <a:r>
              <a:rPr lang="en-US" dirty="0" err="1"/>
              <a:t>ortadan</a:t>
            </a:r>
            <a:r>
              <a:rPr lang="en-US" dirty="0"/>
              <a:t> </a:t>
            </a:r>
            <a:r>
              <a:rPr lang="en-US" dirty="0" err="1"/>
              <a:t>kaldıran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teknolojinin</a:t>
            </a:r>
            <a:r>
              <a:rPr lang="en-US" dirty="0"/>
              <a:t> </a:t>
            </a:r>
            <a:r>
              <a:rPr lang="en-US" dirty="0" err="1"/>
              <a:t>mevcut</a:t>
            </a:r>
            <a:r>
              <a:rPr lang="en-US" dirty="0"/>
              <a:t> </a:t>
            </a:r>
            <a:r>
              <a:rPr lang="en-US" dirty="0" err="1"/>
              <a:t>durumunu</a:t>
            </a:r>
            <a:r>
              <a:rPr lang="en-US" dirty="0"/>
              <a:t>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 802.11i </a:t>
            </a:r>
            <a:r>
              <a:rPr lang="tr-TR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/>
              <a:t>dizi</a:t>
            </a:r>
            <a:r>
              <a:rPr lang="en-US" dirty="0"/>
              <a:t> </a:t>
            </a:r>
            <a:r>
              <a:rPr lang="en-US" dirty="0" err="1"/>
              <a:t>güvenlik</a:t>
            </a:r>
            <a:r>
              <a:rPr lang="en-US" dirty="0"/>
              <a:t> </a:t>
            </a:r>
            <a:r>
              <a:rPr lang="en-US" dirty="0" err="1" smtClean="0"/>
              <a:t>mekanizmasıdı</a:t>
            </a:r>
            <a:r>
              <a:rPr lang="tr-TR" dirty="0" smtClean="0"/>
              <a:t>r.</a:t>
            </a:r>
          </a:p>
          <a:p>
            <a:r>
              <a:rPr lang="en-US" dirty="0" smtClean="0"/>
              <a:t>Wi-Fi </a:t>
            </a:r>
            <a:r>
              <a:rPr lang="en-US" dirty="0"/>
              <a:t>Alliance, WPA2 </a:t>
            </a:r>
            <a:r>
              <a:rPr lang="en-US" dirty="0" err="1"/>
              <a:t>programı</a:t>
            </a:r>
            <a:r>
              <a:rPr lang="en-US" dirty="0"/>
              <a:t> </a:t>
            </a:r>
            <a:r>
              <a:rPr lang="en-US" dirty="0" err="1"/>
              <a:t>kapsamında</a:t>
            </a:r>
            <a:r>
              <a:rPr lang="en-US" dirty="0"/>
              <a:t> 802.11i </a:t>
            </a:r>
            <a:r>
              <a:rPr lang="en-US" dirty="0" err="1"/>
              <a:t>spesifikasyonunun</a:t>
            </a:r>
            <a:r>
              <a:rPr lang="en-US" dirty="0"/>
              <a:t> </a:t>
            </a:r>
            <a:r>
              <a:rPr lang="en-US" dirty="0" err="1"/>
              <a:t>tamamıyla</a:t>
            </a:r>
            <a:r>
              <a:rPr lang="en-US" dirty="0"/>
              <a:t> </a:t>
            </a:r>
            <a:r>
              <a:rPr lang="en-US" dirty="0" err="1"/>
              <a:t>uyumlu</a:t>
            </a:r>
            <a:r>
              <a:rPr lang="en-US" dirty="0"/>
              <a:t> </a:t>
            </a:r>
            <a:r>
              <a:rPr lang="en-US" dirty="0" err="1"/>
              <a:t>satıcıları</a:t>
            </a:r>
            <a:r>
              <a:rPr lang="en-US" dirty="0"/>
              <a:t> </a:t>
            </a:r>
            <a:r>
              <a:rPr lang="en-US" dirty="0" err="1"/>
              <a:t>sertifikalandırmaktadır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1158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 802.11 </a:t>
            </a:r>
            <a:r>
              <a:rPr lang="en-US" dirty="0" err="1"/>
              <a:t>Kablosuz</a:t>
            </a:r>
            <a:r>
              <a:rPr lang="en-US" dirty="0"/>
              <a:t> LAN </a:t>
            </a:r>
            <a:r>
              <a:rPr lang="en-US" dirty="0" err="1"/>
              <a:t>Güvenliği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802.11i </a:t>
            </a:r>
            <a:r>
              <a:rPr lang="en-US" dirty="0" err="1"/>
              <a:t>standardının</a:t>
            </a:r>
            <a:r>
              <a:rPr lang="en-US" dirty="0"/>
              <a:t> son </a:t>
            </a:r>
            <a:r>
              <a:rPr lang="en-US" dirty="0" err="1"/>
              <a:t>şekli</a:t>
            </a:r>
            <a:r>
              <a:rPr lang="en-US" dirty="0"/>
              <a:t> </a:t>
            </a:r>
            <a:r>
              <a:rPr lang="en-US" b="1" dirty="0"/>
              <a:t>Robust Security </a:t>
            </a:r>
            <a:r>
              <a:rPr lang="en-US" b="1" dirty="0" smtClean="0"/>
              <a:t>Network</a:t>
            </a:r>
            <a:r>
              <a:rPr lang="tr-TR" b="1" dirty="0" smtClean="0"/>
              <a:t> </a:t>
            </a:r>
            <a:r>
              <a:rPr lang="en-US" b="1" dirty="0" smtClean="0"/>
              <a:t>(RSN</a:t>
            </a:r>
            <a:r>
              <a:rPr lang="en-US" b="1" dirty="0"/>
              <a:t>)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anılır</a:t>
            </a:r>
            <a:r>
              <a:rPr lang="en-US" dirty="0"/>
              <a:t>.</a:t>
            </a:r>
          </a:p>
          <a:p>
            <a:r>
              <a:rPr lang="en-US" dirty="0" smtClean="0"/>
              <a:t>Wi-Fi </a:t>
            </a:r>
            <a:r>
              <a:rPr lang="en-US" dirty="0"/>
              <a:t>Alliance, </a:t>
            </a:r>
            <a:r>
              <a:rPr lang="en-US" dirty="0" err="1"/>
              <a:t>satıcıları</a:t>
            </a:r>
            <a:r>
              <a:rPr lang="en-US" dirty="0"/>
              <a:t> WPA2 </a:t>
            </a:r>
            <a:r>
              <a:rPr lang="en-US" dirty="0" err="1"/>
              <a:t>programı</a:t>
            </a:r>
            <a:r>
              <a:rPr lang="en-US" dirty="0"/>
              <a:t> </a:t>
            </a:r>
            <a:r>
              <a:rPr lang="en-US" dirty="0" err="1"/>
              <a:t>kapsamındaki</a:t>
            </a:r>
            <a:r>
              <a:rPr lang="en-US" dirty="0"/>
              <a:t> </a:t>
            </a:r>
            <a:r>
              <a:rPr lang="en-US" dirty="0" smtClean="0"/>
              <a:t>tam</a:t>
            </a:r>
            <a:r>
              <a:rPr lang="tr-TR" dirty="0" smtClean="0"/>
              <a:t> </a:t>
            </a:r>
            <a:r>
              <a:rPr lang="en-US" dirty="0" smtClean="0"/>
              <a:t>802.11i </a:t>
            </a:r>
            <a:r>
              <a:rPr lang="en-US" dirty="0" err="1"/>
              <a:t>şartnamesine</a:t>
            </a:r>
            <a:r>
              <a:rPr lang="en-US" dirty="0"/>
              <a:t> </a:t>
            </a:r>
            <a:r>
              <a:rPr lang="en-US" dirty="0" err="1"/>
              <a:t>uygun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belgelendirir</a:t>
            </a:r>
            <a:r>
              <a:rPr lang="en-US" dirty="0" smtClean="0"/>
              <a:t>.</a:t>
            </a:r>
            <a:endParaRPr lang="tr-TR" dirty="0" smtClean="0"/>
          </a:p>
          <a:p>
            <a:r>
              <a:rPr lang="en-US" dirty="0" smtClean="0"/>
              <a:t> </a:t>
            </a:r>
            <a:r>
              <a:rPr lang="en-US" dirty="0"/>
              <a:t>RSN </a:t>
            </a:r>
            <a:r>
              <a:rPr lang="en-US" dirty="0" err="1"/>
              <a:t>spesifikasyonu</a:t>
            </a:r>
            <a:r>
              <a:rPr lang="en-US" dirty="0"/>
              <a:t> </a:t>
            </a:r>
            <a:r>
              <a:rPr lang="en-US" dirty="0" err="1"/>
              <a:t>oldukça</a:t>
            </a:r>
            <a:r>
              <a:rPr lang="en-US" dirty="0"/>
              <a:t> </a:t>
            </a:r>
            <a:r>
              <a:rPr lang="en-US" dirty="0" err="1" smtClean="0"/>
              <a:t>karmaşıktır</a:t>
            </a:r>
            <a:r>
              <a:rPr lang="tr-TR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67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802.11i RSN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802.11i RSN </a:t>
            </a:r>
            <a:r>
              <a:rPr lang="en-US" dirty="0" err="1"/>
              <a:t>güvenlik</a:t>
            </a:r>
            <a:r>
              <a:rPr lang="en-US" dirty="0"/>
              <a:t> </a:t>
            </a:r>
            <a:r>
              <a:rPr lang="en-US" dirty="0" err="1"/>
              <a:t>spesifikasyonu</a:t>
            </a:r>
            <a:r>
              <a:rPr lang="en-US" dirty="0"/>
              <a:t> </a:t>
            </a:r>
            <a:r>
              <a:rPr lang="en-US" dirty="0" err="1"/>
              <a:t>aşağıdaki</a:t>
            </a:r>
            <a:r>
              <a:rPr lang="en-US" dirty="0"/>
              <a:t> </a:t>
            </a:r>
            <a:r>
              <a:rPr lang="en-US" dirty="0" err="1"/>
              <a:t>hizmetleri</a:t>
            </a:r>
            <a:r>
              <a:rPr lang="en-US" dirty="0"/>
              <a:t> </a:t>
            </a:r>
            <a:r>
              <a:rPr lang="en-US" dirty="0" err="1" smtClean="0"/>
              <a:t>tanımlar</a:t>
            </a:r>
            <a:r>
              <a:rPr lang="en-US" dirty="0" smtClean="0"/>
              <a:t>.</a:t>
            </a:r>
            <a:endParaRPr lang="tr-TR" dirty="0" smtClean="0"/>
          </a:p>
          <a:p>
            <a:r>
              <a:rPr lang="en-US" b="1" dirty="0" err="1" smtClean="0"/>
              <a:t>Kimlik</a:t>
            </a:r>
            <a:r>
              <a:rPr lang="en-US" b="1" dirty="0" smtClean="0"/>
              <a:t> </a:t>
            </a:r>
            <a:r>
              <a:rPr lang="en-US" b="1" dirty="0" err="1"/>
              <a:t>Doğrulama</a:t>
            </a:r>
            <a:r>
              <a:rPr lang="en-US" b="1" dirty="0"/>
              <a:t>: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kullanıcı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AS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karşılıklı</a:t>
            </a:r>
            <a:r>
              <a:rPr lang="en-US" dirty="0"/>
              <a:t> </a:t>
            </a:r>
            <a:r>
              <a:rPr lang="en-US" dirty="0" err="1"/>
              <a:t>kimlik</a:t>
            </a:r>
            <a:r>
              <a:rPr lang="en-US" dirty="0"/>
              <a:t> </a:t>
            </a:r>
            <a:r>
              <a:rPr lang="en-US" dirty="0" err="1"/>
              <a:t>doğrulama</a:t>
            </a:r>
            <a:r>
              <a:rPr lang="en-US" dirty="0"/>
              <a:t> </a:t>
            </a:r>
            <a:r>
              <a:rPr lang="en-US" dirty="0" err="1"/>
              <a:t>sağlayan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kablosuz</a:t>
            </a:r>
            <a:r>
              <a:rPr lang="en-US" dirty="0"/>
              <a:t> </a:t>
            </a:r>
            <a:r>
              <a:rPr lang="en-US" dirty="0" err="1"/>
              <a:t>bağlantı</a:t>
            </a:r>
            <a:r>
              <a:rPr lang="en-US" dirty="0"/>
              <a:t> </a:t>
            </a:r>
            <a:r>
              <a:rPr lang="en-US" dirty="0" err="1"/>
              <a:t>üzerinden</a:t>
            </a:r>
            <a:r>
              <a:rPr lang="en-US" dirty="0"/>
              <a:t> </a:t>
            </a:r>
            <a:r>
              <a:rPr lang="en-US" dirty="0" err="1"/>
              <a:t>istemci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AP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kullanılacak</a:t>
            </a:r>
            <a:r>
              <a:rPr lang="en-US" dirty="0"/>
              <a:t> </a:t>
            </a:r>
            <a:r>
              <a:rPr lang="en-US" dirty="0" err="1"/>
              <a:t>geçici</a:t>
            </a:r>
            <a:r>
              <a:rPr lang="en-US" dirty="0"/>
              <a:t> </a:t>
            </a:r>
            <a:r>
              <a:rPr lang="en-US" dirty="0" err="1"/>
              <a:t>anahtarlar</a:t>
            </a:r>
            <a:r>
              <a:rPr lang="en-US" dirty="0"/>
              <a:t> </a:t>
            </a:r>
            <a:r>
              <a:rPr lang="en-US" dirty="0" err="1"/>
              <a:t>üreten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alışverişi</a:t>
            </a:r>
            <a:r>
              <a:rPr lang="en-US" dirty="0"/>
              <a:t> </a:t>
            </a:r>
            <a:r>
              <a:rPr lang="en-US" dirty="0" err="1"/>
              <a:t>tanımlamak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protokol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en-US" dirty="0" smtClean="0"/>
              <a:t>.</a:t>
            </a:r>
            <a:endParaRPr lang="tr-TR" dirty="0" smtClean="0"/>
          </a:p>
          <a:p>
            <a:r>
              <a:rPr lang="en-US" b="1" dirty="0" err="1" smtClean="0"/>
              <a:t>Erişim</a:t>
            </a:r>
            <a:r>
              <a:rPr lang="en-US" b="1" dirty="0" smtClean="0"/>
              <a:t> </a:t>
            </a:r>
            <a:r>
              <a:rPr lang="en-US" b="1" dirty="0" err="1"/>
              <a:t>kontrolü</a:t>
            </a:r>
            <a:r>
              <a:rPr lang="en-US" b="1" dirty="0"/>
              <a:t>: </a:t>
            </a:r>
            <a:r>
              <a:rPr lang="en-US" dirty="0"/>
              <a:t>Bu </a:t>
            </a:r>
            <a:r>
              <a:rPr lang="en-US" dirty="0" err="1"/>
              <a:t>işlev</a:t>
            </a:r>
            <a:r>
              <a:rPr lang="en-US" dirty="0"/>
              <a:t>, </a:t>
            </a:r>
            <a:r>
              <a:rPr lang="en-US" dirty="0" err="1"/>
              <a:t>kimlik</a:t>
            </a:r>
            <a:r>
              <a:rPr lang="en-US" dirty="0"/>
              <a:t> </a:t>
            </a:r>
            <a:r>
              <a:rPr lang="en-US" dirty="0" err="1"/>
              <a:t>doğrulama</a:t>
            </a:r>
            <a:r>
              <a:rPr lang="en-US" dirty="0"/>
              <a:t> </a:t>
            </a:r>
            <a:r>
              <a:rPr lang="en-US" dirty="0" err="1"/>
              <a:t>işlevinin</a:t>
            </a:r>
            <a:r>
              <a:rPr lang="en-US" dirty="0"/>
              <a:t> </a:t>
            </a:r>
            <a:r>
              <a:rPr lang="en-US" dirty="0" err="1"/>
              <a:t>kullanılmasını</a:t>
            </a:r>
            <a:r>
              <a:rPr lang="en-US" dirty="0"/>
              <a:t> </a:t>
            </a:r>
            <a:r>
              <a:rPr lang="en-US" dirty="0" err="1"/>
              <a:t>zorunlu</a:t>
            </a:r>
            <a:r>
              <a:rPr lang="en-US" dirty="0"/>
              <a:t> </a:t>
            </a:r>
            <a:r>
              <a:rPr lang="en-US" dirty="0" err="1"/>
              <a:t>kılar</a:t>
            </a:r>
            <a:r>
              <a:rPr lang="en-US" dirty="0"/>
              <a:t>, </a:t>
            </a:r>
            <a:r>
              <a:rPr lang="en-US" dirty="0" err="1"/>
              <a:t>Mesajları</a:t>
            </a:r>
            <a:r>
              <a:rPr lang="en-US" dirty="0"/>
              <a:t> </a:t>
            </a:r>
            <a:r>
              <a:rPr lang="en-US" dirty="0" err="1"/>
              <a:t>düzgün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yönlendirir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anahtar</a:t>
            </a:r>
            <a:r>
              <a:rPr lang="en-US" dirty="0"/>
              <a:t> </a:t>
            </a:r>
            <a:r>
              <a:rPr lang="en-US" dirty="0" err="1"/>
              <a:t>değişimini</a:t>
            </a:r>
            <a:r>
              <a:rPr lang="en-US" dirty="0"/>
              <a:t> </a:t>
            </a:r>
            <a:r>
              <a:rPr lang="en-US" dirty="0" err="1"/>
              <a:t>kolaylaştırır</a:t>
            </a:r>
            <a:r>
              <a:rPr lang="en-US" dirty="0"/>
              <a:t>. </a:t>
            </a:r>
            <a:r>
              <a:rPr lang="tr-TR" dirty="0" smtClean="0"/>
              <a:t>Ç</a:t>
            </a:r>
            <a:r>
              <a:rPr lang="en-US" dirty="0" err="1" smtClean="0"/>
              <a:t>eşitli</a:t>
            </a:r>
            <a:r>
              <a:rPr lang="en-US" dirty="0" smtClean="0"/>
              <a:t> </a:t>
            </a:r>
            <a:r>
              <a:rPr lang="en-US" dirty="0" err="1"/>
              <a:t>kimlik</a:t>
            </a:r>
            <a:r>
              <a:rPr lang="en-US" dirty="0"/>
              <a:t> </a:t>
            </a:r>
            <a:r>
              <a:rPr lang="en-US" dirty="0" err="1"/>
              <a:t>doğrulama</a:t>
            </a:r>
            <a:r>
              <a:rPr lang="en-US" dirty="0"/>
              <a:t> </a:t>
            </a:r>
            <a:r>
              <a:rPr lang="en-US" dirty="0" err="1" smtClean="0"/>
              <a:t>protokolleri</a:t>
            </a:r>
            <a:r>
              <a:rPr lang="tr-TR" dirty="0" smtClean="0"/>
              <a:t> kullanılabilir</a:t>
            </a:r>
            <a:r>
              <a:rPr lang="en-US" dirty="0" smtClean="0"/>
              <a:t>.</a:t>
            </a:r>
            <a:endParaRPr lang="tr-TR" dirty="0" smtClean="0"/>
          </a:p>
          <a:p>
            <a:r>
              <a:rPr lang="en-US" b="1" dirty="0" err="1" smtClean="0"/>
              <a:t>Mesaj</a:t>
            </a:r>
            <a:r>
              <a:rPr lang="en-US" b="1" dirty="0" smtClean="0"/>
              <a:t> </a:t>
            </a:r>
            <a:r>
              <a:rPr lang="en-US" b="1" dirty="0" err="1"/>
              <a:t>bütünlüğü</a:t>
            </a:r>
            <a:r>
              <a:rPr lang="en-US" b="1" dirty="0"/>
              <a:t> </a:t>
            </a:r>
            <a:r>
              <a:rPr lang="en-US" b="1" dirty="0" err="1"/>
              <a:t>ile</a:t>
            </a:r>
            <a:r>
              <a:rPr lang="en-US" b="1" dirty="0"/>
              <a:t> </a:t>
            </a:r>
            <a:r>
              <a:rPr lang="en-US" b="1" dirty="0" err="1"/>
              <a:t>gizlilik</a:t>
            </a:r>
            <a:r>
              <a:rPr lang="en-US" b="1" dirty="0"/>
              <a:t>: </a:t>
            </a:r>
            <a:r>
              <a:rPr lang="en-US" dirty="0"/>
              <a:t>MAC </a:t>
            </a:r>
            <a:r>
              <a:rPr lang="en-US" dirty="0" err="1"/>
              <a:t>düzeyindeki</a:t>
            </a:r>
            <a:r>
              <a:rPr lang="en-US" dirty="0"/>
              <a:t> </a:t>
            </a:r>
            <a:r>
              <a:rPr lang="en-US" dirty="0" err="1"/>
              <a:t>veriler</a:t>
            </a:r>
            <a:r>
              <a:rPr lang="en-US" dirty="0"/>
              <a:t> (</a:t>
            </a:r>
            <a:r>
              <a:rPr lang="en-US" dirty="0" err="1"/>
              <a:t>örneğin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LLC PDU) </a:t>
            </a:r>
            <a:r>
              <a:rPr lang="en-US" dirty="0" err="1"/>
              <a:t>şifrelenmesini</a:t>
            </a:r>
            <a:r>
              <a:rPr lang="en-US" dirty="0"/>
              <a:t> </a:t>
            </a:r>
            <a:r>
              <a:rPr lang="en-US" dirty="0" err="1"/>
              <a:t>sağlayan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mesaj</a:t>
            </a:r>
            <a:r>
              <a:rPr lang="en-US" dirty="0"/>
              <a:t> </a:t>
            </a:r>
            <a:r>
              <a:rPr lang="en-US" dirty="0" err="1"/>
              <a:t>bütünlüğü</a:t>
            </a:r>
            <a:r>
              <a:rPr lang="en-US" dirty="0"/>
              <a:t> </a:t>
            </a:r>
            <a:r>
              <a:rPr lang="en-US" dirty="0" err="1"/>
              <a:t>kodu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birlikte</a:t>
            </a:r>
            <a:r>
              <a:rPr lang="en-US" dirty="0"/>
              <a:t> </a:t>
            </a:r>
            <a:r>
              <a:rPr lang="en-US" dirty="0" err="1"/>
              <a:t>şifrelenmiştir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26658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541181" y="0"/>
            <a:ext cx="5546725" cy="685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646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000"/>
          </a:xfrm>
        </p:spPr>
        <p:txBody>
          <a:bodyPr/>
          <a:lstStyle/>
          <a:p>
            <a:r>
              <a:rPr lang="en-US" dirty="0"/>
              <a:t>802.11i RSN </a:t>
            </a:r>
            <a:r>
              <a:rPr lang="en-US" dirty="0" err="1"/>
              <a:t>Çalışma</a:t>
            </a:r>
            <a:r>
              <a:rPr lang="en-US" dirty="0"/>
              <a:t> </a:t>
            </a:r>
            <a:r>
              <a:rPr lang="en-US" dirty="0" err="1"/>
              <a:t>Senaryoları</a:t>
            </a:r>
            <a:endParaRPr lang="en-US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71895" y="995570"/>
            <a:ext cx="6892856" cy="571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033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Discovery </a:t>
            </a:r>
            <a:r>
              <a:rPr lang="en-US" dirty="0" err="1"/>
              <a:t>aşaması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537398"/>
            <a:ext cx="10515600" cy="463956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Discovery </a:t>
            </a:r>
            <a:r>
              <a:rPr lang="en-US" dirty="0" err="1"/>
              <a:t>aşamasında</a:t>
            </a:r>
            <a:r>
              <a:rPr lang="en-US" dirty="0"/>
              <a:t> STA </a:t>
            </a:r>
            <a:r>
              <a:rPr lang="en-US" dirty="0" err="1"/>
              <a:t>ve</a:t>
            </a:r>
            <a:r>
              <a:rPr lang="en-US" dirty="0"/>
              <a:t> AP </a:t>
            </a:r>
            <a:r>
              <a:rPr lang="en-US" dirty="0" err="1"/>
              <a:t>aşağıdaki</a:t>
            </a:r>
            <a:r>
              <a:rPr lang="en-US" dirty="0"/>
              <a:t> </a:t>
            </a:r>
            <a:r>
              <a:rPr lang="en-US" dirty="0" err="1"/>
              <a:t>alanlarda</a:t>
            </a:r>
            <a:r>
              <a:rPr lang="en-US" dirty="0"/>
              <a:t> </a:t>
            </a:r>
            <a:r>
              <a:rPr lang="en-US" dirty="0" err="1" smtClean="0"/>
              <a:t>belirli</a:t>
            </a:r>
            <a:r>
              <a:rPr lang="tr-TR" dirty="0" smtClean="0"/>
              <a:t> </a:t>
            </a:r>
            <a:r>
              <a:rPr lang="en-US" dirty="0" err="1" smtClean="0"/>
              <a:t>teknikler</a:t>
            </a:r>
            <a:r>
              <a:rPr lang="en-US" dirty="0" smtClean="0"/>
              <a:t> </a:t>
            </a:r>
            <a:r>
              <a:rPr lang="en-US" dirty="0" err="1"/>
              <a:t>üzerinde</a:t>
            </a:r>
            <a:r>
              <a:rPr lang="en-US" dirty="0"/>
              <a:t> </a:t>
            </a:r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/>
              <a:t>:</a:t>
            </a:r>
          </a:p>
          <a:p>
            <a:r>
              <a:rPr lang="en-US" dirty="0" smtClean="0"/>
              <a:t>Unicast </a:t>
            </a:r>
            <a:r>
              <a:rPr lang="en-US" dirty="0" err="1"/>
              <a:t>yayın</a:t>
            </a:r>
            <a:r>
              <a:rPr lang="en-US" dirty="0"/>
              <a:t> </a:t>
            </a:r>
            <a:r>
              <a:rPr lang="en-US" dirty="0" err="1"/>
              <a:t>trafiğini</a:t>
            </a:r>
            <a:r>
              <a:rPr lang="en-US" dirty="0"/>
              <a:t> </a:t>
            </a:r>
            <a:r>
              <a:rPr lang="en-US" dirty="0" err="1"/>
              <a:t>korumak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gizlilik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smtClean="0"/>
              <a:t>MPDU</a:t>
            </a:r>
            <a:r>
              <a:rPr lang="tr-TR" dirty="0" smtClean="0"/>
              <a:t> </a:t>
            </a:r>
            <a:r>
              <a:rPr lang="en-US" dirty="0" err="1" smtClean="0"/>
              <a:t>bütünlüğü</a:t>
            </a:r>
            <a:r>
              <a:rPr lang="en-US" dirty="0" smtClean="0"/>
              <a:t> </a:t>
            </a:r>
            <a:r>
              <a:rPr lang="en-US" dirty="0" err="1"/>
              <a:t>protokolleri</a:t>
            </a:r>
            <a:r>
              <a:rPr lang="en-US" dirty="0"/>
              <a:t> (</a:t>
            </a:r>
            <a:r>
              <a:rPr lang="en-US" dirty="0" err="1"/>
              <a:t>yalnızca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STA </a:t>
            </a:r>
            <a:r>
              <a:rPr lang="en-US" dirty="0" err="1"/>
              <a:t>ve</a:t>
            </a:r>
            <a:r>
              <a:rPr lang="en-US" dirty="0"/>
              <a:t> AP </a:t>
            </a:r>
            <a:r>
              <a:rPr lang="en-US" dirty="0" err="1" smtClean="0"/>
              <a:t>arasındaki</a:t>
            </a:r>
            <a:r>
              <a:rPr lang="tr-TR" dirty="0" smtClean="0"/>
              <a:t> </a:t>
            </a:r>
            <a:r>
              <a:rPr lang="en-US" dirty="0" err="1" smtClean="0"/>
              <a:t>trafik</a:t>
            </a:r>
            <a:r>
              <a:rPr lang="en-US" dirty="0" smtClean="0"/>
              <a:t>)</a:t>
            </a:r>
            <a:endParaRPr lang="tr-TR" dirty="0" smtClean="0"/>
          </a:p>
          <a:p>
            <a:pPr lvl="1"/>
            <a:r>
              <a:rPr lang="en-US" dirty="0" smtClean="0"/>
              <a:t>WEP</a:t>
            </a:r>
            <a:r>
              <a:rPr lang="en-US" dirty="0"/>
              <a:t>, with either a 40-bit or 104-bit </a:t>
            </a:r>
            <a:r>
              <a:rPr lang="en-US" dirty="0" smtClean="0"/>
              <a:t>key</a:t>
            </a:r>
            <a:endParaRPr lang="tr-TR" dirty="0" smtClean="0"/>
          </a:p>
          <a:p>
            <a:pPr lvl="1"/>
            <a:r>
              <a:rPr lang="en-US" dirty="0" smtClean="0"/>
              <a:t>TKIP</a:t>
            </a:r>
            <a:r>
              <a:rPr lang="tr-TR" dirty="0" smtClean="0"/>
              <a:t> (</a:t>
            </a:r>
            <a:r>
              <a:rPr lang="en-US" b="1" dirty="0" smtClean="0"/>
              <a:t>Temporal </a:t>
            </a:r>
            <a:r>
              <a:rPr lang="en-US" b="1" dirty="0"/>
              <a:t>Key Integrity</a:t>
            </a:r>
            <a:r>
              <a:rPr lang="tr-TR" b="1" dirty="0"/>
              <a:t> </a:t>
            </a:r>
            <a:r>
              <a:rPr lang="en-US" b="1" dirty="0" smtClean="0"/>
              <a:t>Protocol</a:t>
            </a:r>
            <a:r>
              <a:rPr lang="tr-TR" b="1" dirty="0" smtClean="0"/>
              <a:t>)</a:t>
            </a:r>
            <a:endParaRPr lang="tr-TR" dirty="0" smtClean="0"/>
          </a:p>
          <a:p>
            <a:pPr lvl="1"/>
            <a:r>
              <a:rPr lang="en-US" dirty="0" smtClean="0"/>
              <a:t> CCMP</a:t>
            </a:r>
            <a:r>
              <a:rPr lang="tr-TR" dirty="0" smtClean="0"/>
              <a:t> (</a:t>
            </a:r>
            <a:r>
              <a:rPr lang="en-US" b="1" dirty="0"/>
              <a:t>Counter Mode-CBC MAC </a:t>
            </a:r>
            <a:r>
              <a:rPr lang="en-US" dirty="0" err="1" smtClean="0"/>
              <a:t>Protokolü</a:t>
            </a:r>
            <a:r>
              <a:rPr lang="tr-TR" dirty="0" smtClean="0"/>
              <a:t>)</a:t>
            </a:r>
          </a:p>
          <a:p>
            <a:pPr lvl="1"/>
            <a:r>
              <a:rPr lang="en-US" dirty="0" smtClean="0"/>
              <a:t>Vendor-specific </a:t>
            </a:r>
            <a:r>
              <a:rPr lang="en-US" dirty="0"/>
              <a:t>methods</a:t>
            </a:r>
          </a:p>
          <a:p>
            <a:r>
              <a:rPr lang="en-US" dirty="0" err="1" smtClean="0"/>
              <a:t>Kimlik</a:t>
            </a:r>
            <a:r>
              <a:rPr lang="en-US" dirty="0" smtClean="0"/>
              <a:t> </a:t>
            </a:r>
            <a:r>
              <a:rPr lang="en-US" dirty="0" err="1"/>
              <a:t>doğrulama</a:t>
            </a:r>
            <a:r>
              <a:rPr lang="en-US" dirty="0"/>
              <a:t> </a:t>
            </a:r>
            <a:r>
              <a:rPr lang="en-US" dirty="0" err="1" smtClean="0"/>
              <a:t>yöntemi</a:t>
            </a:r>
            <a:endParaRPr lang="tr-TR" dirty="0" smtClean="0"/>
          </a:p>
          <a:p>
            <a:pPr lvl="1"/>
            <a:r>
              <a:rPr lang="en-US" dirty="0" smtClean="0"/>
              <a:t>IEEE 802.1X</a:t>
            </a:r>
            <a:endParaRPr lang="tr-TR" dirty="0" smtClean="0"/>
          </a:p>
          <a:p>
            <a:pPr lvl="1"/>
            <a:r>
              <a:rPr lang="en-US" dirty="0" smtClean="0"/>
              <a:t>Pre-shared key</a:t>
            </a:r>
            <a:endParaRPr lang="tr-TR" dirty="0" smtClean="0"/>
          </a:p>
          <a:p>
            <a:pPr lvl="1"/>
            <a:r>
              <a:rPr lang="en-US" dirty="0" smtClean="0"/>
              <a:t>Vendor-specific methods</a:t>
            </a:r>
            <a:endParaRPr lang="tr-TR" dirty="0" smtClean="0"/>
          </a:p>
          <a:p>
            <a:r>
              <a:rPr lang="en-US" dirty="0" smtClean="0"/>
              <a:t> </a:t>
            </a:r>
            <a:r>
              <a:rPr lang="en-US" dirty="0" err="1"/>
              <a:t>Kriptografi</a:t>
            </a:r>
            <a:r>
              <a:rPr lang="en-US" dirty="0"/>
              <a:t> </a:t>
            </a:r>
            <a:r>
              <a:rPr lang="en-US" dirty="0" err="1"/>
              <a:t>anahtar</a:t>
            </a:r>
            <a:r>
              <a:rPr lang="en-US" dirty="0"/>
              <a:t> </a:t>
            </a:r>
            <a:r>
              <a:rPr lang="en-US" dirty="0" err="1"/>
              <a:t>yönetimi</a:t>
            </a:r>
            <a:r>
              <a:rPr lang="en-US" dirty="0"/>
              <a:t> </a:t>
            </a:r>
            <a:r>
              <a:rPr lang="en-US" dirty="0" err="1" smtClean="0"/>
              <a:t>yaklaşımı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595624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Kimlik</a:t>
            </a:r>
            <a:r>
              <a:rPr lang="en-US" dirty="0"/>
              <a:t> </a:t>
            </a:r>
            <a:r>
              <a:rPr lang="en-US" dirty="0" err="1"/>
              <a:t>doğrulama</a:t>
            </a:r>
            <a:r>
              <a:rPr lang="en-US" dirty="0"/>
              <a:t> </a:t>
            </a:r>
            <a:r>
              <a:rPr lang="en-US" dirty="0" err="1"/>
              <a:t>aşaması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Kimlik</a:t>
            </a:r>
            <a:r>
              <a:rPr lang="en-US" dirty="0"/>
              <a:t> </a:t>
            </a:r>
            <a:r>
              <a:rPr lang="en-US" dirty="0" err="1"/>
              <a:t>doğrulama</a:t>
            </a:r>
            <a:r>
              <a:rPr lang="en-US" dirty="0"/>
              <a:t> </a:t>
            </a:r>
            <a:r>
              <a:rPr lang="en-US" dirty="0" err="1"/>
              <a:t>aşaması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STA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DS'de</a:t>
            </a:r>
            <a:r>
              <a:rPr lang="en-US" dirty="0"/>
              <a:t> </a:t>
            </a:r>
            <a:r>
              <a:rPr lang="en-US" dirty="0" err="1"/>
              <a:t>bulunan</a:t>
            </a:r>
            <a:r>
              <a:rPr lang="en-US" dirty="0"/>
              <a:t> </a:t>
            </a:r>
            <a:r>
              <a:rPr lang="en-US" dirty="0" err="1" smtClean="0"/>
              <a:t>bir</a:t>
            </a:r>
            <a:r>
              <a:rPr lang="tr-TR" dirty="0" smtClean="0"/>
              <a:t> </a:t>
            </a:r>
            <a:r>
              <a:rPr lang="en-US" dirty="0" err="1" smtClean="0"/>
              <a:t>kimlik</a:t>
            </a:r>
            <a:r>
              <a:rPr lang="en-US" dirty="0" smtClean="0"/>
              <a:t> </a:t>
            </a:r>
            <a:r>
              <a:rPr lang="en-US" dirty="0" err="1"/>
              <a:t>doğrulama</a:t>
            </a:r>
            <a:r>
              <a:rPr lang="en-US" dirty="0"/>
              <a:t> </a:t>
            </a:r>
            <a:r>
              <a:rPr lang="en-US" dirty="0" err="1"/>
              <a:t>sunucusu</a:t>
            </a:r>
            <a:r>
              <a:rPr lang="en-US" dirty="0"/>
              <a:t> (AS)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karşılıklı</a:t>
            </a:r>
            <a:r>
              <a:rPr lang="en-US" dirty="0"/>
              <a:t> </a:t>
            </a:r>
            <a:r>
              <a:rPr lang="en-US" dirty="0" err="1" smtClean="0"/>
              <a:t>kimlik</a:t>
            </a:r>
            <a:r>
              <a:rPr lang="tr-TR" dirty="0" smtClean="0"/>
              <a:t> </a:t>
            </a:r>
            <a:r>
              <a:rPr lang="en-US" dirty="0" err="1" smtClean="0"/>
              <a:t>doğrulamasını</a:t>
            </a:r>
            <a:r>
              <a:rPr lang="en-US" dirty="0" smtClean="0"/>
              <a:t> </a:t>
            </a:r>
            <a:r>
              <a:rPr lang="en-US" dirty="0" err="1" smtClean="0"/>
              <a:t>etkinleştirir</a:t>
            </a:r>
            <a:r>
              <a:rPr lang="en-US" dirty="0" smtClean="0"/>
              <a:t>.</a:t>
            </a:r>
            <a:endParaRPr lang="tr-TR" dirty="0" smtClean="0"/>
          </a:p>
          <a:p>
            <a:r>
              <a:rPr lang="en-US" dirty="0" err="1" smtClean="0"/>
              <a:t>Kimlik</a:t>
            </a:r>
            <a:r>
              <a:rPr lang="en-US" dirty="0" smtClean="0"/>
              <a:t> </a:t>
            </a:r>
            <a:r>
              <a:rPr lang="en-US" dirty="0" err="1"/>
              <a:t>doğrulama</a:t>
            </a:r>
            <a:r>
              <a:rPr lang="en-US" dirty="0"/>
              <a:t>, </a:t>
            </a:r>
            <a:r>
              <a:rPr lang="en-US" dirty="0" err="1"/>
              <a:t>yalnızca</a:t>
            </a:r>
            <a:r>
              <a:rPr lang="en-US" dirty="0"/>
              <a:t> </a:t>
            </a:r>
            <a:r>
              <a:rPr lang="en-US" dirty="0" err="1"/>
              <a:t>yetkili</a:t>
            </a:r>
            <a:r>
              <a:rPr lang="en-US" dirty="0"/>
              <a:t> </a:t>
            </a:r>
            <a:r>
              <a:rPr lang="en-US" dirty="0" err="1"/>
              <a:t>istasyonların</a:t>
            </a:r>
            <a:r>
              <a:rPr lang="en-US" dirty="0"/>
              <a:t> </a:t>
            </a:r>
            <a:r>
              <a:rPr lang="en-US" dirty="0" err="1" smtClean="0"/>
              <a:t>şebekeyi</a:t>
            </a:r>
            <a:r>
              <a:rPr lang="tr-TR" dirty="0" smtClean="0"/>
              <a:t> </a:t>
            </a:r>
            <a:r>
              <a:rPr lang="en-US" dirty="0" err="1" smtClean="0"/>
              <a:t>kullanmasına</a:t>
            </a:r>
            <a:r>
              <a:rPr lang="en-US" dirty="0" smtClean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STA'ya</a:t>
            </a:r>
            <a:r>
              <a:rPr lang="en-US" dirty="0"/>
              <a:t> </a:t>
            </a:r>
            <a:r>
              <a:rPr lang="en-US" dirty="0" err="1"/>
              <a:t>meşru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şebeke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 smtClean="0"/>
              <a:t>iletişim</a:t>
            </a:r>
            <a:r>
              <a:rPr lang="tr-TR" dirty="0" smtClean="0"/>
              <a:t> </a:t>
            </a:r>
            <a:r>
              <a:rPr lang="en-US" dirty="0" err="1" smtClean="0"/>
              <a:t>kurduğuna</a:t>
            </a:r>
            <a:r>
              <a:rPr lang="en-US" dirty="0" smtClean="0"/>
              <a:t> </a:t>
            </a:r>
            <a:r>
              <a:rPr lang="en-US" dirty="0" err="1"/>
              <a:t>dair</a:t>
            </a:r>
            <a:r>
              <a:rPr lang="en-US" dirty="0"/>
              <a:t> </a:t>
            </a:r>
            <a:r>
              <a:rPr lang="en-US" dirty="0" err="1"/>
              <a:t>güvence</a:t>
            </a:r>
            <a:r>
              <a:rPr lang="en-US" dirty="0"/>
              <a:t> </a:t>
            </a:r>
            <a:r>
              <a:rPr lang="en-US" dirty="0" err="1"/>
              <a:t>sağlamak</a:t>
            </a:r>
            <a:r>
              <a:rPr lang="en-US" dirty="0"/>
              <a:t> </a:t>
            </a:r>
            <a:r>
              <a:rPr lang="en-US" dirty="0" err="1"/>
              <a:t>üzere</a:t>
            </a:r>
            <a:r>
              <a:rPr lang="en-US" dirty="0"/>
              <a:t> </a:t>
            </a:r>
            <a:r>
              <a:rPr lang="en-US" dirty="0" err="1" smtClean="0"/>
              <a:t>tasarlanmıştır</a:t>
            </a:r>
            <a:r>
              <a:rPr lang="en-US" dirty="0" smtClean="0"/>
              <a:t>.</a:t>
            </a:r>
            <a:endParaRPr lang="tr-TR" dirty="0" smtClean="0"/>
          </a:p>
          <a:p>
            <a:r>
              <a:rPr lang="en-US" dirty="0" smtClean="0"/>
              <a:t>IEEE </a:t>
            </a:r>
            <a:r>
              <a:rPr lang="en-US" dirty="0"/>
              <a:t>802.11i, </a:t>
            </a:r>
            <a:r>
              <a:rPr lang="en-US" dirty="0" err="1"/>
              <a:t>LAN'lar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erişim</a:t>
            </a:r>
            <a:r>
              <a:rPr lang="en-US" dirty="0"/>
              <a:t> </a:t>
            </a:r>
            <a:r>
              <a:rPr lang="en-US" dirty="0" err="1"/>
              <a:t>denetim</a:t>
            </a:r>
            <a:r>
              <a:rPr lang="en-US" dirty="0"/>
              <a:t> </a:t>
            </a:r>
            <a:r>
              <a:rPr lang="en-US" dirty="0" err="1"/>
              <a:t>işlevleri</a:t>
            </a:r>
            <a:r>
              <a:rPr lang="en-US" dirty="0"/>
              <a:t> </a:t>
            </a:r>
            <a:r>
              <a:rPr lang="en-US" dirty="0" err="1" smtClean="0"/>
              <a:t>sağlamak</a:t>
            </a:r>
            <a:r>
              <a:rPr lang="tr-TR" dirty="0" smtClean="0"/>
              <a:t> </a:t>
            </a:r>
            <a:r>
              <a:rPr lang="en-US" dirty="0" err="1" smtClean="0"/>
              <a:t>üzere</a:t>
            </a:r>
            <a:r>
              <a:rPr lang="en-US" dirty="0" smtClean="0"/>
              <a:t> </a:t>
            </a:r>
            <a:r>
              <a:rPr lang="en-US" dirty="0" err="1"/>
              <a:t>tasarlanmış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başka</a:t>
            </a:r>
            <a:r>
              <a:rPr lang="en-US" dirty="0"/>
              <a:t> </a:t>
            </a:r>
            <a:r>
              <a:rPr lang="en-US" dirty="0" err="1"/>
              <a:t>standart</a:t>
            </a:r>
            <a:r>
              <a:rPr lang="en-US" dirty="0"/>
              <a:t> </a:t>
            </a:r>
            <a:r>
              <a:rPr lang="en-US" dirty="0" err="1" smtClean="0"/>
              <a:t>kullanmaktadır</a:t>
            </a:r>
            <a:r>
              <a:rPr lang="en-US" dirty="0" smtClean="0"/>
              <a:t>.</a:t>
            </a:r>
            <a:endParaRPr lang="tr-TR" dirty="0" smtClean="0"/>
          </a:p>
          <a:p>
            <a:pPr lvl="1"/>
            <a:r>
              <a:rPr lang="de-DE" b="1" dirty="0" smtClean="0"/>
              <a:t>IEEE </a:t>
            </a:r>
            <a:r>
              <a:rPr lang="de-DE" b="1" dirty="0"/>
              <a:t>802.1X, Port </a:t>
            </a:r>
            <a:r>
              <a:rPr lang="de-DE" b="1" dirty="0" err="1"/>
              <a:t>Tabanlı</a:t>
            </a:r>
            <a:r>
              <a:rPr lang="de-DE" b="1" dirty="0"/>
              <a:t> </a:t>
            </a:r>
            <a:r>
              <a:rPr lang="de-DE" b="1" dirty="0" err="1"/>
              <a:t>Ağ</a:t>
            </a:r>
            <a:r>
              <a:rPr lang="de-DE" b="1" dirty="0"/>
              <a:t> </a:t>
            </a:r>
            <a:r>
              <a:rPr lang="de-DE" b="1" dirty="0" err="1"/>
              <a:t>Erişim</a:t>
            </a:r>
            <a:r>
              <a:rPr lang="de-DE" b="1" dirty="0"/>
              <a:t> </a:t>
            </a:r>
            <a:r>
              <a:rPr lang="de-DE" b="1" dirty="0" err="1" smtClean="0"/>
              <a:t>Kontrolü</a:t>
            </a:r>
            <a:endParaRPr lang="tr-TR" b="1" dirty="0" smtClean="0"/>
          </a:p>
          <a:p>
            <a:pPr lvl="1"/>
            <a:r>
              <a:rPr lang="tr-TR" b="1" dirty="0" smtClean="0"/>
              <a:t>İstekte bulunan</a:t>
            </a:r>
            <a:r>
              <a:rPr lang="en-US" dirty="0" smtClean="0"/>
              <a:t>, </a:t>
            </a:r>
            <a:r>
              <a:rPr lang="tr-TR" b="1" dirty="0" smtClean="0"/>
              <a:t>kimlik doğrulayıcı</a:t>
            </a:r>
            <a:r>
              <a:rPr lang="en-US" dirty="0" smtClean="0"/>
              <a:t>,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b="1" dirty="0"/>
              <a:t>authentication server (</a:t>
            </a:r>
            <a:r>
              <a:rPr lang="en-US" b="1" dirty="0" smtClean="0"/>
              <a:t>AS)</a:t>
            </a:r>
            <a:endParaRPr lang="tr-TR" b="1" dirty="0" smtClean="0"/>
          </a:p>
          <a:p>
            <a:pPr lvl="1"/>
            <a:r>
              <a:rPr lang="en-US" b="1" dirty="0" smtClean="0"/>
              <a:t>STA</a:t>
            </a:r>
            <a:r>
              <a:rPr lang="en-US" dirty="0"/>
              <a:t>, </a:t>
            </a:r>
            <a:r>
              <a:rPr lang="en-US" b="1" dirty="0"/>
              <a:t>AP</a:t>
            </a:r>
            <a:r>
              <a:rPr lang="en-US" dirty="0"/>
              <a:t>, </a:t>
            </a:r>
            <a:r>
              <a:rPr lang="en-US" b="1" dirty="0" err="1"/>
              <a:t>kablolu</a:t>
            </a:r>
            <a:r>
              <a:rPr lang="en-US" b="1" dirty="0"/>
              <a:t> </a:t>
            </a:r>
            <a:r>
              <a:rPr lang="en-US" b="1" dirty="0" err="1"/>
              <a:t>ağda</a:t>
            </a:r>
            <a:r>
              <a:rPr lang="en-US" b="1" dirty="0"/>
              <a:t> </a:t>
            </a:r>
            <a:r>
              <a:rPr lang="en-US" b="1" dirty="0" err="1"/>
              <a:t>yer</a:t>
            </a:r>
            <a:r>
              <a:rPr lang="en-US" b="1" dirty="0"/>
              <a:t> </a:t>
            </a:r>
            <a:r>
              <a:rPr lang="en-US" b="1" dirty="0" err="1"/>
              <a:t>alan</a:t>
            </a:r>
            <a:r>
              <a:rPr lang="en-US" b="1" dirty="0"/>
              <a:t> </a:t>
            </a:r>
            <a:r>
              <a:rPr lang="en-US" b="1" dirty="0" err="1"/>
              <a:t>ayrı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cihaz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006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Anahtar</a:t>
            </a:r>
            <a:r>
              <a:rPr lang="en-US" dirty="0"/>
              <a:t> </a:t>
            </a:r>
            <a:r>
              <a:rPr lang="en-US" dirty="0" err="1"/>
              <a:t>Yönetimi</a:t>
            </a:r>
            <a:r>
              <a:rPr lang="en-US" dirty="0"/>
              <a:t> </a:t>
            </a:r>
            <a:r>
              <a:rPr lang="en-US" dirty="0" err="1"/>
              <a:t>Aşaması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Anahtar</a:t>
            </a:r>
            <a:r>
              <a:rPr lang="en-US" dirty="0" smtClean="0"/>
              <a:t> </a:t>
            </a:r>
            <a:r>
              <a:rPr lang="en-US" dirty="0" err="1"/>
              <a:t>yönetim</a:t>
            </a:r>
            <a:r>
              <a:rPr lang="en-US" dirty="0"/>
              <a:t> </a:t>
            </a:r>
            <a:r>
              <a:rPr lang="en-US" dirty="0" err="1"/>
              <a:t>aşaması</a:t>
            </a:r>
            <a:r>
              <a:rPr lang="en-US" dirty="0"/>
              <a:t> </a:t>
            </a:r>
            <a:r>
              <a:rPr lang="en-US" dirty="0" err="1"/>
              <a:t>sırasında</a:t>
            </a:r>
            <a:r>
              <a:rPr lang="en-US" dirty="0"/>
              <a:t> </a:t>
            </a:r>
            <a:r>
              <a:rPr lang="en-US" dirty="0" err="1"/>
              <a:t>çeşitli</a:t>
            </a:r>
            <a:r>
              <a:rPr lang="en-US" dirty="0"/>
              <a:t> </a:t>
            </a:r>
            <a:r>
              <a:rPr lang="en-US" dirty="0" err="1" smtClean="0"/>
              <a:t>şifreleme</a:t>
            </a:r>
            <a:r>
              <a:rPr lang="tr-TR" dirty="0" smtClean="0"/>
              <a:t> </a:t>
            </a:r>
            <a:r>
              <a:rPr lang="en-US" dirty="0" err="1" smtClean="0"/>
              <a:t>anahtarları</a:t>
            </a:r>
            <a:r>
              <a:rPr lang="en-US" dirty="0" smtClean="0"/>
              <a:t> </a:t>
            </a:r>
            <a:r>
              <a:rPr lang="en-US" dirty="0" err="1"/>
              <a:t>üretilir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STA'lara</a:t>
            </a:r>
            <a:r>
              <a:rPr lang="en-US" dirty="0"/>
              <a:t> </a:t>
            </a:r>
            <a:r>
              <a:rPr lang="en-US" dirty="0" err="1"/>
              <a:t>dağıtılır</a:t>
            </a:r>
            <a:r>
              <a:rPr lang="en-US" dirty="0" smtClean="0"/>
              <a:t>.</a:t>
            </a:r>
            <a:endParaRPr lang="tr-TR" dirty="0" smtClean="0"/>
          </a:p>
          <a:p>
            <a:r>
              <a:rPr lang="en-US" dirty="0" smtClean="0"/>
              <a:t> </a:t>
            </a:r>
            <a:r>
              <a:rPr lang="en-US" dirty="0" err="1"/>
              <a:t>İki</a:t>
            </a:r>
            <a:r>
              <a:rPr lang="en-US" dirty="0"/>
              <a:t> </a:t>
            </a:r>
            <a:r>
              <a:rPr lang="en-US" dirty="0" err="1"/>
              <a:t>anahtar</a:t>
            </a:r>
            <a:r>
              <a:rPr lang="en-US" dirty="0"/>
              <a:t> </a:t>
            </a:r>
            <a:r>
              <a:rPr lang="en-US" dirty="0" err="1"/>
              <a:t>türü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: </a:t>
            </a:r>
            <a:r>
              <a:rPr lang="en-US" dirty="0" err="1"/>
              <a:t>Bir</a:t>
            </a:r>
            <a:r>
              <a:rPr lang="en-US" dirty="0"/>
              <a:t> STA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AP </a:t>
            </a:r>
            <a:r>
              <a:rPr lang="en-US" dirty="0" err="1"/>
              <a:t>arasındaki</a:t>
            </a:r>
            <a:r>
              <a:rPr lang="en-US" dirty="0"/>
              <a:t> </a:t>
            </a:r>
            <a:r>
              <a:rPr lang="en-US" dirty="0" err="1" smtClean="0"/>
              <a:t>iletişim</a:t>
            </a:r>
            <a:r>
              <a:rPr lang="tr-TR" dirty="0" smtClean="0"/>
              <a:t> </a:t>
            </a:r>
            <a:r>
              <a:rPr lang="en-US" dirty="0" err="1" smtClean="0"/>
              <a:t>için</a:t>
            </a:r>
            <a:r>
              <a:rPr lang="en-US" dirty="0" smtClean="0"/>
              <a:t> </a:t>
            </a:r>
            <a:r>
              <a:rPr lang="en-US" dirty="0" err="1"/>
              <a:t>kullanılan</a:t>
            </a:r>
            <a:r>
              <a:rPr lang="en-US" dirty="0"/>
              <a:t> pairwise keys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çoklu</a:t>
            </a:r>
            <a:r>
              <a:rPr lang="en-US" dirty="0"/>
              <a:t> </a:t>
            </a:r>
            <a:r>
              <a:rPr lang="en-US" dirty="0" err="1"/>
              <a:t>yayın</a:t>
            </a:r>
            <a:r>
              <a:rPr lang="en-US" dirty="0"/>
              <a:t> </a:t>
            </a:r>
            <a:r>
              <a:rPr lang="en-US" dirty="0" err="1"/>
              <a:t>iletişimi</a:t>
            </a:r>
            <a:r>
              <a:rPr lang="en-US" dirty="0"/>
              <a:t> </a:t>
            </a:r>
            <a:r>
              <a:rPr lang="en-US" dirty="0" err="1" smtClean="0"/>
              <a:t>için</a:t>
            </a:r>
            <a:r>
              <a:rPr lang="tr-TR" dirty="0" smtClean="0"/>
              <a:t> </a:t>
            </a:r>
            <a:r>
              <a:rPr lang="en-US" dirty="0" err="1" smtClean="0"/>
              <a:t>kullanılan</a:t>
            </a:r>
            <a:r>
              <a:rPr lang="en-US" dirty="0" smtClean="0"/>
              <a:t> </a:t>
            </a:r>
            <a:r>
              <a:rPr lang="en-US" dirty="0"/>
              <a:t>group keys.</a:t>
            </a:r>
          </a:p>
        </p:txBody>
      </p:sp>
    </p:spTree>
    <p:extLst>
      <p:ext uri="{BB962C8B-B14F-4D97-AF65-F5344CB8AC3E}">
        <p14:creationId xmlns:p14="http://schemas.microsoft.com/office/powerpoint/2010/main" val="3661029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Pairwise</a:t>
            </a:r>
            <a:r>
              <a:rPr lang="tr-TR" dirty="0" smtClean="0"/>
              <a:t> </a:t>
            </a:r>
            <a:r>
              <a:rPr lang="tr-TR" dirty="0" err="1" smtClean="0"/>
              <a:t>Key</a:t>
            </a:r>
            <a:r>
              <a:rPr lang="tr-TR" dirty="0" smtClean="0"/>
              <a:t> (Çift Yönlü Anahtar)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çift</a:t>
            </a:r>
            <a:r>
              <a:rPr lang="en-US" dirty="0"/>
              <a:t> </a:t>
            </a:r>
            <a:r>
              <a:rPr lang="en-US" dirty="0" err="1"/>
              <a:t>cihaz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kullanılırılar</a:t>
            </a:r>
            <a:r>
              <a:rPr lang="en-US" dirty="0"/>
              <a:t>. </a:t>
            </a:r>
            <a:r>
              <a:rPr lang="en-US" dirty="0" err="1"/>
              <a:t>Genellikle</a:t>
            </a:r>
            <a:r>
              <a:rPr lang="en-US" dirty="0"/>
              <a:t> STA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smtClean="0"/>
              <a:t>AP.</a:t>
            </a:r>
            <a:endParaRPr lang="tr-TR" dirty="0" smtClean="0"/>
          </a:p>
          <a:p>
            <a:pPr lvl="1"/>
            <a:r>
              <a:rPr lang="en-US" dirty="0" smtClean="0"/>
              <a:t>Master </a:t>
            </a:r>
            <a:r>
              <a:rPr lang="en-US" dirty="0" err="1"/>
              <a:t>keyden</a:t>
            </a:r>
            <a:r>
              <a:rPr lang="en-US" dirty="0"/>
              <a:t> </a:t>
            </a:r>
            <a:r>
              <a:rPr lang="en-US" dirty="0" err="1"/>
              <a:t>üretilip</a:t>
            </a:r>
            <a:r>
              <a:rPr lang="en-US" dirty="0"/>
              <a:t> </a:t>
            </a:r>
            <a:r>
              <a:rPr lang="en-US" dirty="0" err="1"/>
              <a:t>sırasıyla</a:t>
            </a:r>
            <a:r>
              <a:rPr lang="en-US" dirty="0"/>
              <a:t> </a:t>
            </a:r>
            <a:r>
              <a:rPr lang="en-US" dirty="0" err="1"/>
              <a:t>kullanılırlar</a:t>
            </a:r>
            <a:r>
              <a:rPr lang="en-US" dirty="0"/>
              <a:t>.</a:t>
            </a:r>
          </a:p>
          <a:p>
            <a:r>
              <a:rPr lang="en-US" dirty="0" smtClean="0"/>
              <a:t>Pre-Shared </a:t>
            </a:r>
            <a:r>
              <a:rPr lang="en-US" dirty="0"/>
              <a:t>keys (</a:t>
            </a:r>
            <a:r>
              <a:rPr lang="en-US" dirty="0" smtClean="0"/>
              <a:t>PSK)</a:t>
            </a:r>
            <a:endParaRPr lang="tr-TR" dirty="0" smtClean="0"/>
          </a:p>
          <a:p>
            <a:pPr lvl="1"/>
            <a:r>
              <a:rPr lang="en-US" dirty="0" smtClean="0"/>
              <a:t>AP </a:t>
            </a:r>
            <a:r>
              <a:rPr lang="en-US" dirty="0" err="1"/>
              <a:t>ve</a:t>
            </a:r>
            <a:r>
              <a:rPr lang="en-US" dirty="0"/>
              <a:t> STA </a:t>
            </a:r>
            <a:r>
              <a:rPr lang="en-US" dirty="0" err="1"/>
              <a:t>tarafından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 smtClean="0"/>
              <a:t>paylaşılır</a:t>
            </a:r>
            <a:endParaRPr lang="tr-TR" dirty="0" smtClean="0"/>
          </a:p>
          <a:p>
            <a:pPr lvl="1"/>
            <a:r>
              <a:rPr lang="en-US" dirty="0" smtClean="0"/>
              <a:t>802.11i </a:t>
            </a:r>
            <a:r>
              <a:rPr lang="en-US" dirty="0" err="1"/>
              <a:t>prosedürü</a:t>
            </a:r>
            <a:r>
              <a:rPr lang="en-US" dirty="0"/>
              <a:t> </a:t>
            </a:r>
            <a:r>
              <a:rPr lang="en-US" dirty="0" err="1" smtClean="0"/>
              <a:t>tanımlamaz</a:t>
            </a:r>
            <a:endParaRPr lang="tr-TR" dirty="0" smtClean="0"/>
          </a:p>
          <a:p>
            <a:r>
              <a:rPr lang="en-US" dirty="0" smtClean="0"/>
              <a:t> </a:t>
            </a:r>
            <a:r>
              <a:rPr lang="en-US" dirty="0"/>
              <a:t>Master Session Key (</a:t>
            </a:r>
            <a:r>
              <a:rPr lang="en-US" dirty="0" smtClean="0"/>
              <a:t>MSK)</a:t>
            </a:r>
            <a:endParaRPr lang="tr-TR" dirty="0" smtClean="0"/>
          </a:p>
          <a:p>
            <a:pPr lvl="1"/>
            <a:r>
              <a:rPr lang="en-US" dirty="0" err="1" smtClean="0"/>
              <a:t>Kimlik</a:t>
            </a:r>
            <a:r>
              <a:rPr lang="en-US" dirty="0" smtClean="0"/>
              <a:t> </a:t>
            </a:r>
            <a:r>
              <a:rPr lang="en-US" dirty="0" err="1"/>
              <a:t>doğrulama</a:t>
            </a:r>
            <a:r>
              <a:rPr lang="en-US" dirty="0"/>
              <a:t> </a:t>
            </a:r>
            <a:r>
              <a:rPr lang="en-US" dirty="0" err="1"/>
              <a:t>aşamasında</a:t>
            </a:r>
            <a:r>
              <a:rPr lang="en-US" dirty="0"/>
              <a:t> </a:t>
            </a:r>
            <a:r>
              <a:rPr lang="en-US" dirty="0" err="1"/>
              <a:t>oluşturulur</a:t>
            </a:r>
            <a:endParaRPr lang="en-US" dirty="0"/>
          </a:p>
          <a:p>
            <a:r>
              <a:rPr lang="en-US" dirty="0" smtClean="0"/>
              <a:t>Pairwise </a:t>
            </a:r>
            <a:r>
              <a:rPr lang="en-US" dirty="0"/>
              <a:t>Master Key (PMK</a:t>
            </a:r>
            <a:r>
              <a:rPr lang="en-US" dirty="0" smtClean="0"/>
              <a:t>)</a:t>
            </a:r>
            <a:endParaRPr lang="tr-TR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Master key den </a:t>
            </a:r>
            <a:r>
              <a:rPr lang="en-US" dirty="0" err="1"/>
              <a:t>elde</a:t>
            </a:r>
            <a:r>
              <a:rPr lang="en-US" dirty="0"/>
              <a:t> </a:t>
            </a:r>
            <a:r>
              <a:rPr lang="en-US" dirty="0" err="1" smtClean="0"/>
              <a:t>edilir</a:t>
            </a:r>
            <a:endParaRPr lang="tr-TR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PSK </a:t>
            </a:r>
            <a:r>
              <a:rPr lang="en-US" dirty="0" err="1"/>
              <a:t>varsa</a:t>
            </a:r>
            <a:r>
              <a:rPr lang="en-US" dirty="0"/>
              <a:t> PMK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en-US" dirty="0"/>
              <a:t>, </a:t>
            </a:r>
            <a:r>
              <a:rPr lang="en-US" dirty="0" err="1"/>
              <a:t>yoksa</a:t>
            </a:r>
            <a:r>
              <a:rPr lang="en-US" dirty="0"/>
              <a:t> MSK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üretilir</a:t>
            </a:r>
            <a:endParaRPr lang="en-US" dirty="0"/>
          </a:p>
          <a:p>
            <a:r>
              <a:rPr lang="en-US" dirty="0" smtClean="0"/>
              <a:t>Pairwise </a:t>
            </a:r>
            <a:r>
              <a:rPr lang="en-US" dirty="0"/>
              <a:t>Transient Key (PTK)</a:t>
            </a:r>
          </a:p>
          <a:p>
            <a:pPr lvl="1"/>
            <a:r>
              <a:rPr lang="en-US" dirty="0" smtClean="0"/>
              <a:t>STA </a:t>
            </a:r>
            <a:r>
              <a:rPr lang="en-US" dirty="0" err="1"/>
              <a:t>ve</a:t>
            </a:r>
            <a:r>
              <a:rPr lang="en-US" dirty="0"/>
              <a:t> AP </a:t>
            </a:r>
            <a:r>
              <a:rPr lang="en-US" dirty="0" err="1"/>
              <a:t>kimlik</a:t>
            </a:r>
            <a:r>
              <a:rPr lang="en-US" dirty="0"/>
              <a:t> </a:t>
            </a:r>
            <a:r>
              <a:rPr lang="en-US" dirty="0" err="1"/>
              <a:t>doğrulamasından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iletişim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3 </a:t>
            </a:r>
            <a:r>
              <a:rPr lang="en-US" dirty="0" err="1" smtClean="0"/>
              <a:t>anahtardan</a:t>
            </a:r>
            <a:r>
              <a:rPr lang="tr-TR" dirty="0" smtClean="0"/>
              <a:t> </a:t>
            </a:r>
            <a:r>
              <a:rPr lang="en-US" dirty="0" err="1" smtClean="0"/>
              <a:t>oluşur</a:t>
            </a:r>
            <a:endParaRPr lang="en-US" dirty="0"/>
          </a:p>
          <a:p>
            <a:r>
              <a:rPr lang="en-US" dirty="0" smtClean="0"/>
              <a:t>STA </a:t>
            </a:r>
            <a:r>
              <a:rPr lang="en-US" dirty="0" err="1"/>
              <a:t>ve</a:t>
            </a:r>
            <a:r>
              <a:rPr lang="en-US" dirty="0"/>
              <a:t> AP </a:t>
            </a:r>
            <a:r>
              <a:rPr lang="en-US" dirty="0" err="1"/>
              <a:t>nin</a:t>
            </a:r>
            <a:r>
              <a:rPr lang="en-US" dirty="0"/>
              <a:t> </a:t>
            </a:r>
            <a:r>
              <a:rPr lang="en-US" dirty="0" err="1"/>
              <a:t>adresleri</a:t>
            </a:r>
            <a:r>
              <a:rPr lang="en-US" dirty="0"/>
              <a:t> </a:t>
            </a:r>
            <a:r>
              <a:rPr lang="en-US" dirty="0" err="1"/>
              <a:t>kullanılarak</a:t>
            </a:r>
            <a:r>
              <a:rPr lang="en-US" dirty="0"/>
              <a:t> </a:t>
            </a:r>
            <a:r>
              <a:rPr lang="en-US" dirty="0" err="1"/>
              <a:t>üretilir</a:t>
            </a:r>
            <a:r>
              <a:rPr lang="en-US" dirty="0"/>
              <a:t>. </a:t>
            </a:r>
            <a:r>
              <a:rPr lang="tr-TR" dirty="0" smtClean="0"/>
              <a:t>Kimliğe bürünme saldırıları</a:t>
            </a:r>
            <a:r>
              <a:rPr lang="en-US" dirty="0" smtClean="0"/>
              <a:t> </a:t>
            </a:r>
            <a:r>
              <a:rPr lang="en-US" dirty="0" err="1"/>
              <a:t>önlenir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019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743200" y="47625"/>
            <a:ext cx="6400800" cy="681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970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070" y="20183"/>
            <a:ext cx="6362640" cy="6837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457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2828260" y="36512"/>
            <a:ext cx="5445125" cy="682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246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1702</Words>
  <Application>Microsoft Office PowerPoint</Application>
  <PresentationFormat>Geniş ekran</PresentationFormat>
  <Paragraphs>152</Paragraphs>
  <Slides>33</Slides>
  <Notes>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Office Teması</vt:lpstr>
      <vt:lpstr>Kablosuz Ağ Güvenliği</vt:lpstr>
      <vt:lpstr>Kablosuz Ağ Güvenliği</vt:lpstr>
      <vt:lpstr>İletişim Kanalı</vt:lpstr>
      <vt:lpstr>Kablosuz Kanal </vt:lpstr>
      <vt:lpstr>IEEE 802.11 Terminoloji</vt:lpstr>
      <vt:lpstr>WIFI Alliance</vt:lpstr>
      <vt:lpstr>PowerPoint Sunusu</vt:lpstr>
      <vt:lpstr>Fiziksel katman</vt:lpstr>
      <vt:lpstr>MAC Katmanı</vt:lpstr>
      <vt:lpstr>Mantıksal Bağlantı Katmanı</vt:lpstr>
      <vt:lpstr>Kablosuz LAN</vt:lpstr>
      <vt:lpstr>PowerPoint Sunusu</vt:lpstr>
      <vt:lpstr>IEEE 802.11 Services</vt:lpstr>
      <vt:lpstr>PowerPoint Sunusu</vt:lpstr>
      <vt:lpstr>Dağıtık Sistemlerde Mesaj İletimi</vt:lpstr>
      <vt:lpstr>İlişkilendirme servisleri</vt:lpstr>
      <vt:lpstr>İlişkilendirme servisleri</vt:lpstr>
      <vt:lpstr>IEEE 802.11 Kablosuz LAN</vt:lpstr>
      <vt:lpstr>Kablosuz İletimin Güvenli Yapılması</vt:lpstr>
      <vt:lpstr>Erişim Noktalarının (Access Point) Güvenli Yapılması</vt:lpstr>
      <vt:lpstr>IEEE 802.11 Kablosuz LAN Güvenliği</vt:lpstr>
      <vt:lpstr>IEEE 802.11 Kablosuz LAN Güvenliği</vt:lpstr>
      <vt:lpstr>IEEE 802.11 Kablosuz LAN Güvenliği</vt:lpstr>
      <vt:lpstr>802.11i RSN</vt:lpstr>
      <vt:lpstr>PowerPoint Sunusu</vt:lpstr>
      <vt:lpstr>802.11i RSN Çalışma Senaryoları</vt:lpstr>
      <vt:lpstr>Discovery aşaması</vt:lpstr>
      <vt:lpstr>Kimlik doğrulama aşaması</vt:lpstr>
      <vt:lpstr>Anahtar Yönetimi Aşaması</vt:lpstr>
      <vt:lpstr>Pairwise Key (Çift Yönlü Anahtar)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mevlut ersoy</dc:creator>
  <cp:lastModifiedBy>mevlut ersoy</cp:lastModifiedBy>
  <cp:revision>22</cp:revision>
  <dcterms:created xsi:type="dcterms:W3CDTF">2020-03-31T16:12:17Z</dcterms:created>
  <dcterms:modified xsi:type="dcterms:W3CDTF">2024-04-15T20:17:05Z</dcterms:modified>
</cp:coreProperties>
</file>