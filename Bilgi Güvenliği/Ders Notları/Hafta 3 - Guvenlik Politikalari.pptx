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256" r:id="rId2"/>
    <p:sldId id="267" r:id="rId3"/>
    <p:sldId id="268" r:id="rId4"/>
    <p:sldId id="269" r:id="rId5"/>
    <p:sldId id="270" r:id="rId6"/>
    <p:sldId id="271" r:id="rId7"/>
    <p:sldId id="272" r:id="rId8"/>
    <p:sldId id="273" r:id="rId9"/>
    <p:sldId id="300" r:id="rId10"/>
    <p:sldId id="301" r:id="rId11"/>
    <p:sldId id="302" r:id="rId12"/>
    <p:sldId id="303" r:id="rId13"/>
    <p:sldId id="304" r:id="rId14"/>
    <p:sldId id="305" r:id="rId15"/>
    <p:sldId id="306" r:id="rId16"/>
    <p:sldId id="307" r:id="rId17"/>
    <p:sldId id="308" r:id="rId18"/>
    <p:sldId id="309" r:id="rId19"/>
    <p:sldId id="310" r:id="rId20"/>
    <p:sldId id="311" r:id="rId21"/>
    <p:sldId id="312" r:id="rId22"/>
    <p:sldId id="274" r:id="rId23"/>
    <p:sldId id="275" r:id="rId24"/>
    <p:sldId id="258"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259" r:id="rId50"/>
    <p:sldId id="260" r:id="rId51"/>
    <p:sldId id="262" r:id="rId52"/>
    <p:sldId id="263" r:id="rId53"/>
    <p:sldId id="264" r:id="rId54"/>
    <p:sldId id="265" r:id="rId55"/>
    <p:sldId id="266" r:id="rId56"/>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63" autoAdjust="0"/>
    <p:restoredTop sz="94660"/>
  </p:normalViewPr>
  <p:slideViewPr>
    <p:cSldViewPr>
      <p:cViewPr varScale="1">
        <p:scale>
          <a:sx n="108" d="100"/>
          <a:sy n="108" d="100"/>
        </p:scale>
        <p:origin x="-1620"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D43C57-A22A-4B6B-8490-6CBEA9DC9FC4}" type="datetimeFigureOut">
              <a:rPr lang="tr-TR" smtClean="0"/>
              <a:t>23.02.2015</a:t>
            </a:fld>
            <a:endParaRPr lang="tr-TR"/>
          </a:p>
        </p:txBody>
      </p:sp>
      <p:sp>
        <p:nvSpPr>
          <p:cNvPr id="4" name="Slayt Görüntüsü Yer Tutucusu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AE80CE-A7A1-4180-A05F-2DE5A1DCC30A}" type="slidenum">
              <a:rPr lang="tr-TR" smtClean="0"/>
              <a:t>‹#›</a:t>
            </a:fld>
            <a:endParaRPr lang="tr-TR"/>
          </a:p>
        </p:txBody>
      </p:sp>
    </p:spTree>
    <p:extLst>
      <p:ext uri="{BB962C8B-B14F-4D97-AF65-F5344CB8AC3E}">
        <p14:creationId xmlns:p14="http://schemas.microsoft.com/office/powerpoint/2010/main" val="626952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eaLnBrk="0" hangingPunct="0">
              <a:defRPr b="1">
                <a:solidFill>
                  <a:schemeClr val="tx1"/>
                </a:solidFill>
                <a:latin typeface="Verdana" pitchFamily="34" charset="0"/>
              </a:defRPr>
            </a:lvl1pPr>
            <a:lvl2pPr marL="742950" indent="-285750" eaLnBrk="0" hangingPunct="0">
              <a:defRPr b="1">
                <a:solidFill>
                  <a:schemeClr val="tx1"/>
                </a:solidFill>
                <a:latin typeface="Verdana" pitchFamily="34" charset="0"/>
              </a:defRPr>
            </a:lvl2pPr>
            <a:lvl3pPr marL="1143000" indent="-228600" eaLnBrk="0" hangingPunct="0">
              <a:defRPr b="1">
                <a:solidFill>
                  <a:schemeClr val="tx1"/>
                </a:solidFill>
                <a:latin typeface="Verdana" pitchFamily="34" charset="0"/>
              </a:defRPr>
            </a:lvl3pPr>
            <a:lvl4pPr marL="1600200" indent="-228600" eaLnBrk="0" hangingPunct="0">
              <a:defRPr b="1">
                <a:solidFill>
                  <a:schemeClr val="tx1"/>
                </a:solidFill>
                <a:latin typeface="Verdana" pitchFamily="34" charset="0"/>
              </a:defRPr>
            </a:lvl4pPr>
            <a:lvl5pPr marL="2057400" indent="-228600" eaLnBrk="0" hangingPunct="0">
              <a:defRPr b="1">
                <a:solidFill>
                  <a:schemeClr val="tx1"/>
                </a:solidFill>
                <a:latin typeface="Verdana" pitchFamily="34" charset="0"/>
              </a:defRPr>
            </a:lvl5pPr>
            <a:lvl6pPr marL="2514600" indent="-228600" eaLnBrk="0" fontAlgn="base" hangingPunct="0">
              <a:spcBef>
                <a:spcPct val="0"/>
              </a:spcBef>
              <a:spcAft>
                <a:spcPct val="0"/>
              </a:spcAft>
              <a:defRPr b="1">
                <a:solidFill>
                  <a:schemeClr val="tx1"/>
                </a:solidFill>
                <a:latin typeface="Verdana" pitchFamily="34" charset="0"/>
              </a:defRPr>
            </a:lvl6pPr>
            <a:lvl7pPr marL="2971800" indent="-228600" eaLnBrk="0" fontAlgn="base" hangingPunct="0">
              <a:spcBef>
                <a:spcPct val="0"/>
              </a:spcBef>
              <a:spcAft>
                <a:spcPct val="0"/>
              </a:spcAft>
              <a:defRPr b="1">
                <a:solidFill>
                  <a:schemeClr val="tx1"/>
                </a:solidFill>
                <a:latin typeface="Verdana" pitchFamily="34" charset="0"/>
              </a:defRPr>
            </a:lvl7pPr>
            <a:lvl8pPr marL="3429000" indent="-228600" eaLnBrk="0" fontAlgn="base" hangingPunct="0">
              <a:spcBef>
                <a:spcPct val="0"/>
              </a:spcBef>
              <a:spcAft>
                <a:spcPct val="0"/>
              </a:spcAft>
              <a:defRPr b="1">
                <a:solidFill>
                  <a:schemeClr val="tx1"/>
                </a:solidFill>
                <a:latin typeface="Verdana" pitchFamily="34" charset="0"/>
              </a:defRPr>
            </a:lvl8pPr>
            <a:lvl9pPr marL="3886200" indent="-228600" eaLnBrk="0" fontAlgn="base" hangingPunct="0">
              <a:spcBef>
                <a:spcPct val="0"/>
              </a:spcBef>
              <a:spcAft>
                <a:spcPct val="0"/>
              </a:spcAft>
              <a:defRPr b="1">
                <a:solidFill>
                  <a:schemeClr val="tx1"/>
                </a:solidFill>
                <a:latin typeface="Verdana" pitchFamily="34" charset="0"/>
              </a:defRPr>
            </a:lvl9pPr>
          </a:lstStyle>
          <a:p>
            <a:pPr eaLnBrk="1" hangingPunct="1"/>
            <a:fld id="{A7DDB842-6BC9-4F79-A7BF-5753475ED407}" type="slidenum">
              <a:rPr lang="tr-TR" b="0">
                <a:latin typeface="Arial" charset="0"/>
              </a:rPr>
              <a:pPr eaLnBrk="1" hangingPunct="1"/>
              <a:t>9</a:t>
            </a:fld>
            <a:endParaRPr lang="tr-TR" b="0">
              <a:latin typeface="Arial" charset="0"/>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p:spPr>
        <p:txBody>
          <a:bodyPr/>
          <a:lstStyle/>
          <a:p>
            <a:pPr eaLnBrk="1" hangingPunct="1"/>
            <a:r>
              <a:rPr lang="tr-TR" smtClean="0"/>
              <a:t>Örnek:</a:t>
            </a:r>
          </a:p>
          <a:p>
            <a:pPr eaLnBrk="1" hangingPunct="1"/>
            <a:r>
              <a:rPr lang="tr-TR" smtClean="0"/>
              <a:t>Haftada bir çalışan bir raporlama sunucusu vardır. Bu sunucu diğer sistemlere göre farklı bir uygulama platformu üzerinde çalıştığından patch yüklenmesi insan gücü ve zaman olarak masraflıdır. Eğer üretilen raporlama sisteminin sistemin yeniden kurulması  kabul edilebilir hizmet veremediği süreden daha az ise ve barındırdığı bilgi çok değerli değilse, hiç patch yüklenmeden çalışmaya devam edebilir.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eaLnBrk="0" hangingPunct="0">
              <a:defRPr b="1">
                <a:solidFill>
                  <a:schemeClr val="tx1"/>
                </a:solidFill>
                <a:latin typeface="Verdana" pitchFamily="34" charset="0"/>
              </a:defRPr>
            </a:lvl1pPr>
            <a:lvl2pPr marL="742950" indent="-285750" eaLnBrk="0" hangingPunct="0">
              <a:defRPr b="1">
                <a:solidFill>
                  <a:schemeClr val="tx1"/>
                </a:solidFill>
                <a:latin typeface="Verdana" pitchFamily="34" charset="0"/>
              </a:defRPr>
            </a:lvl2pPr>
            <a:lvl3pPr marL="1143000" indent="-228600" eaLnBrk="0" hangingPunct="0">
              <a:defRPr b="1">
                <a:solidFill>
                  <a:schemeClr val="tx1"/>
                </a:solidFill>
                <a:latin typeface="Verdana" pitchFamily="34" charset="0"/>
              </a:defRPr>
            </a:lvl3pPr>
            <a:lvl4pPr marL="1600200" indent="-228600" eaLnBrk="0" hangingPunct="0">
              <a:defRPr b="1">
                <a:solidFill>
                  <a:schemeClr val="tx1"/>
                </a:solidFill>
                <a:latin typeface="Verdana" pitchFamily="34" charset="0"/>
              </a:defRPr>
            </a:lvl4pPr>
            <a:lvl5pPr marL="2057400" indent="-228600" eaLnBrk="0" hangingPunct="0">
              <a:defRPr b="1">
                <a:solidFill>
                  <a:schemeClr val="tx1"/>
                </a:solidFill>
                <a:latin typeface="Verdana" pitchFamily="34" charset="0"/>
              </a:defRPr>
            </a:lvl5pPr>
            <a:lvl6pPr marL="2514600" indent="-228600" eaLnBrk="0" fontAlgn="base" hangingPunct="0">
              <a:spcBef>
                <a:spcPct val="0"/>
              </a:spcBef>
              <a:spcAft>
                <a:spcPct val="0"/>
              </a:spcAft>
              <a:defRPr b="1">
                <a:solidFill>
                  <a:schemeClr val="tx1"/>
                </a:solidFill>
                <a:latin typeface="Verdana" pitchFamily="34" charset="0"/>
              </a:defRPr>
            </a:lvl6pPr>
            <a:lvl7pPr marL="2971800" indent="-228600" eaLnBrk="0" fontAlgn="base" hangingPunct="0">
              <a:spcBef>
                <a:spcPct val="0"/>
              </a:spcBef>
              <a:spcAft>
                <a:spcPct val="0"/>
              </a:spcAft>
              <a:defRPr b="1">
                <a:solidFill>
                  <a:schemeClr val="tx1"/>
                </a:solidFill>
                <a:latin typeface="Verdana" pitchFamily="34" charset="0"/>
              </a:defRPr>
            </a:lvl7pPr>
            <a:lvl8pPr marL="3429000" indent="-228600" eaLnBrk="0" fontAlgn="base" hangingPunct="0">
              <a:spcBef>
                <a:spcPct val="0"/>
              </a:spcBef>
              <a:spcAft>
                <a:spcPct val="0"/>
              </a:spcAft>
              <a:defRPr b="1">
                <a:solidFill>
                  <a:schemeClr val="tx1"/>
                </a:solidFill>
                <a:latin typeface="Verdana" pitchFamily="34" charset="0"/>
              </a:defRPr>
            </a:lvl8pPr>
            <a:lvl9pPr marL="3886200" indent="-228600" eaLnBrk="0" fontAlgn="base" hangingPunct="0">
              <a:spcBef>
                <a:spcPct val="0"/>
              </a:spcBef>
              <a:spcAft>
                <a:spcPct val="0"/>
              </a:spcAft>
              <a:defRPr b="1">
                <a:solidFill>
                  <a:schemeClr val="tx1"/>
                </a:solidFill>
                <a:latin typeface="Verdana" pitchFamily="34" charset="0"/>
              </a:defRPr>
            </a:lvl9pPr>
          </a:lstStyle>
          <a:p>
            <a:pPr eaLnBrk="1" hangingPunct="1"/>
            <a:fld id="{8C284784-AFF3-4D5F-9B54-829B9ADE0439}" type="slidenum">
              <a:rPr lang="tr-TR" b="0">
                <a:latin typeface="Arial" charset="0"/>
              </a:rPr>
              <a:pPr eaLnBrk="1" hangingPunct="1"/>
              <a:t>10</a:t>
            </a:fld>
            <a:endParaRPr lang="tr-TR" b="0">
              <a:latin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pPr eaLnBrk="1" hangingPunct="1"/>
            <a:r>
              <a:rPr lang="tr-TR" smtClean="0"/>
              <a:t>Sorulması gereken sorular:</a:t>
            </a:r>
          </a:p>
          <a:p>
            <a:pPr eaLnBrk="1" hangingPunct="1">
              <a:buFontTx/>
              <a:buChar char="•"/>
            </a:pPr>
            <a:r>
              <a:rPr lang="tr-TR" smtClean="0"/>
              <a:t>Neyi, neden(hangi tehditlerden) korumak istiyoruz?</a:t>
            </a:r>
          </a:p>
          <a:p>
            <a:pPr eaLnBrk="1" hangingPunct="1">
              <a:buFontTx/>
              <a:buChar char="•"/>
            </a:pPr>
            <a:r>
              <a:rPr lang="tr-TR" smtClean="0"/>
              <a:t>Koruyacağımız şeylerin bizim için değeri nedir?</a:t>
            </a:r>
          </a:p>
          <a:p>
            <a:pPr eaLnBrk="1" hangingPunct="1">
              <a:buFontTx/>
              <a:buChar char="•"/>
            </a:pPr>
            <a:r>
              <a:rPr lang="tr-TR" smtClean="0"/>
              <a:t>Alınacak kademeli önlemler nelerdir?</a:t>
            </a:r>
          </a:p>
          <a:p>
            <a:pPr eaLnBrk="1" hangingPunct="1">
              <a:buFontTx/>
              <a:buChar char="•"/>
            </a:pPr>
            <a:r>
              <a:rPr lang="tr-TR" smtClean="0"/>
              <a:t>Önlemler işe yaramazsa , nasıl hareket edilmeli?</a:t>
            </a:r>
          </a:p>
          <a:p>
            <a:pPr eaLnBrk="1" hangingPunct="1">
              <a:buFontTx/>
              <a:buChar char="•"/>
            </a:pPr>
            <a:endParaRPr lang="tr-TR"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lvl1pPr eaLnBrk="0" hangingPunct="0">
              <a:defRPr b="1">
                <a:solidFill>
                  <a:schemeClr val="tx1"/>
                </a:solidFill>
                <a:latin typeface="Verdana" pitchFamily="34" charset="0"/>
              </a:defRPr>
            </a:lvl1pPr>
            <a:lvl2pPr marL="742950" indent="-285750" eaLnBrk="0" hangingPunct="0">
              <a:defRPr b="1">
                <a:solidFill>
                  <a:schemeClr val="tx1"/>
                </a:solidFill>
                <a:latin typeface="Verdana" pitchFamily="34" charset="0"/>
              </a:defRPr>
            </a:lvl2pPr>
            <a:lvl3pPr marL="1143000" indent="-228600" eaLnBrk="0" hangingPunct="0">
              <a:defRPr b="1">
                <a:solidFill>
                  <a:schemeClr val="tx1"/>
                </a:solidFill>
                <a:latin typeface="Verdana" pitchFamily="34" charset="0"/>
              </a:defRPr>
            </a:lvl3pPr>
            <a:lvl4pPr marL="1600200" indent="-228600" eaLnBrk="0" hangingPunct="0">
              <a:defRPr b="1">
                <a:solidFill>
                  <a:schemeClr val="tx1"/>
                </a:solidFill>
                <a:latin typeface="Verdana" pitchFamily="34" charset="0"/>
              </a:defRPr>
            </a:lvl4pPr>
            <a:lvl5pPr marL="2057400" indent="-228600" eaLnBrk="0" hangingPunct="0">
              <a:defRPr b="1">
                <a:solidFill>
                  <a:schemeClr val="tx1"/>
                </a:solidFill>
                <a:latin typeface="Verdana" pitchFamily="34" charset="0"/>
              </a:defRPr>
            </a:lvl5pPr>
            <a:lvl6pPr marL="2514600" indent="-228600" eaLnBrk="0" fontAlgn="base" hangingPunct="0">
              <a:spcBef>
                <a:spcPct val="0"/>
              </a:spcBef>
              <a:spcAft>
                <a:spcPct val="0"/>
              </a:spcAft>
              <a:defRPr b="1">
                <a:solidFill>
                  <a:schemeClr val="tx1"/>
                </a:solidFill>
                <a:latin typeface="Verdana" pitchFamily="34" charset="0"/>
              </a:defRPr>
            </a:lvl6pPr>
            <a:lvl7pPr marL="2971800" indent="-228600" eaLnBrk="0" fontAlgn="base" hangingPunct="0">
              <a:spcBef>
                <a:spcPct val="0"/>
              </a:spcBef>
              <a:spcAft>
                <a:spcPct val="0"/>
              </a:spcAft>
              <a:defRPr b="1">
                <a:solidFill>
                  <a:schemeClr val="tx1"/>
                </a:solidFill>
                <a:latin typeface="Verdana" pitchFamily="34" charset="0"/>
              </a:defRPr>
            </a:lvl7pPr>
            <a:lvl8pPr marL="3429000" indent="-228600" eaLnBrk="0" fontAlgn="base" hangingPunct="0">
              <a:spcBef>
                <a:spcPct val="0"/>
              </a:spcBef>
              <a:spcAft>
                <a:spcPct val="0"/>
              </a:spcAft>
              <a:defRPr b="1">
                <a:solidFill>
                  <a:schemeClr val="tx1"/>
                </a:solidFill>
                <a:latin typeface="Verdana" pitchFamily="34" charset="0"/>
              </a:defRPr>
            </a:lvl8pPr>
            <a:lvl9pPr marL="3886200" indent="-228600" eaLnBrk="0" fontAlgn="base" hangingPunct="0">
              <a:spcBef>
                <a:spcPct val="0"/>
              </a:spcBef>
              <a:spcAft>
                <a:spcPct val="0"/>
              </a:spcAft>
              <a:defRPr b="1">
                <a:solidFill>
                  <a:schemeClr val="tx1"/>
                </a:solidFill>
                <a:latin typeface="Verdana" pitchFamily="34" charset="0"/>
              </a:defRPr>
            </a:lvl9pPr>
          </a:lstStyle>
          <a:p>
            <a:pPr eaLnBrk="1" hangingPunct="1"/>
            <a:fld id="{D7180642-7BBB-49FC-9EDD-DE74CAA5E321}" type="slidenum">
              <a:rPr lang="tr-TR" b="0">
                <a:latin typeface="Arial" charset="0"/>
              </a:rPr>
              <a:pPr eaLnBrk="1" hangingPunct="1"/>
              <a:t>13</a:t>
            </a:fld>
            <a:endParaRPr lang="tr-TR" b="0">
              <a:latin typeface="Arial"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p:spPr>
        <p:txBody>
          <a:bodyPr/>
          <a:lstStyle/>
          <a:p>
            <a:pPr eaLnBrk="1" hangingPunct="1"/>
            <a:r>
              <a:rPr lang="tr-TR" b="1" smtClean="0"/>
              <a:t>Teknoloji: </a:t>
            </a:r>
          </a:p>
          <a:p>
            <a:pPr lvl="1" eaLnBrk="1" hangingPunct="1">
              <a:buFontTx/>
              <a:buChar char="•"/>
            </a:pPr>
            <a:r>
              <a:rPr lang="tr-TR" smtClean="0"/>
              <a:t>Ürünlerin güvenlik altyapısı yetersiz olabilir.</a:t>
            </a:r>
          </a:p>
          <a:p>
            <a:pPr lvl="1" eaLnBrk="1" hangingPunct="1">
              <a:buFontTx/>
              <a:buChar char="•"/>
            </a:pPr>
            <a:r>
              <a:rPr lang="tr-TR" smtClean="0"/>
              <a:t>Ürünlerde bug olabilir.</a:t>
            </a:r>
          </a:p>
          <a:p>
            <a:pPr lvl="1" eaLnBrk="1" hangingPunct="1">
              <a:buFontTx/>
              <a:buChar char="•"/>
            </a:pPr>
            <a:r>
              <a:rPr lang="tr-TR" smtClean="0"/>
              <a:t>Ürünlerin dayanacağı güvenlik standartları olmayabilir.</a:t>
            </a:r>
          </a:p>
          <a:p>
            <a:pPr eaLnBrk="1" hangingPunct="1"/>
            <a:r>
              <a:rPr lang="tr-TR" b="1" smtClean="0"/>
              <a:t>İşlemler:</a:t>
            </a:r>
          </a:p>
          <a:p>
            <a:pPr lvl="1" eaLnBrk="1" hangingPunct="1">
              <a:buFontTx/>
              <a:buChar char="•"/>
            </a:pPr>
            <a:r>
              <a:rPr lang="tr-TR" sz="900" smtClean="0"/>
              <a:t>İşlemler güvenlik amaçlı tasarlanmamış olabilir. </a:t>
            </a:r>
          </a:p>
          <a:p>
            <a:pPr lvl="1" eaLnBrk="1" hangingPunct="1">
              <a:buFontTx/>
              <a:buChar char="•"/>
            </a:pPr>
            <a:r>
              <a:rPr lang="tr-TR" sz="900" smtClean="0"/>
              <a:t>Roller ve sorumluluklar açıkça belirlenmemiştir.</a:t>
            </a:r>
          </a:p>
          <a:p>
            <a:pPr lvl="1" eaLnBrk="1" hangingPunct="1">
              <a:buFontTx/>
              <a:buChar char="•"/>
            </a:pPr>
            <a:r>
              <a:rPr lang="tr-TR" sz="900" smtClean="0"/>
              <a:t>Değişimler izlenmiyor olabilir.</a:t>
            </a:r>
          </a:p>
          <a:p>
            <a:pPr lvl="1" eaLnBrk="1" hangingPunct="1">
              <a:buFontTx/>
              <a:buChar char="•"/>
            </a:pPr>
            <a:r>
              <a:rPr lang="tr-TR" sz="900" smtClean="0"/>
              <a:t>Olaylara cevap planları hazırlanmamış olabilir.</a:t>
            </a:r>
          </a:p>
          <a:p>
            <a:pPr eaLnBrk="1" hangingPunct="1"/>
            <a:r>
              <a:rPr lang="tr-TR" b="1" smtClean="0"/>
              <a:t>İnsanlar:</a:t>
            </a:r>
          </a:p>
          <a:p>
            <a:pPr lvl="1" eaLnBrk="1" hangingPunct="1">
              <a:buFontTx/>
              <a:buChar char="•"/>
            </a:pPr>
            <a:r>
              <a:rPr lang="tr-TR" sz="900" smtClean="0"/>
              <a:t>İnsanların bilgi seviyesi yetersiz olabilir.</a:t>
            </a:r>
          </a:p>
          <a:p>
            <a:pPr lvl="1" eaLnBrk="1" hangingPunct="1">
              <a:buFontTx/>
              <a:buChar char="•"/>
            </a:pPr>
            <a:r>
              <a:rPr lang="tr-TR" sz="900" smtClean="0"/>
              <a:t>İnsanların uygulayacak motivasyonu olmayabilir.</a:t>
            </a:r>
          </a:p>
          <a:p>
            <a:pPr lvl="1" eaLnBrk="1" hangingPunct="1">
              <a:buFontTx/>
              <a:buChar char="•"/>
            </a:pPr>
            <a:r>
              <a:rPr lang="tr-TR" sz="900" smtClean="0"/>
              <a:t>İnsanlar hata yapabilir.</a:t>
            </a:r>
          </a:p>
          <a:p>
            <a:pPr eaLnBrk="1" hangingPunct="1"/>
            <a:endParaRPr lang="tr-TR"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lvl1pPr eaLnBrk="0" hangingPunct="0">
              <a:defRPr b="1">
                <a:solidFill>
                  <a:schemeClr val="tx1"/>
                </a:solidFill>
                <a:latin typeface="Verdana" pitchFamily="34" charset="0"/>
              </a:defRPr>
            </a:lvl1pPr>
            <a:lvl2pPr marL="742950" indent="-285750" eaLnBrk="0" hangingPunct="0">
              <a:defRPr b="1">
                <a:solidFill>
                  <a:schemeClr val="tx1"/>
                </a:solidFill>
                <a:latin typeface="Verdana" pitchFamily="34" charset="0"/>
              </a:defRPr>
            </a:lvl2pPr>
            <a:lvl3pPr marL="1143000" indent="-228600" eaLnBrk="0" hangingPunct="0">
              <a:defRPr b="1">
                <a:solidFill>
                  <a:schemeClr val="tx1"/>
                </a:solidFill>
                <a:latin typeface="Verdana" pitchFamily="34" charset="0"/>
              </a:defRPr>
            </a:lvl3pPr>
            <a:lvl4pPr marL="1600200" indent="-228600" eaLnBrk="0" hangingPunct="0">
              <a:defRPr b="1">
                <a:solidFill>
                  <a:schemeClr val="tx1"/>
                </a:solidFill>
                <a:latin typeface="Verdana" pitchFamily="34" charset="0"/>
              </a:defRPr>
            </a:lvl4pPr>
            <a:lvl5pPr marL="2057400" indent="-228600" eaLnBrk="0" hangingPunct="0">
              <a:defRPr b="1">
                <a:solidFill>
                  <a:schemeClr val="tx1"/>
                </a:solidFill>
                <a:latin typeface="Verdana" pitchFamily="34" charset="0"/>
              </a:defRPr>
            </a:lvl5pPr>
            <a:lvl6pPr marL="2514600" indent="-228600" eaLnBrk="0" fontAlgn="base" hangingPunct="0">
              <a:spcBef>
                <a:spcPct val="0"/>
              </a:spcBef>
              <a:spcAft>
                <a:spcPct val="0"/>
              </a:spcAft>
              <a:defRPr b="1">
                <a:solidFill>
                  <a:schemeClr val="tx1"/>
                </a:solidFill>
                <a:latin typeface="Verdana" pitchFamily="34" charset="0"/>
              </a:defRPr>
            </a:lvl6pPr>
            <a:lvl7pPr marL="2971800" indent="-228600" eaLnBrk="0" fontAlgn="base" hangingPunct="0">
              <a:spcBef>
                <a:spcPct val="0"/>
              </a:spcBef>
              <a:spcAft>
                <a:spcPct val="0"/>
              </a:spcAft>
              <a:defRPr b="1">
                <a:solidFill>
                  <a:schemeClr val="tx1"/>
                </a:solidFill>
                <a:latin typeface="Verdana" pitchFamily="34" charset="0"/>
              </a:defRPr>
            </a:lvl7pPr>
            <a:lvl8pPr marL="3429000" indent="-228600" eaLnBrk="0" fontAlgn="base" hangingPunct="0">
              <a:spcBef>
                <a:spcPct val="0"/>
              </a:spcBef>
              <a:spcAft>
                <a:spcPct val="0"/>
              </a:spcAft>
              <a:defRPr b="1">
                <a:solidFill>
                  <a:schemeClr val="tx1"/>
                </a:solidFill>
                <a:latin typeface="Verdana" pitchFamily="34" charset="0"/>
              </a:defRPr>
            </a:lvl8pPr>
            <a:lvl9pPr marL="3886200" indent="-228600" eaLnBrk="0" fontAlgn="base" hangingPunct="0">
              <a:spcBef>
                <a:spcPct val="0"/>
              </a:spcBef>
              <a:spcAft>
                <a:spcPct val="0"/>
              </a:spcAft>
              <a:defRPr b="1">
                <a:solidFill>
                  <a:schemeClr val="tx1"/>
                </a:solidFill>
                <a:latin typeface="Verdana" pitchFamily="34" charset="0"/>
              </a:defRPr>
            </a:lvl9pPr>
          </a:lstStyle>
          <a:p>
            <a:pPr eaLnBrk="1" hangingPunct="1"/>
            <a:fld id="{0E9E8324-4B1D-4424-9EE2-799BB7708A67}" type="slidenum">
              <a:rPr lang="tr-TR" b="0">
                <a:latin typeface="Arial" charset="0"/>
              </a:rPr>
              <a:pPr eaLnBrk="1" hangingPunct="1"/>
              <a:t>15</a:t>
            </a:fld>
            <a:endParaRPr lang="tr-TR" b="0">
              <a:latin typeface="Arial" charset="0"/>
            </a:endParaRPr>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p:spPr>
        <p:txBody>
          <a:bodyPr/>
          <a:lstStyle/>
          <a:p>
            <a:pPr eaLnBrk="1" hangingPunct="1"/>
            <a:r>
              <a:rPr lang="tr-TR" sz="1400" b="1" dirty="0" smtClean="0"/>
              <a:t>Önleme (</a:t>
            </a:r>
            <a:r>
              <a:rPr lang="tr-TR" sz="1400" b="1" dirty="0" err="1" smtClean="0"/>
              <a:t>Prevention</a:t>
            </a:r>
            <a:r>
              <a:rPr lang="tr-TR" sz="1400" b="1" dirty="0" smtClean="0"/>
              <a:t>)</a:t>
            </a:r>
          </a:p>
          <a:p>
            <a:pPr lvl="1" eaLnBrk="1" hangingPunct="1">
              <a:buFontTx/>
              <a:buChar char="•"/>
            </a:pPr>
            <a:r>
              <a:rPr lang="tr-TR" dirty="0" smtClean="0"/>
              <a:t>Olayları olmadan durdurmayı hedefler.</a:t>
            </a:r>
          </a:p>
          <a:p>
            <a:pPr lvl="1" eaLnBrk="1" hangingPunct="1">
              <a:buFontTx/>
              <a:buChar char="•"/>
            </a:pPr>
            <a:r>
              <a:rPr lang="tr-TR" dirty="0" smtClean="0"/>
              <a:t>Genellikle teknolojik eksiklikleri giderir. </a:t>
            </a:r>
          </a:p>
          <a:p>
            <a:pPr lvl="1" eaLnBrk="1" hangingPunct="1">
              <a:buFontTx/>
              <a:buChar char="•"/>
            </a:pPr>
            <a:r>
              <a:rPr lang="tr-TR" dirty="0" smtClean="0"/>
              <a:t>Daha önceden belirlenmiş saldırılara karşı etkilidir.</a:t>
            </a:r>
          </a:p>
          <a:p>
            <a:pPr eaLnBrk="1" hangingPunct="1">
              <a:lnSpc>
                <a:spcPct val="90000"/>
              </a:lnSpc>
            </a:pPr>
            <a:r>
              <a:rPr lang="tr-TR" sz="900" b="1" dirty="0" smtClean="0"/>
              <a:t>Fark Etme (</a:t>
            </a:r>
            <a:r>
              <a:rPr lang="tr-TR" sz="900" b="1" dirty="0" err="1" smtClean="0"/>
              <a:t>Detection</a:t>
            </a:r>
            <a:r>
              <a:rPr lang="tr-TR" sz="900" b="1" dirty="0" smtClean="0"/>
              <a:t>)</a:t>
            </a:r>
          </a:p>
          <a:p>
            <a:pPr lvl="1" eaLnBrk="1" hangingPunct="1">
              <a:lnSpc>
                <a:spcPct val="90000"/>
              </a:lnSpc>
              <a:buFontTx/>
              <a:buChar char="•"/>
            </a:pPr>
            <a:r>
              <a:rPr lang="tr-TR" sz="800" dirty="0" smtClean="0"/>
              <a:t>Önlemenin sağlayamadığı durumlarda işe yarar.</a:t>
            </a:r>
          </a:p>
          <a:p>
            <a:pPr lvl="1" eaLnBrk="1" hangingPunct="1">
              <a:lnSpc>
                <a:spcPct val="90000"/>
              </a:lnSpc>
              <a:buFontTx/>
              <a:buChar char="•"/>
            </a:pPr>
            <a:r>
              <a:rPr lang="tr-TR" sz="800" dirty="0" smtClean="0"/>
              <a:t>Hem daha önceden bilinen, </a:t>
            </a:r>
            <a:r>
              <a:rPr lang="tr-TR" sz="800" dirty="0" err="1" smtClean="0"/>
              <a:t>hemde</a:t>
            </a:r>
            <a:r>
              <a:rPr lang="tr-TR" sz="800" dirty="0" smtClean="0"/>
              <a:t> yeni ortaya çıkacak saldırılara karşı etkilidir. </a:t>
            </a:r>
          </a:p>
          <a:p>
            <a:pPr lvl="1" eaLnBrk="1" hangingPunct="1">
              <a:lnSpc>
                <a:spcPct val="90000"/>
              </a:lnSpc>
              <a:buFontTx/>
              <a:buChar char="•"/>
            </a:pPr>
            <a:r>
              <a:rPr lang="tr-TR" sz="800" dirty="0" smtClean="0"/>
              <a:t>İyi idare edilen teknolojik altyapı gerektirir.</a:t>
            </a:r>
          </a:p>
          <a:p>
            <a:pPr lvl="1" eaLnBrk="1" hangingPunct="1">
              <a:lnSpc>
                <a:spcPct val="90000"/>
              </a:lnSpc>
              <a:buFontTx/>
              <a:buChar char="•"/>
            </a:pPr>
            <a:r>
              <a:rPr lang="tr-TR" sz="800" dirty="0" smtClean="0"/>
              <a:t>delil toplanmasını sağlar.</a:t>
            </a:r>
          </a:p>
          <a:p>
            <a:pPr eaLnBrk="1" hangingPunct="1">
              <a:lnSpc>
                <a:spcPct val="90000"/>
              </a:lnSpc>
            </a:pPr>
            <a:r>
              <a:rPr lang="tr-TR" sz="900" b="1" dirty="0" smtClean="0"/>
              <a:t>Tepki verme (</a:t>
            </a:r>
            <a:r>
              <a:rPr lang="tr-TR" sz="900" b="1" dirty="0" err="1" smtClean="0"/>
              <a:t>Reaction</a:t>
            </a:r>
            <a:r>
              <a:rPr lang="tr-TR" sz="900" b="1" dirty="0" smtClean="0"/>
              <a:t>)</a:t>
            </a:r>
          </a:p>
          <a:p>
            <a:pPr lvl="1" eaLnBrk="1" hangingPunct="1">
              <a:lnSpc>
                <a:spcPct val="90000"/>
              </a:lnSpc>
              <a:buFontTx/>
              <a:buChar char="•"/>
            </a:pPr>
            <a:r>
              <a:rPr lang="tr-TR" sz="800" dirty="0" smtClean="0"/>
              <a:t>Olay durumunda normale dönmeyi içerir.</a:t>
            </a:r>
          </a:p>
          <a:p>
            <a:pPr lvl="1" eaLnBrk="1" hangingPunct="1">
              <a:lnSpc>
                <a:spcPct val="90000"/>
              </a:lnSpc>
              <a:buFontTx/>
              <a:buChar char="•"/>
            </a:pPr>
            <a:r>
              <a:rPr lang="tr-TR" sz="800" dirty="0" smtClean="0"/>
              <a:t>Olaya yol açan sebebi bulunasını sağlar.</a:t>
            </a:r>
          </a:p>
          <a:p>
            <a:pPr lvl="1" eaLnBrk="1" hangingPunct="1">
              <a:lnSpc>
                <a:spcPct val="90000"/>
              </a:lnSpc>
              <a:buFontTx/>
              <a:buChar char="•"/>
            </a:pPr>
            <a:r>
              <a:rPr lang="tr-TR" sz="800" dirty="0" smtClean="0"/>
              <a:t>Gerekiyorsa suçlunun yakalanması sağlar.</a:t>
            </a:r>
          </a:p>
          <a:p>
            <a:pPr lvl="1" eaLnBrk="1" hangingPunct="1">
              <a:lnSpc>
                <a:spcPct val="90000"/>
              </a:lnSpc>
              <a:buFontTx/>
              <a:buChar char="•"/>
            </a:pPr>
            <a:r>
              <a:rPr lang="tr-TR" sz="800" dirty="0" smtClean="0"/>
              <a:t>Hatalardan ders alınmasını sağlar.</a:t>
            </a:r>
          </a:p>
          <a:p>
            <a:pPr eaLnBrk="1" hangingPunct="1"/>
            <a:endParaRPr lang="tr-TR"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435B8A6D-340B-4121-9057-4AA873EA0024}" type="slidenum">
              <a:rPr lang="tr-TR" sz="1200"/>
              <a:pPr/>
              <a:t>39</a:t>
            </a:fld>
            <a:endParaRPr lang="tr-TR" sz="1200"/>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p:spPr>
        <p:txBody>
          <a:bodyPr/>
          <a:lstStyle/>
          <a:p>
            <a:r>
              <a:rPr lang="tr-TR" smtClean="0"/>
              <a:t>Apply software engineering approach</a:t>
            </a:r>
          </a:p>
          <a:p>
            <a:endParaRPr lang="tr-TR"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764A2CFE-FF41-44FA-860F-2C0177576B15}" type="slidenum">
              <a:rPr lang="tr-TR" sz="1200"/>
              <a:pPr/>
              <a:t>45</a:t>
            </a:fld>
            <a:endParaRPr lang="tr-TR" sz="1200"/>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miter lim="800000"/>
            <a:headEnd/>
            <a:tailEnd/>
          </a:ln>
        </p:spPr>
        <p:txBody>
          <a:bodyPr/>
          <a:lstStyle/>
          <a:p>
            <a:r>
              <a:rPr lang="tr-TR" smtClean="0"/>
              <a:t>Apply software engineering approach</a:t>
            </a:r>
          </a:p>
          <a:p>
            <a:endParaRPr lang="tr-TR"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Veri Yer Tutucusu 3"/>
          <p:cNvSpPr>
            <a:spLocks noGrp="1"/>
          </p:cNvSpPr>
          <p:nvPr>
            <p:ph type="dt" sz="half" idx="10"/>
          </p:nvPr>
        </p:nvSpPr>
        <p:spPr/>
        <p:txBody>
          <a:bodyPr/>
          <a:lstStyle/>
          <a:p>
            <a:fld id="{9C5CF35C-021E-4C32-A06C-09FE78BCF88C}" type="datetimeFigureOut">
              <a:rPr lang="tr-TR" smtClean="0"/>
              <a:t>23.02.2015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65A2A88E-8F38-47A6-89BB-36104EE7BA69}" type="slidenum">
              <a:rPr lang="tr-TR" smtClean="0"/>
              <a:t>‹#›</a:t>
            </a:fld>
            <a:endParaRPr lang="tr-TR"/>
          </a:p>
        </p:txBody>
      </p:sp>
    </p:spTree>
    <p:extLst>
      <p:ext uri="{BB962C8B-B14F-4D97-AF65-F5344CB8AC3E}">
        <p14:creationId xmlns:p14="http://schemas.microsoft.com/office/powerpoint/2010/main" val="3338148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9C5CF35C-021E-4C32-A06C-09FE78BCF88C}" type="datetimeFigureOut">
              <a:rPr lang="tr-TR" smtClean="0"/>
              <a:t>23.02.2015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65A2A88E-8F38-47A6-89BB-36104EE7BA69}" type="slidenum">
              <a:rPr lang="tr-TR" smtClean="0"/>
              <a:t>‹#›</a:t>
            </a:fld>
            <a:endParaRPr lang="tr-TR"/>
          </a:p>
        </p:txBody>
      </p:sp>
    </p:spTree>
    <p:extLst>
      <p:ext uri="{BB962C8B-B14F-4D97-AF65-F5344CB8AC3E}">
        <p14:creationId xmlns:p14="http://schemas.microsoft.com/office/powerpoint/2010/main" val="4268378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Veri Yer Tutucusu 3"/>
          <p:cNvSpPr>
            <a:spLocks noGrp="1"/>
          </p:cNvSpPr>
          <p:nvPr>
            <p:ph type="dt" sz="half" idx="10"/>
          </p:nvPr>
        </p:nvSpPr>
        <p:spPr/>
        <p:txBody>
          <a:bodyPr/>
          <a:lstStyle/>
          <a:p>
            <a:fld id="{9C5CF35C-021E-4C32-A06C-09FE78BCF88C}" type="datetimeFigureOut">
              <a:rPr lang="tr-TR" smtClean="0"/>
              <a:t>23.02.2015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65A2A88E-8F38-47A6-89BB-36104EE7BA69}" type="slidenum">
              <a:rPr lang="tr-TR" smtClean="0"/>
              <a:t>‹#›</a:t>
            </a:fld>
            <a:endParaRPr lang="tr-TR"/>
          </a:p>
        </p:txBody>
      </p:sp>
    </p:spTree>
    <p:extLst>
      <p:ext uri="{BB962C8B-B14F-4D97-AF65-F5344CB8AC3E}">
        <p14:creationId xmlns:p14="http://schemas.microsoft.com/office/powerpoint/2010/main" val="1275103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9C5CF35C-021E-4C32-A06C-09FE78BCF88C}" type="datetimeFigureOut">
              <a:rPr lang="tr-TR" smtClean="0"/>
              <a:t>23.02.2015</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65A2A88E-8F38-47A6-89BB-36104EE7BA69}" type="slidenum">
              <a:rPr lang="tr-TR" smtClean="0"/>
              <a:t>‹#›</a:t>
            </a:fld>
            <a:endParaRPr lang="tr-TR"/>
          </a:p>
        </p:txBody>
      </p:sp>
    </p:spTree>
    <p:extLst>
      <p:ext uri="{BB962C8B-B14F-4D97-AF65-F5344CB8AC3E}">
        <p14:creationId xmlns:p14="http://schemas.microsoft.com/office/powerpoint/2010/main" val="676249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smtClean="0"/>
              <a:t>Asıl başlık stili için tıklatın</a:t>
            </a:r>
            <a:endParaRPr lang="tr-T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9C5CF35C-021E-4C32-A06C-09FE78BCF88C}" type="datetimeFigureOut">
              <a:rPr lang="tr-TR" smtClean="0"/>
              <a:t>23.02.2015</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65A2A88E-8F38-47A6-89BB-36104EE7BA69}" type="slidenum">
              <a:rPr lang="tr-TR" smtClean="0"/>
              <a:t>‹#›</a:t>
            </a:fld>
            <a:endParaRPr lang="tr-TR"/>
          </a:p>
        </p:txBody>
      </p:sp>
    </p:spTree>
    <p:extLst>
      <p:ext uri="{BB962C8B-B14F-4D97-AF65-F5344CB8AC3E}">
        <p14:creationId xmlns:p14="http://schemas.microsoft.com/office/powerpoint/2010/main" val="1003305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9C5CF35C-021E-4C32-A06C-09FE78BCF88C}" type="datetimeFigureOut">
              <a:rPr lang="tr-TR" smtClean="0"/>
              <a:t>23.02.2015</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65A2A88E-8F38-47A6-89BB-36104EE7BA69}" type="slidenum">
              <a:rPr lang="tr-TR" smtClean="0"/>
              <a:t>‹#›</a:t>
            </a:fld>
            <a:endParaRPr lang="tr-TR"/>
          </a:p>
        </p:txBody>
      </p:sp>
    </p:spTree>
    <p:extLst>
      <p:ext uri="{BB962C8B-B14F-4D97-AF65-F5344CB8AC3E}">
        <p14:creationId xmlns:p14="http://schemas.microsoft.com/office/powerpoint/2010/main" val="1404048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9C5CF35C-021E-4C32-A06C-09FE78BCF88C}" type="datetimeFigureOut">
              <a:rPr lang="tr-TR" smtClean="0"/>
              <a:t>23.02.2015</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65A2A88E-8F38-47A6-89BB-36104EE7BA69}" type="slidenum">
              <a:rPr lang="tr-TR" smtClean="0"/>
              <a:t>‹#›</a:t>
            </a:fld>
            <a:endParaRPr lang="tr-TR"/>
          </a:p>
        </p:txBody>
      </p:sp>
    </p:spTree>
    <p:extLst>
      <p:ext uri="{BB962C8B-B14F-4D97-AF65-F5344CB8AC3E}">
        <p14:creationId xmlns:p14="http://schemas.microsoft.com/office/powerpoint/2010/main" val="425353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9C5CF35C-021E-4C32-A06C-09FE78BCF88C}" type="datetimeFigureOut">
              <a:rPr lang="tr-TR" smtClean="0"/>
              <a:t>23.02.2015</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65A2A88E-8F38-47A6-89BB-36104EE7BA69}" type="slidenum">
              <a:rPr lang="tr-TR" smtClean="0"/>
              <a:t>‹#›</a:t>
            </a:fld>
            <a:endParaRPr lang="tr-TR"/>
          </a:p>
        </p:txBody>
      </p:sp>
    </p:spTree>
    <p:extLst>
      <p:ext uri="{BB962C8B-B14F-4D97-AF65-F5344CB8AC3E}">
        <p14:creationId xmlns:p14="http://schemas.microsoft.com/office/powerpoint/2010/main" val="2268131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9C5CF35C-021E-4C32-A06C-09FE78BCF88C}" type="datetimeFigureOut">
              <a:rPr lang="tr-TR" smtClean="0"/>
              <a:t>23.02.2015</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65A2A88E-8F38-47A6-89BB-36104EE7BA69}" type="slidenum">
              <a:rPr lang="tr-TR" smtClean="0"/>
              <a:t>‹#›</a:t>
            </a:fld>
            <a:endParaRPr lang="tr-TR"/>
          </a:p>
        </p:txBody>
      </p:sp>
    </p:spTree>
    <p:extLst>
      <p:ext uri="{BB962C8B-B14F-4D97-AF65-F5344CB8AC3E}">
        <p14:creationId xmlns:p14="http://schemas.microsoft.com/office/powerpoint/2010/main" val="593357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9C5CF35C-021E-4C32-A06C-09FE78BCF88C}" type="datetimeFigureOut">
              <a:rPr lang="tr-TR" smtClean="0"/>
              <a:t>23.02.2015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65A2A88E-8F38-47A6-89BB-36104EE7BA69}" type="slidenum">
              <a:rPr lang="tr-TR" smtClean="0"/>
              <a:t>‹#›</a:t>
            </a:fld>
            <a:endParaRPr lang="tr-TR"/>
          </a:p>
        </p:txBody>
      </p:sp>
    </p:spTree>
    <p:extLst>
      <p:ext uri="{BB962C8B-B14F-4D97-AF65-F5344CB8AC3E}">
        <p14:creationId xmlns:p14="http://schemas.microsoft.com/office/powerpoint/2010/main" val="3225815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9C5CF35C-021E-4C32-A06C-09FE78BCF88C}" type="datetimeFigureOut">
              <a:rPr lang="tr-TR" smtClean="0"/>
              <a:t>23.02.2015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65A2A88E-8F38-47A6-89BB-36104EE7BA69}" type="slidenum">
              <a:rPr lang="tr-TR" smtClean="0"/>
              <a:t>‹#›</a:t>
            </a:fld>
            <a:endParaRPr lang="tr-TR"/>
          </a:p>
        </p:txBody>
      </p:sp>
    </p:spTree>
    <p:extLst>
      <p:ext uri="{BB962C8B-B14F-4D97-AF65-F5344CB8AC3E}">
        <p14:creationId xmlns:p14="http://schemas.microsoft.com/office/powerpoint/2010/main" val="4246977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5CF35C-021E-4C32-A06C-09FE78BCF88C}" type="datetimeFigureOut">
              <a:rPr lang="tr-TR" smtClean="0"/>
              <a:t>23.02.2015</a:t>
            </a:fld>
            <a:endParaRPr lang="tr-TR"/>
          </a:p>
        </p:txBody>
      </p:sp>
      <p:sp>
        <p:nvSpPr>
          <p:cNvPr id="5" name="Altbilgi Yer Tutucusu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A2A88E-8F38-47A6-89BB-36104EE7BA69}" type="slidenum">
              <a:rPr lang="tr-TR" smtClean="0"/>
              <a:t>‹#›</a:t>
            </a:fld>
            <a:endParaRPr lang="tr-TR"/>
          </a:p>
        </p:txBody>
      </p:sp>
    </p:spTree>
    <p:extLst>
      <p:ext uri="{BB962C8B-B14F-4D97-AF65-F5344CB8AC3E}">
        <p14:creationId xmlns:p14="http://schemas.microsoft.com/office/powerpoint/2010/main" val="3236485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wmf"/><Relationship Id="rId4" Type="http://schemas.openxmlformats.org/officeDocument/2006/relationships/image" Target="../media/image12.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w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a:lstStyle/>
          <a:p>
            <a:r>
              <a:rPr lang="tr-TR" dirty="0" smtClean="0"/>
              <a:t>Planlama ve Politika</a:t>
            </a:r>
            <a:endParaRPr lang="tr-TR" dirty="0"/>
          </a:p>
        </p:txBody>
      </p:sp>
      <p:sp>
        <p:nvSpPr>
          <p:cNvPr id="3" name="Alt Başlık 2"/>
          <p:cNvSpPr>
            <a:spLocks noGrp="1"/>
          </p:cNvSpPr>
          <p:nvPr>
            <p:ph type="subTitle" idx="1"/>
          </p:nvPr>
        </p:nvSpPr>
        <p:spPr/>
        <p:txBody>
          <a:bodyPr/>
          <a:lstStyle/>
          <a:p>
            <a:endParaRPr lang="tr-TR"/>
          </a:p>
        </p:txBody>
      </p:sp>
    </p:spTree>
    <p:extLst>
      <p:ext uri="{BB962C8B-B14F-4D97-AF65-F5344CB8AC3E}">
        <p14:creationId xmlns:p14="http://schemas.microsoft.com/office/powerpoint/2010/main" val="1398551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3" name="Rectangle 1027"/>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b"/>
          <a:lstStyle/>
          <a:p>
            <a:pPr algn="ctr">
              <a:defRPr/>
            </a:pPr>
            <a:r>
              <a:rPr lang="tr-TR" sz="4000" b="1" dirty="0"/>
              <a:t>Güvenlik Problemi</a:t>
            </a:r>
          </a:p>
        </p:txBody>
      </p:sp>
      <p:sp>
        <p:nvSpPr>
          <p:cNvPr id="225361" name="Text Box 1105"/>
          <p:cNvSpPr txBox="1">
            <a:spLocks noChangeArrowheads="1"/>
          </p:cNvSpPr>
          <p:nvPr/>
        </p:nvSpPr>
        <p:spPr bwMode="auto">
          <a:xfrm>
            <a:off x="990600" y="1768475"/>
            <a:ext cx="3810000" cy="154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20000"/>
              </a:spcBef>
              <a:defRPr/>
            </a:pPr>
            <a:r>
              <a:rPr lang="tr-TR" sz="2800" b="1" dirty="0">
                <a:solidFill>
                  <a:srgbClr val="FF3300"/>
                </a:solidFill>
                <a:effectLst>
                  <a:outerShdw blurRad="38100" dist="38100" dir="2700000" algn="tl">
                    <a:srgbClr val="000000"/>
                  </a:outerShdw>
                </a:effectLst>
              </a:rPr>
              <a:t>Çalışanların Sorumlu</a:t>
            </a:r>
          </a:p>
          <a:p>
            <a:pPr algn="ctr">
              <a:spcBef>
                <a:spcPct val="20000"/>
              </a:spcBef>
              <a:defRPr/>
            </a:pPr>
            <a:r>
              <a:rPr lang="tr-TR" sz="2800" b="1" dirty="0">
                <a:solidFill>
                  <a:srgbClr val="FF3300"/>
                </a:solidFill>
                <a:effectLst>
                  <a:outerShdw blurRad="38100" dist="38100" dir="2700000" algn="tl">
                    <a:srgbClr val="000000"/>
                  </a:outerShdw>
                </a:effectLst>
              </a:rPr>
              <a:t>Olduğu Olaylar</a:t>
            </a:r>
          </a:p>
          <a:p>
            <a:pPr algn="ctr">
              <a:spcBef>
                <a:spcPct val="20000"/>
              </a:spcBef>
              <a:defRPr/>
            </a:pPr>
            <a:r>
              <a:rPr lang="tr-TR" sz="2800" b="1" dirty="0">
                <a:solidFill>
                  <a:srgbClr val="FF3300"/>
                </a:solidFill>
                <a:effectLst>
                  <a:outerShdw blurRad="38100" dist="38100" dir="2700000" algn="tl">
                    <a:srgbClr val="000000"/>
                  </a:outerShdw>
                </a:effectLst>
              </a:rPr>
              <a:t>%70-80</a:t>
            </a:r>
          </a:p>
        </p:txBody>
      </p:sp>
      <p:sp>
        <p:nvSpPr>
          <p:cNvPr id="225362" name="Text Box 1106"/>
          <p:cNvSpPr txBox="1">
            <a:spLocks noChangeArrowheads="1"/>
          </p:cNvSpPr>
          <p:nvPr/>
        </p:nvSpPr>
        <p:spPr bwMode="auto">
          <a:xfrm>
            <a:off x="228600" y="4816475"/>
            <a:ext cx="2438400" cy="103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20000"/>
              </a:spcBef>
              <a:defRPr/>
            </a:pPr>
            <a:r>
              <a:rPr lang="tr-TR" sz="2800" b="1" dirty="0">
                <a:solidFill>
                  <a:srgbClr val="FFFF66"/>
                </a:solidFill>
                <a:effectLst>
                  <a:outerShdw blurRad="38100" dist="38100" dir="2700000" algn="tl">
                    <a:srgbClr val="000000"/>
                  </a:outerShdw>
                </a:effectLst>
              </a:rPr>
              <a:t>Dış Saldırılar</a:t>
            </a:r>
          </a:p>
          <a:p>
            <a:pPr algn="ctr">
              <a:spcBef>
                <a:spcPct val="20000"/>
              </a:spcBef>
              <a:defRPr/>
            </a:pPr>
            <a:r>
              <a:rPr lang="tr-TR" sz="2800" b="1" dirty="0">
                <a:solidFill>
                  <a:srgbClr val="FFFF66"/>
                </a:solidFill>
                <a:effectLst>
                  <a:outerShdw blurRad="38100" dist="38100" dir="2700000" algn="tl">
                    <a:srgbClr val="000000"/>
                  </a:outerShdw>
                </a:effectLst>
              </a:rPr>
              <a:t>%</a:t>
            </a:r>
            <a:r>
              <a:rPr lang="tr-TR" sz="2800" b="1" dirty="0">
                <a:solidFill>
                  <a:srgbClr val="FFFF66"/>
                </a:solidFill>
                <a:effectLst>
                  <a:outerShdw blurRad="38100" dist="38100" dir="2700000" algn="tl">
                    <a:srgbClr val="000000">
                      <a:alpha val="43137"/>
                    </a:srgbClr>
                  </a:outerShdw>
                </a:effectLst>
              </a:rPr>
              <a:t>20-30</a:t>
            </a:r>
          </a:p>
        </p:txBody>
      </p:sp>
      <p:pic>
        <p:nvPicPr>
          <p:cNvPr id="225363" name="Picture 11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446" y="2835275"/>
            <a:ext cx="4572000" cy="246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5364" name="Rectangle 1108"/>
          <p:cNvSpPr>
            <a:spLocks noChangeArrowheads="1"/>
          </p:cNvSpPr>
          <p:nvPr/>
        </p:nvSpPr>
        <p:spPr bwMode="auto">
          <a:xfrm>
            <a:off x="4495800" y="930275"/>
            <a:ext cx="4419600" cy="23828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a:spcBef>
                <a:spcPct val="20000"/>
              </a:spcBef>
              <a:buClr>
                <a:schemeClr val="tx1"/>
              </a:buClr>
              <a:buSzPct val="90000"/>
              <a:buFont typeface="Marlett" pitchFamily="2" charset="2"/>
              <a:buNone/>
              <a:defRPr/>
            </a:pPr>
            <a:r>
              <a:rPr lang="tr-TR" b="1" dirty="0"/>
              <a:t>Bilgisayar Kötü Kullanımı</a:t>
            </a:r>
          </a:p>
          <a:p>
            <a:pPr marL="742950" lvl="1" indent="-285750">
              <a:spcBef>
                <a:spcPct val="40000"/>
              </a:spcBef>
              <a:buClr>
                <a:schemeClr val="tx1"/>
              </a:buClr>
              <a:buFont typeface="Marlett" pitchFamily="2" charset="2"/>
              <a:buChar char="h"/>
              <a:defRPr/>
            </a:pPr>
            <a:r>
              <a:rPr lang="tr-TR" dirty="0"/>
              <a:t>Kullanım hataları</a:t>
            </a:r>
          </a:p>
          <a:p>
            <a:pPr marL="742950" lvl="1" indent="-285750">
              <a:spcBef>
                <a:spcPct val="40000"/>
              </a:spcBef>
              <a:buClr>
                <a:schemeClr val="tx1"/>
              </a:buClr>
              <a:buFont typeface="Marlett" pitchFamily="2" charset="2"/>
              <a:buChar char="h"/>
              <a:defRPr/>
            </a:pPr>
            <a:r>
              <a:rPr lang="tr-TR" dirty="0"/>
              <a:t>Atıl kullanımlar</a:t>
            </a:r>
          </a:p>
          <a:p>
            <a:pPr marL="742950" lvl="1" indent="-285750">
              <a:spcBef>
                <a:spcPct val="40000"/>
              </a:spcBef>
              <a:buClr>
                <a:schemeClr val="tx1"/>
              </a:buClr>
              <a:buFont typeface="Marlett" pitchFamily="2" charset="2"/>
              <a:buChar char="h"/>
              <a:defRPr/>
            </a:pPr>
            <a:r>
              <a:rPr lang="tr-TR" dirty="0"/>
              <a:t>Kötüye kullanımlar</a:t>
            </a:r>
          </a:p>
          <a:p>
            <a:pPr marL="742950" lvl="1" indent="-285750">
              <a:spcBef>
                <a:spcPct val="40000"/>
              </a:spcBef>
              <a:buClr>
                <a:schemeClr val="tx1"/>
              </a:buClr>
              <a:buFont typeface="Marlett" pitchFamily="2" charset="2"/>
              <a:buChar char="h"/>
              <a:defRPr/>
            </a:pPr>
            <a:r>
              <a:rPr lang="tr-TR" dirty="0"/>
              <a:t>Bilgisayar suçları</a:t>
            </a:r>
          </a:p>
        </p:txBody>
      </p:sp>
      <p:sp>
        <p:nvSpPr>
          <p:cNvPr id="225365" name="Rectangle 1109"/>
          <p:cNvSpPr>
            <a:spLocks noChangeArrowheads="1"/>
          </p:cNvSpPr>
          <p:nvPr/>
        </p:nvSpPr>
        <p:spPr bwMode="auto">
          <a:xfrm>
            <a:off x="4953000" y="5045075"/>
            <a:ext cx="3962400" cy="166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a:spcBef>
                <a:spcPct val="40000"/>
              </a:spcBef>
              <a:buClr>
                <a:schemeClr val="tx1"/>
              </a:buClr>
              <a:buSzPct val="90000"/>
              <a:buFont typeface="Marlett" pitchFamily="2" charset="2"/>
              <a:buChar char="h"/>
              <a:defRPr/>
            </a:pPr>
            <a:r>
              <a:rPr lang="tr-TR" dirty="0"/>
              <a:t>Aksayan İşleyiş</a:t>
            </a:r>
          </a:p>
          <a:p>
            <a:pPr marL="342900" indent="-342900">
              <a:spcBef>
                <a:spcPct val="40000"/>
              </a:spcBef>
              <a:buClr>
                <a:schemeClr val="tx1"/>
              </a:buClr>
              <a:buSzPct val="90000"/>
              <a:buFont typeface="Marlett" pitchFamily="2" charset="2"/>
              <a:buChar char="h"/>
              <a:defRPr/>
            </a:pPr>
            <a:r>
              <a:rPr lang="tr-TR" dirty="0"/>
              <a:t>Yanlış Sonuçlar</a:t>
            </a:r>
          </a:p>
          <a:p>
            <a:pPr marL="342900" indent="-342900">
              <a:spcBef>
                <a:spcPct val="40000"/>
              </a:spcBef>
              <a:buClr>
                <a:schemeClr val="tx1"/>
              </a:buClr>
              <a:buSzPct val="90000"/>
              <a:buFont typeface="Marlett" pitchFamily="2" charset="2"/>
              <a:buNone/>
              <a:defRPr/>
            </a:pPr>
            <a:r>
              <a:rPr lang="tr-TR" b="1" dirty="0"/>
              <a:t>Maddi / Manevi Kayıplar</a:t>
            </a:r>
          </a:p>
        </p:txBody>
      </p:sp>
      <p:sp>
        <p:nvSpPr>
          <p:cNvPr id="225366" name="AutoShape 1110"/>
          <p:cNvSpPr>
            <a:spLocks noChangeArrowheads="1"/>
          </p:cNvSpPr>
          <p:nvPr/>
        </p:nvSpPr>
        <p:spPr bwMode="auto">
          <a:xfrm>
            <a:off x="5257800" y="3886200"/>
            <a:ext cx="2438400" cy="762000"/>
          </a:xfrm>
          <a:prstGeom prst="downArrow">
            <a:avLst>
              <a:gd name="adj1" fmla="val 47139"/>
              <a:gd name="adj2" fmla="val 55208"/>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Tree>
    <p:extLst>
      <p:ext uri="{BB962C8B-B14F-4D97-AF65-F5344CB8AC3E}">
        <p14:creationId xmlns:p14="http://schemas.microsoft.com/office/powerpoint/2010/main" val="8242062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5363"/>
                                        </p:tgtEl>
                                        <p:attrNameLst>
                                          <p:attrName>style.visibility</p:attrName>
                                        </p:attrNameLst>
                                      </p:cBhvr>
                                      <p:to>
                                        <p:strVal val="visible"/>
                                      </p:to>
                                    </p:set>
                                    <p:anim calcmode="lin" valueType="num">
                                      <p:cBhvr additive="base">
                                        <p:cTn id="7" dur="500" fill="hold"/>
                                        <p:tgtEl>
                                          <p:spTgt spid="225363"/>
                                        </p:tgtEl>
                                        <p:attrNameLst>
                                          <p:attrName>ppt_x</p:attrName>
                                        </p:attrNameLst>
                                      </p:cBhvr>
                                      <p:tavLst>
                                        <p:tav tm="0">
                                          <p:val>
                                            <p:strVal val="0-#ppt_w/2"/>
                                          </p:val>
                                        </p:tav>
                                        <p:tav tm="100000">
                                          <p:val>
                                            <p:strVal val="#ppt_x"/>
                                          </p:val>
                                        </p:tav>
                                      </p:tavLst>
                                    </p:anim>
                                    <p:anim calcmode="lin" valueType="num">
                                      <p:cBhvr additive="base">
                                        <p:cTn id="8" dur="500" fill="hold"/>
                                        <p:tgtEl>
                                          <p:spTgt spid="22536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25362"/>
                                        </p:tgtEl>
                                        <p:attrNameLst>
                                          <p:attrName>style.visibility</p:attrName>
                                        </p:attrNameLst>
                                      </p:cBhvr>
                                      <p:to>
                                        <p:strVal val="visible"/>
                                      </p:to>
                                    </p:set>
                                    <p:anim calcmode="lin" valueType="num">
                                      <p:cBhvr additive="base">
                                        <p:cTn id="13" dur="500" fill="hold"/>
                                        <p:tgtEl>
                                          <p:spTgt spid="225362"/>
                                        </p:tgtEl>
                                        <p:attrNameLst>
                                          <p:attrName>ppt_x</p:attrName>
                                        </p:attrNameLst>
                                      </p:cBhvr>
                                      <p:tavLst>
                                        <p:tav tm="0">
                                          <p:val>
                                            <p:strVal val="1+#ppt_w/2"/>
                                          </p:val>
                                        </p:tav>
                                        <p:tav tm="100000">
                                          <p:val>
                                            <p:strVal val="#ppt_x"/>
                                          </p:val>
                                        </p:tav>
                                      </p:tavLst>
                                    </p:anim>
                                    <p:anim calcmode="lin" valueType="num">
                                      <p:cBhvr additive="base">
                                        <p:cTn id="14" dur="500" fill="hold"/>
                                        <p:tgtEl>
                                          <p:spTgt spid="22536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5361"/>
                                        </p:tgtEl>
                                        <p:attrNameLst>
                                          <p:attrName>style.visibility</p:attrName>
                                        </p:attrNameLst>
                                      </p:cBhvr>
                                      <p:to>
                                        <p:strVal val="visible"/>
                                      </p:to>
                                    </p:set>
                                    <p:anim calcmode="lin" valueType="num">
                                      <p:cBhvr additive="base">
                                        <p:cTn id="19" dur="500" fill="hold"/>
                                        <p:tgtEl>
                                          <p:spTgt spid="225361"/>
                                        </p:tgtEl>
                                        <p:attrNameLst>
                                          <p:attrName>ppt_x</p:attrName>
                                        </p:attrNameLst>
                                      </p:cBhvr>
                                      <p:tavLst>
                                        <p:tav tm="0">
                                          <p:val>
                                            <p:strVal val="0-#ppt_w/2"/>
                                          </p:val>
                                        </p:tav>
                                        <p:tav tm="100000">
                                          <p:val>
                                            <p:strVal val="#ppt_x"/>
                                          </p:val>
                                        </p:tav>
                                      </p:tavLst>
                                    </p:anim>
                                    <p:anim calcmode="lin" valueType="num">
                                      <p:cBhvr additive="base">
                                        <p:cTn id="20" dur="500" fill="hold"/>
                                        <p:tgtEl>
                                          <p:spTgt spid="22536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225364">
                                            <p:txEl>
                                              <p:pRg st="0" end="0"/>
                                            </p:txEl>
                                          </p:spTgt>
                                        </p:tgtEl>
                                        <p:attrNameLst>
                                          <p:attrName>style.visibility</p:attrName>
                                        </p:attrNameLst>
                                      </p:cBhvr>
                                      <p:to>
                                        <p:strVal val="visible"/>
                                      </p:to>
                                    </p:set>
                                    <p:anim calcmode="lin" valueType="num">
                                      <p:cBhvr additive="base">
                                        <p:cTn id="25" dur="500" fill="hold"/>
                                        <p:tgtEl>
                                          <p:spTgt spid="225364">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25364">
                                            <p:txEl>
                                              <p:pRg st="0" end="0"/>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25364">
                                            <p:txEl>
                                              <p:pRg st="0" end="0"/>
                                            </p:txEl>
                                          </p:spTgt>
                                        </p:tgtEl>
                                        <p:attrNameLst>
                                          <p:attrName>ppt_c</p:attrName>
                                        </p:attrNameLst>
                                      </p:cBhvr>
                                      <p:to>
                                        <a:srgbClr val="66CCFF"/>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225364">
                                            <p:txEl>
                                              <p:pRg st="1" end="1"/>
                                            </p:txEl>
                                          </p:spTgt>
                                        </p:tgtEl>
                                        <p:attrNameLst>
                                          <p:attrName>style.visibility</p:attrName>
                                        </p:attrNameLst>
                                      </p:cBhvr>
                                      <p:to>
                                        <p:strVal val="visible"/>
                                      </p:to>
                                    </p:set>
                                    <p:anim calcmode="lin" valueType="num">
                                      <p:cBhvr additive="base">
                                        <p:cTn id="31" dur="500" fill="hold"/>
                                        <p:tgtEl>
                                          <p:spTgt spid="225364">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25364">
                                            <p:txEl>
                                              <p:pRg st="1" end="1"/>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25364">
                                            <p:txEl>
                                              <p:pRg st="1" end="1"/>
                                            </p:txEl>
                                          </p:spTgt>
                                        </p:tgtEl>
                                        <p:attrNameLst>
                                          <p:attrName>ppt_c</p:attrName>
                                        </p:attrNameLst>
                                      </p:cBhvr>
                                      <p:to>
                                        <a:srgbClr val="66CCFF"/>
                                      </p:to>
                                    </p:animClr>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1" fill="hold" grpId="0" nodeType="clickEffect">
                                  <p:stCondLst>
                                    <p:cond delay="0"/>
                                  </p:stCondLst>
                                  <p:childTnLst>
                                    <p:set>
                                      <p:cBhvr>
                                        <p:cTn id="36" dur="1" fill="hold">
                                          <p:stCondLst>
                                            <p:cond delay="0"/>
                                          </p:stCondLst>
                                        </p:cTn>
                                        <p:tgtEl>
                                          <p:spTgt spid="225364">
                                            <p:txEl>
                                              <p:pRg st="2" end="2"/>
                                            </p:txEl>
                                          </p:spTgt>
                                        </p:tgtEl>
                                        <p:attrNameLst>
                                          <p:attrName>style.visibility</p:attrName>
                                        </p:attrNameLst>
                                      </p:cBhvr>
                                      <p:to>
                                        <p:strVal val="visible"/>
                                      </p:to>
                                    </p:set>
                                    <p:anim calcmode="lin" valueType="num">
                                      <p:cBhvr additive="base">
                                        <p:cTn id="37" dur="500" fill="hold"/>
                                        <p:tgtEl>
                                          <p:spTgt spid="225364">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25364">
                                            <p:txEl>
                                              <p:pRg st="2" end="2"/>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25364">
                                            <p:txEl>
                                              <p:pRg st="2" end="2"/>
                                            </p:txEl>
                                          </p:spTgt>
                                        </p:tgtEl>
                                        <p:attrNameLst>
                                          <p:attrName>ppt_c</p:attrName>
                                        </p:attrNameLst>
                                      </p:cBhvr>
                                      <p:to>
                                        <a:srgbClr val="66CCFF"/>
                                      </p:to>
                                    </p:animClr>
                                  </p:sub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1" fill="hold" grpId="0" nodeType="clickEffect">
                                  <p:stCondLst>
                                    <p:cond delay="0"/>
                                  </p:stCondLst>
                                  <p:childTnLst>
                                    <p:set>
                                      <p:cBhvr>
                                        <p:cTn id="42" dur="1" fill="hold">
                                          <p:stCondLst>
                                            <p:cond delay="0"/>
                                          </p:stCondLst>
                                        </p:cTn>
                                        <p:tgtEl>
                                          <p:spTgt spid="225364">
                                            <p:txEl>
                                              <p:pRg st="3" end="3"/>
                                            </p:txEl>
                                          </p:spTgt>
                                        </p:tgtEl>
                                        <p:attrNameLst>
                                          <p:attrName>style.visibility</p:attrName>
                                        </p:attrNameLst>
                                      </p:cBhvr>
                                      <p:to>
                                        <p:strVal val="visible"/>
                                      </p:to>
                                    </p:set>
                                    <p:anim calcmode="lin" valueType="num">
                                      <p:cBhvr additive="base">
                                        <p:cTn id="43" dur="500" fill="hold"/>
                                        <p:tgtEl>
                                          <p:spTgt spid="225364">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25364">
                                            <p:txEl>
                                              <p:pRg st="3" end="3"/>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25364">
                                            <p:txEl>
                                              <p:pRg st="3" end="3"/>
                                            </p:txEl>
                                          </p:spTgt>
                                        </p:tgtEl>
                                        <p:attrNameLst>
                                          <p:attrName>ppt_c</p:attrName>
                                        </p:attrNameLst>
                                      </p:cBhvr>
                                      <p:to>
                                        <a:srgbClr val="66CCFF"/>
                                      </p:to>
                                    </p:animClr>
                                  </p:sub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1" fill="hold" grpId="0" nodeType="clickEffect">
                                  <p:stCondLst>
                                    <p:cond delay="0"/>
                                  </p:stCondLst>
                                  <p:childTnLst>
                                    <p:set>
                                      <p:cBhvr>
                                        <p:cTn id="48" dur="1" fill="hold">
                                          <p:stCondLst>
                                            <p:cond delay="0"/>
                                          </p:stCondLst>
                                        </p:cTn>
                                        <p:tgtEl>
                                          <p:spTgt spid="225364">
                                            <p:txEl>
                                              <p:pRg st="4" end="4"/>
                                            </p:txEl>
                                          </p:spTgt>
                                        </p:tgtEl>
                                        <p:attrNameLst>
                                          <p:attrName>style.visibility</p:attrName>
                                        </p:attrNameLst>
                                      </p:cBhvr>
                                      <p:to>
                                        <p:strVal val="visible"/>
                                      </p:to>
                                    </p:set>
                                    <p:anim calcmode="lin" valueType="num">
                                      <p:cBhvr additive="base">
                                        <p:cTn id="49" dur="500" fill="hold"/>
                                        <p:tgtEl>
                                          <p:spTgt spid="225364">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25364">
                                            <p:txEl>
                                              <p:pRg st="4" end="4"/>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25364">
                                            <p:txEl>
                                              <p:pRg st="4" end="4"/>
                                            </p:txEl>
                                          </p:spTgt>
                                        </p:tgtEl>
                                        <p:attrNameLst>
                                          <p:attrName>ppt_c</p:attrName>
                                        </p:attrNameLst>
                                      </p:cBhvr>
                                      <p:to>
                                        <a:srgbClr val="66CCFF"/>
                                      </p:to>
                                    </p:animClr>
                                  </p:sub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225366"/>
                                        </p:tgtEl>
                                        <p:attrNameLst>
                                          <p:attrName>style.visibility</p:attrName>
                                        </p:attrNameLst>
                                      </p:cBhvr>
                                      <p:to>
                                        <p:strVal val="visible"/>
                                      </p:to>
                                    </p:set>
                                    <p:animEffect transition="in" filter="wipe(up)">
                                      <p:cBhvr>
                                        <p:cTn id="55" dur="500"/>
                                        <p:tgtEl>
                                          <p:spTgt spid="225366"/>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225365">
                                            <p:txEl>
                                              <p:pRg st="0" end="0"/>
                                            </p:txEl>
                                          </p:spTgt>
                                        </p:tgtEl>
                                        <p:attrNameLst>
                                          <p:attrName>style.visibility</p:attrName>
                                        </p:attrNameLst>
                                      </p:cBhvr>
                                      <p:to>
                                        <p:strVal val="visible"/>
                                      </p:to>
                                    </p:set>
                                    <p:anim calcmode="lin" valueType="num">
                                      <p:cBhvr additive="base">
                                        <p:cTn id="60" dur="500" fill="hold"/>
                                        <p:tgtEl>
                                          <p:spTgt spid="225365">
                                            <p:txEl>
                                              <p:pRg st="0" end="0"/>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225365">
                                            <p:txEl>
                                              <p:pRg st="0" end="0"/>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225365">
                                            <p:txEl>
                                              <p:pRg st="0" end="0"/>
                                            </p:txEl>
                                          </p:spTgt>
                                        </p:tgtEl>
                                        <p:attrNameLst>
                                          <p:attrName>ppt_c</p:attrName>
                                        </p:attrNameLst>
                                      </p:cBhvr>
                                      <p:to>
                                        <a:srgbClr val="66CCFF"/>
                                      </p:to>
                                    </p:animClr>
                                  </p:subTnLst>
                                </p:cTn>
                              </p:par>
                            </p:childTnLst>
                          </p:cTn>
                        </p:par>
                      </p:childTnLst>
                    </p:cTn>
                  </p:par>
                  <p:par>
                    <p:cTn id="62" fill="hold" nodeType="clickPar">
                      <p:stCondLst>
                        <p:cond delay="indefinite"/>
                      </p:stCondLst>
                      <p:childTnLst>
                        <p:par>
                          <p:cTn id="63" fill="hold" nodeType="withGroup">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225365">
                                            <p:txEl>
                                              <p:pRg st="1" end="1"/>
                                            </p:txEl>
                                          </p:spTgt>
                                        </p:tgtEl>
                                        <p:attrNameLst>
                                          <p:attrName>style.visibility</p:attrName>
                                        </p:attrNameLst>
                                      </p:cBhvr>
                                      <p:to>
                                        <p:strVal val="visible"/>
                                      </p:to>
                                    </p:set>
                                    <p:anim calcmode="lin" valueType="num">
                                      <p:cBhvr additive="base">
                                        <p:cTn id="66" dur="500" fill="hold"/>
                                        <p:tgtEl>
                                          <p:spTgt spid="225365">
                                            <p:txEl>
                                              <p:pRg st="1" end="1"/>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225365">
                                            <p:txEl>
                                              <p:pRg st="1" end="1"/>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225365">
                                            <p:txEl>
                                              <p:pRg st="1" end="1"/>
                                            </p:txEl>
                                          </p:spTgt>
                                        </p:tgtEl>
                                        <p:attrNameLst>
                                          <p:attrName>ppt_c</p:attrName>
                                        </p:attrNameLst>
                                      </p:cBhvr>
                                      <p:to>
                                        <a:srgbClr val="66CCFF"/>
                                      </p:to>
                                    </p:animClr>
                                  </p:subTnLst>
                                </p:cTn>
                              </p:par>
                            </p:childTnLst>
                          </p:cTn>
                        </p:par>
                      </p:childTnLst>
                    </p:cTn>
                  </p:par>
                  <p:par>
                    <p:cTn id="68" fill="hold" nodeType="clickPar">
                      <p:stCondLst>
                        <p:cond delay="indefinite"/>
                      </p:stCondLst>
                      <p:childTnLst>
                        <p:par>
                          <p:cTn id="69" fill="hold" nodeType="withGroup">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225365">
                                            <p:txEl>
                                              <p:pRg st="2" end="2"/>
                                            </p:txEl>
                                          </p:spTgt>
                                        </p:tgtEl>
                                        <p:attrNameLst>
                                          <p:attrName>style.visibility</p:attrName>
                                        </p:attrNameLst>
                                      </p:cBhvr>
                                      <p:to>
                                        <p:strVal val="visible"/>
                                      </p:to>
                                    </p:set>
                                    <p:anim calcmode="lin" valueType="num">
                                      <p:cBhvr additive="base">
                                        <p:cTn id="72" dur="500" fill="hold"/>
                                        <p:tgtEl>
                                          <p:spTgt spid="225365">
                                            <p:txEl>
                                              <p:pRg st="2" end="2"/>
                                            </p:txEl>
                                          </p:spTgt>
                                        </p:tgtEl>
                                        <p:attrNameLst>
                                          <p:attrName>ppt_x</p:attrName>
                                        </p:attrNameLst>
                                      </p:cBhvr>
                                      <p:tavLst>
                                        <p:tav tm="0">
                                          <p:val>
                                            <p:strVal val="#ppt_x"/>
                                          </p:val>
                                        </p:tav>
                                        <p:tav tm="100000">
                                          <p:val>
                                            <p:strVal val="#ppt_x"/>
                                          </p:val>
                                        </p:tav>
                                      </p:tavLst>
                                    </p:anim>
                                    <p:anim calcmode="lin" valueType="num">
                                      <p:cBhvr additive="base">
                                        <p:cTn id="73" dur="500" fill="hold"/>
                                        <p:tgtEl>
                                          <p:spTgt spid="225365">
                                            <p:txEl>
                                              <p:pRg st="2" end="2"/>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225365">
                                            <p:txEl>
                                              <p:pRg st="2" end="2"/>
                                            </p:txEl>
                                          </p:spTgt>
                                        </p:tgtEl>
                                        <p:attrNameLst>
                                          <p:attrName>ppt_c</p:attrName>
                                        </p:attrNameLst>
                                      </p:cBhvr>
                                      <p:to>
                                        <a:srgbClr val="66CCFF"/>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61" grpId="0" autoUpdateAnimBg="0"/>
      <p:bldP spid="225362" grpId="0" autoUpdateAnimBg="0"/>
      <p:bldP spid="225364" grpId="0" build="p" bldLvl="4" autoUpdateAnimBg="0"/>
      <p:bldP spid="225365" grpId="0" build="p" autoUpdateAnimBg="0"/>
      <p:bldP spid="22536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b"/>
          <a:lstStyle/>
          <a:p>
            <a:pPr algn="ctr"/>
            <a:r>
              <a:rPr lang="tr-TR" sz="4000" b="1" dirty="0"/>
              <a:t>Çözüm Yaklaşımı</a:t>
            </a:r>
          </a:p>
        </p:txBody>
      </p:sp>
      <p:grpSp>
        <p:nvGrpSpPr>
          <p:cNvPr id="140332" name="Group 44"/>
          <p:cNvGrpSpPr>
            <a:grpSpLocks/>
          </p:cNvGrpSpPr>
          <p:nvPr/>
        </p:nvGrpSpPr>
        <p:grpSpPr bwMode="auto">
          <a:xfrm>
            <a:off x="4343400" y="2514600"/>
            <a:ext cx="4038600" cy="1981200"/>
            <a:chOff x="2736" y="1584"/>
            <a:chExt cx="2544" cy="1248"/>
          </a:xfrm>
        </p:grpSpPr>
        <p:sp>
          <p:nvSpPr>
            <p:cNvPr id="6163" name="AutoShape 4"/>
            <p:cNvSpPr>
              <a:spLocks noChangeArrowheads="1"/>
            </p:cNvSpPr>
            <p:nvPr/>
          </p:nvSpPr>
          <p:spPr bwMode="auto">
            <a:xfrm>
              <a:off x="2736" y="1584"/>
              <a:ext cx="2544" cy="1248"/>
            </a:xfrm>
            <a:prstGeom prst="can">
              <a:avLst>
                <a:gd name="adj" fmla="val 50000"/>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endParaRPr lang="tr-TR"/>
            </a:p>
          </p:txBody>
        </p:sp>
        <p:sp>
          <p:nvSpPr>
            <p:cNvPr id="140293" name="Text Box 5"/>
            <p:cNvSpPr txBox="1">
              <a:spLocks noChangeArrowheads="1"/>
            </p:cNvSpPr>
            <p:nvPr/>
          </p:nvSpPr>
          <p:spPr bwMode="auto">
            <a:xfrm>
              <a:off x="3696" y="1680"/>
              <a:ext cx="1344" cy="327"/>
            </a:xfrm>
            <a:prstGeom prst="rect">
              <a:avLst/>
            </a:prstGeom>
            <a:ln/>
            <a:extLst/>
          </p:spPr>
          <p:style>
            <a:lnRef idx="1">
              <a:schemeClr val="accent4"/>
            </a:lnRef>
            <a:fillRef idx="2">
              <a:schemeClr val="accent4"/>
            </a:fillRef>
            <a:effectRef idx="1">
              <a:schemeClr val="accent4"/>
            </a:effectRef>
            <a:fontRef idx="minor">
              <a:schemeClr val="dk1"/>
            </a:fontRef>
          </p:style>
          <p:txBody>
            <a:bodyPr>
              <a:spAutoFit/>
            </a:bodyPr>
            <a:lstStyle/>
            <a:p>
              <a:pPr algn="ctr">
                <a:spcBef>
                  <a:spcPct val="10000"/>
                </a:spcBef>
                <a:defRPr/>
              </a:pPr>
              <a:r>
                <a:rPr lang="tr-TR" sz="2800" b="1">
                  <a:effectLst>
                    <a:outerShdw blurRad="38100" dist="38100" dir="2700000" algn="tl">
                      <a:srgbClr val="000000"/>
                    </a:outerShdw>
                  </a:effectLst>
                </a:rPr>
                <a:t>İstek</a:t>
              </a:r>
            </a:p>
          </p:txBody>
        </p:sp>
      </p:grpSp>
      <p:grpSp>
        <p:nvGrpSpPr>
          <p:cNvPr id="140313" name="Group 25"/>
          <p:cNvGrpSpPr>
            <a:grpSpLocks/>
          </p:cNvGrpSpPr>
          <p:nvPr/>
        </p:nvGrpSpPr>
        <p:grpSpPr bwMode="auto">
          <a:xfrm>
            <a:off x="965448" y="2514600"/>
            <a:ext cx="4038600" cy="1981200"/>
            <a:chOff x="624" y="1584"/>
            <a:chExt cx="2544" cy="1248"/>
          </a:xfrm>
        </p:grpSpPr>
        <p:sp>
          <p:nvSpPr>
            <p:cNvPr id="6161" name="AutoShape 7"/>
            <p:cNvSpPr>
              <a:spLocks noChangeArrowheads="1"/>
            </p:cNvSpPr>
            <p:nvPr/>
          </p:nvSpPr>
          <p:spPr bwMode="auto">
            <a:xfrm>
              <a:off x="624" y="1584"/>
              <a:ext cx="2544" cy="1248"/>
            </a:xfrm>
            <a:prstGeom prst="can">
              <a:avLst>
                <a:gd name="adj" fmla="val 50000"/>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endParaRPr lang="tr-TR"/>
            </a:p>
          </p:txBody>
        </p:sp>
        <p:sp>
          <p:nvSpPr>
            <p:cNvPr id="140296" name="Text Box 8"/>
            <p:cNvSpPr txBox="1">
              <a:spLocks noChangeArrowheads="1"/>
            </p:cNvSpPr>
            <p:nvPr/>
          </p:nvSpPr>
          <p:spPr bwMode="auto">
            <a:xfrm>
              <a:off x="1200" y="1680"/>
              <a:ext cx="1056" cy="327"/>
            </a:xfrm>
            <a:prstGeom prst="rect">
              <a:avLst/>
            </a:prstGeom>
            <a:ln/>
            <a:extLst/>
          </p:spPr>
          <p:style>
            <a:lnRef idx="1">
              <a:schemeClr val="dk1"/>
            </a:lnRef>
            <a:fillRef idx="2">
              <a:schemeClr val="dk1"/>
            </a:fillRef>
            <a:effectRef idx="1">
              <a:schemeClr val="dk1"/>
            </a:effectRef>
            <a:fontRef idx="minor">
              <a:schemeClr val="dk1"/>
            </a:fontRef>
          </p:style>
          <p:txBody>
            <a:bodyPr>
              <a:spAutoFit/>
            </a:bodyPr>
            <a:lstStyle/>
            <a:p>
              <a:pPr algn="ctr">
                <a:spcBef>
                  <a:spcPct val="10000"/>
                </a:spcBef>
                <a:defRPr/>
              </a:pPr>
              <a:r>
                <a:rPr lang="tr-TR" sz="2800" b="1">
                  <a:effectLst>
                    <a:outerShdw blurRad="38100" dist="38100" dir="2700000" algn="tl">
                      <a:srgbClr val="000000"/>
                    </a:outerShdw>
                  </a:effectLst>
                </a:rPr>
                <a:t>Yetenek</a:t>
              </a:r>
            </a:p>
          </p:txBody>
        </p:sp>
      </p:grpSp>
      <p:grpSp>
        <p:nvGrpSpPr>
          <p:cNvPr id="140297" name="Group 9"/>
          <p:cNvGrpSpPr>
            <a:grpSpLocks/>
          </p:cNvGrpSpPr>
          <p:nvPr/>
        </p:nvGrpSpPr>
        <p:grpSpPr bwMode="auto">
          <a:xfrm>
            <a:off x="2667000" y="3048000"/>
            <a:ext cx="4038600" cy="3200400"/>
            <a:chOff x="1680" y="1920"/>
            <a:chExt cx="2544" cy="2016"/>
          </a:xfrm>
        </p:grpSpPr>
        <p:sp>
          <p:nvSpPr>
            <p:cNvPr id="6159" name="AutoShape 10"/>
            <p:cNvSpPr>
              <a:spLocks noChangeArrowheads="1"/>
            </p:cNvSpPr>
            <p:nvPr/>
          </p:nvSpPr>
          <p:spPr bwMode="auto">
            <a:xfrm>
              <a:off x="1680" y="1920"/>
              <a:ext cx="2544" cy="2016"/>
            </a:xfrm>
            <a:prstGeom prst="can">
              <a:avLst>
                <a:gd name="adj" fmla="val 50000"/>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lstStyle/>
            <a:p>
              <a:endParaRPr lang="tr-TR"/>
            </a:p>
          </p:txBody>
        </p:sp>
        <p:sp>
          <p:nvSpPr>
            <p:cNvPr id="140299" name="Text Box 11"/>
            <p:cNvSpPr txBox="1">
              <a:spLocks noChangeArrowheads="1"/>
            </p:cNvSpPr>
            <p:nvPr/>
          </p:nvSpPr>
          <p:spPr bwMode="auto">
            <a:xfrm>
              <a:off x="2256" y="2208"/>
              <a:ext cx="1392" cy="596"/>
            </a:xfrm>
            <a:prstGeom prst="rect">
              <a:avLst/>
            </a:prstGeom>
            <a:ln/>
            <a:extLst/>
          </p:spPr>
          <p:style>
            <a:lnRef idx="0">
              <a:schemeClr val="accent2"/>
            </a:lnRef>
            <a:fillRef idx="3">
              <a:schemeClr val="accent2"/>
            </a:fillRef>
            <a:effectRef idx="3">
              <a:schemeClr val="accent2"/>
            </a:effectRef>
            <a:fontRef idx="minor">
              <a:schemeClr val="lt1"/>
            </a:fontRef>
          </p:style>
          <p:txBody>
            <a:bodyPr>
              <a:spAutoFit/>
            </a:bodyPr>
            <a:lstStyle/>
            <a:p>
              <a:pPr algn="ctr">
                <a:spcBef>
                  <a:spcPct val="10000"/>
                </a:spcBef>
                <a:defRPr/>
              </a:pPr>
              <a:r>
                <a:rPr lang="tr-TR" sz="2800" b="1">
                  <a:effectLst>
                    <a:outerShdw blurRad="38100" dist="38100" dir="2700000" algn="tl">
                      <a:srgbClr val="000000"/>
                    </a:outerShdw>
                  </a:effectLst>
                </a:rPr>
                <a:t>Bilgi Birikimi</a:t>
              </a:r>
            </a:p>
          </p:txBody>
        </p:sp>
      </p:grpSp>
      <p:grpSp>
        <p:nvGrpSpPr>
          <p:cNvPr id="140300" name="Group 12"/>
          <p:cNvGrpSpPr>
            <a:grpSpLocks/>
          </p:cNvGrpSpPr>
          <p:nvPr/>
        </p:nvGrpSpPr>
        <p:grpSpPr bwMode="auto">
          <a:xfrm>
            <a:off x="997024" y="2514600"/>
            <a:ext cx="7391400" cy="990600"/>
            <a:chOff x="624" y="1584"/>
            <a:chExt cx="4656" cy="624"/>
          </a:xfrm>
        </p:grpSpPr>
        <p:sp>
          <p:nvSpPr>
            <p:cNvPr id="6157" name="Oval 13"/>
            <p:cNvSpPr>
              <a:spLocks noChangeArrowheads="1"/>
            </p:cNvSpPr>
            <p:nvPr/>
          </p:nvSpPr>
          <p:spPr bwMode="auto">
            <a:xfrm>
              <a:off x="2736" y="1584"/>
              <a:ext cx="2544" cy="624"/>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6158" name="Oval 14"/>
            <p:cNvSpPr>
              <a:spLocks noChangeArrowheads="1"/>
            </p:cNvSpPr>
            <p:nvPr/>
          </p:nvSpPr>
          <p:spPr bwMode="auto">
            <a:xfrm>
              <a:off x="624" y="1584"/>
              <a:ext cx="2544" cy="624"/>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grpSp>
      <p:grpSp>
        <p:nvGrpSpPr>
          <p:cNvPr id="140312" name="Group 24"/>
          <p:cNvGrpSpPr>
            <a:grpSpLocks/>
          </p:cNvGrpSpPr>
          <p:nvPr/>
        </p:nvGrpSpPr>
        <p:grpSpPr bwMode="auto">
          <a:xfrm>
            <a:off x="5791200" y="1158875"/>
            <a:ext cx="1905000" cy="822325"/>
            <a:chOff x="3648" y="730"/>
            <a:chExt cx="1200" cy="518"/>
          </a:xfrm>
        </p:grpSpPr>
        <p:sp>
          <p:nvSpPr>
            <p:cNvPr id="6155" name="Oval 16"/>
            <p:cNvSpPr>
              <a:spLocks noChangeArrowheads="1"/>
            </p:cNvSpPr>
            <p:nvPr/>
          </p:nvSpPr>
          <p:spPr bwMode="auto">
            <a:xfrm>
              <a:off x="3648" y="730"/>
              <a:ext cx="1200" cy="518"/>
            </a:xfrm>
            <a:prstGeom prst="ellipse">
              <a:avLst/>
            </a:prstGeom>
            <a:gradFill rotWithShape="0">
              <a:gsLst>
                <a:gs pos="0">
                  <a:srgbClr val="31BFFF"/>
                </a:gs>
                <a:gs pos="50000">
                  <a:srgbClr val="000000"/>
                </a:gs>
                <a:gs pos="100000">
                  <a:srgbClr val="31BFFF"/>
                </a:gs>
              </a:gsLst>
              <a:lin ang="5400000" scaled="1"/>
            </a:gradFill>
            <a:ln w="9525">
              <a:round/>
              <a:headEnd/>
              <a:tailEnd/>
            </a:ln>
            <a:effectLst/>
            <a:scene3d>
              <a:camera prst="legacyPerspectiveBottomLeft"/>
              <a:lightRig rig="legacyFlat3" dir="t"/>
            </a:scene3d>
            <a:sp3d extrusionH="121893000" prstMaterial="legacyMatte">
              <a:bevelT w="13500" h="13500" prst="angle"/>
              <a:bevelB w="13500" h="13500" prst="angle"/>
              <a:extrusionClr>
                <a:srgbClr val="31BFFF"/>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tr-TR">
                <a:solidFill>
                  <a:schemeClr val="bg1"/>
                </a:solidFill>
              </a:endParaRPr>
            </a:p>
          </p:txBody>
        </p:sp>
        <p:sp>
          <p:nvSpPr>
            <p:cNvPr id="140305" name="Text Box 17"/>
            <p:cNvSpPr txBox="1">
              <a:spLocks noChangeArrowheads="1"/>
            </p:cNvSpPr>
            <p:nvPr/>
          </p:nvSpPr>
          <p:spPr bwMode="auto">
            <a:xfrm>
              <a:off x="3648" y="816"/>
              <a:ext cx="120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tr-TR" b="1" dirty="0">
                  <a:solidFill>
                    <a:schemeClr val="bg1"/>
                  </a:solidFill>
                  <a:effectLst>
                    <a:outerShdw blurRad="38100" dist="38100" dir="2700000" algn="tl">
                      <a:srgbClr val="000000"/>
                    </a:outerShdw>
                  </a:effectLst>
                </a:rPr>
                <a:t>Alışkanlık</a:t>
              </a:r>
            </a:p>
          </p:txBody>
        </p:sp>
      </p:grpSp>
      <p:sp>
        <p:nvSpPr>
          <p:cNvPr id="140306" name="Text Box 18"/>
          <p:cNvSpPr txBox="1">
            <a:spLocks noChangeArrowheads="1"/>
          </p:cNvSpPr>
          <p:nvPr/>
        </p:nvSpPr>
        <p:spPr bwMode="auto">
          <a:xfrm>
            <a:off x="2667000" y="4648200"/>
            <a:ext cx="4038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tr-TR" b="1" dirty="0">
                <a:solidFill>
                  <a:schemeClr val="bg1"/>
                </a:solidFill>
                <a:effectLst>
                  <a:outerShdw blurRad="38100" dist="38100" dir="2700000" algn="tl">
                    <a:srgbClr val="000000"/>
                  </a:outerShdw>
                </a:effectLst>
              </a:rPr>
              <a:t>Risk Analizi</a:t>
            </a:r>
          </a:p>
        </p:txBody>
      </p:sp>
      <p:sp>
        <p:nvSpPr>
          <p:cNvPr id="140307" name="Text Box 19"/>
          <p:cNvSpPr txBox="1">
            <a:spLocks noChangeArrowheads="1"/>
          </p:cNvSpPr>
          <p:nvPr/>
        </p:nvSpPr>
        <p:spPr bwMode="auto">
          <a:xfrm>
            <a:off x="2667000" y="5105400"/>
            <a:ext cx="4038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tr-TR" b="1" dirty="0">
                <a:solidFill>
                  <a:schemeClr val="bg1"/>
                </a:solidFill>
                <a:effectLst>
                  <a:outerShdw blurRad="38100" dist="38100" dir="2700000" algn="tl">
                    <a:srgbClr val="000000"/>
                  </a:outerShdw>
                </a:effectLst>
              </a:rPr>
              <a:t>Politikalar</a:t>
            </a:r>
          </a:p>
        </p:txBody>
      </p:sp>
      <p:sp>
        <p:nvSpPr>
          <p:cNvPr id="140308" name="Text Box 20"/>
          <p:cNvSpPr txBox="1">
            <a:spLocks noChangeArrowheads="1"/>
          </p:cNvSpPr>
          <p:nvPr/>
        </p:nvSpPr>
        <p:spPr bwMode="auto">
          <a:xfrm>
            <a:off x="2667000" y="5562600"/>
            <a:ext cx="4038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tr-TR" b="1" dirty="0">
                <a:solidFill>
                  <a:schemeClr val="bg1"/>
                </a:solidFill>
                <a:effectLst>
                  <a:outerShdw blurRad="38100" dist="38100" dir="2700000" algn="tl">
                    <a:srgbClr val="000000"/>
                  </a:outerShdw>
                </a:effectLst>
              </a:rPr>
              <a:t>Önlemler</a:t>
            </a:r>
          </a:p>
        </p:txBody>
      </p:sp>
    </p:spTree>
    <p:extLst>
      <p:ext uri="{BB962C8B-B14F-4D97-AF65-F5344CB8AC3E}">
        <p14:creationId xmlns:p14="http://schemas.microsoft.com/office/powerpoint/2010/main" val="18003535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140332"/>
                                        </p:tgtEl>
                                        <p:attrNameLst>
                                          <p:attrName>style.visibility</p:attrName>
                                        </p:attrNameLst>
                                      </p:cBhvr>
                                      <p:to>
                                        <p:strVal val="visible"/>
                                      </p:to>
                                    </p:set>
                                    <p:animEffect transition="in" filter="wipe(right)">
                                      <p:cBhvr>
                                        <p:cTn id="7" dur="500"/>
                                        <p:tgtEl>
                                          <p:spTgt spid="1403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40313"/>
                                        </p:tgtEl>
                                        <p:attrNameLst>
                                          <p:attrName>style.visibility</p:attrName>
                                        </p:attrNameLst>
                                      </p:cBhvr>
                                      <p:to>
                                        <p:strVal val="visible"/>
                                      </p:to>
                                    </p:set>
                                    <p:animEffect transition="in" filter="wipe(left)">
                                      <p:cBhvr>
                                        <p:cTn id="12" dur="500"/>
                                        <p:tgtEl>
                                          <p:spTgt spid="1403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40297"/>
                                        </p:tgtEl>
                                        <p:attrNameLst>
                                          <p:attrName>style.visibility</p:attrName>
                                        </p:attrNameLst>
                                      </p:cBhvr>
                                      <p:to>
                                        <p:strVal val="visible"/>
                                      </p:to>
                                    </p:set>
                                    <p:animEffect transition="in" filter="wipe(left)">
                                      <p:cBhvr>
                                        <p:cTn id="17" dur="500"/>
                                        <p:tgtEl>
                                          <p:spTgt spid="1402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499"/>
                                          </p:stCondLst>
                                        </p:cTn>
                                        <p:tgtEl>
                                          <p:spTgt spid="140300"/>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3" presetClass="entr" presetSubtype="528" fill="hold" nodeType="clickEffect">
                                  <p:stCondLst>
                                    <p:cond delay="0"/>
                                  </p:stCondLst>
                                  <p:childTnLst>
                                    <p:set>
                                      <p:cBhvr>
                                        <p:cTn id="25" dur="1" fill="hold">
                                          <p:stCondLst>
                                            <p:cond delay="0"/>
                                          </p:stCondLst>
                                        </p:cTn>
                                        <p:tgtEl>
                                          <p:spTgt spid="140312"/>
                                        </p:tgtEl>
                                        <p:attrNameLst>
                                          <p:attrName>style.visibility</p:attrName>
                                        </p:attrNameLst>
                                      </p:cBhvr>
                                      <p:to>
                                        <p:strVal val="visible"/>
                                      </p:to>
                                    </p:set>
                                    <p:anim calcmode="lin" valueType="num">
                                      <p:cBhvr>
                                        <p:cTn id="26" dur="500" fill="hold"/>
                                        <p:tgtEl>
                                          <p:spTgt spid="140312"/>
                                        </p:tgtEl>
                                        <p:attrNameLst>
                                          <p:attrName>ppt_w</p:attrName>
                                        </p:attrNameLst>
                                      </p:cBhvr>
                                      <p:tavLst>
                                        <p:tav tm="0">
                                          <p:val>
                                            <p:fltVal val="0"/>
                                          </p:val>
                                        </p:tav>
                                        <p:tav tm="100000">
                                          <p:val>
                                            <p:strVal val="#ppt_w"/>
                                          </p:val>
                                        </p:tav>
                                      </p:tavLst>
                                    </p:anim>
                                    <p:anim calcmode="lin" valueType="num">
                                      <p:cBhvr>
                                        <p:cTn id="27" dur="500" fill="hold"/>
                                        <p:tgtEl>
                                          <p:spTgt spid="140312"/>
                                        </p:tgtEl>
                                        <p:attrNameLst>
                                          <p:attrName>ppt_h</p:attrName>
                                        </p:attrNameLst>
                                      </p:cBhvr>
                                      <p:tavLst>
                                        <p:tav tm="0">
                                          <p:val>
                                            <p:fltVal val="0"/>
                                          </p:val>
                                        </p:tav>
                                        <p:tav tm="100000">
                                          <p:val>
                                            <p:strVal val="#ppt_h"/>
                                          </p:val>
                                        </p:tav>
                                      </p:tavLst>
                                    </p:anim>
                                    <p:anim calcmode="lin" valueType="num">
                                      <p:cBhvr>
                                        <p:cTn id="28" dur="500" fill="hold"/>
                                        <p:tgtEl>
                                          <p:spTgt spid="140312"/>
                                        </p:tgtEl>
                                        <p:attrNameLst>
                                          <p:attrName>ppt_x</p:attrName>
                                        </p:attrNameLst>
                                      </p:cBhvr>
                                      <p:tavLst>
                                        <p:tav tm="0">
                                          <p:val>
                                            <p:fltVal val="0.5"/>
                                          </p:val>
                                        </p:tav>
                                        <p:tav tm="100000">
                                          <p:val>
                                            <p:strVal val="#ppt_x"/>
                                          </p:val>
                                        </p:tav>
                                      </p:tavLst>
                                    </p:anim>
                                    <p:anim calcmode="lin" valueType="num">
                                      <p:cBhvr>
                                        <p:cTn id="29" dur="500" fill="hold"/>
                                        <p:tgtEl>
                                          <p:spTgt spid="140312"/>
                                        </p:tgtEl>
                                        <p:attrNameLst>
                                          <p:attrName>ppt_y</p:attrName>
                                        </p:attrNameLst>
                                      </p:cBhvr>
                                      <p:tavLst>
                                        <p:tav tm="0">
                                          <p:val>
                                            <p:fltVal val="0.5"/>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40306"/>
                                        </p:tgtEl>
                                        <p:attrNameLst>
                                          <p:attrName>style.visibility</p:attrName>
                                        </p:attrNameLst>
                                      </p:cBhvr>
                                      <p:to>
                                        <p:strVal val="visible"/>
                                      </p:to>
                                    </p:set>
                                    <p:animEffect transition="in" filter="wipe(left)">
                                      <p:cBhvr>
                                        <p:cTn id="34" dur="500"/>
                                        <p:tgtEl>
                                          <p:spTgt spid="140306"/>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40307"/>
                                        </p:tgtEl>
                                        <p:attrNameLst>
                                          <p:attrName>style.visibility</p:attrName>
                                        </p:attrNameLst>
                                      </p:cBhvr>
                                      <p:to>
                                        <p:strVal val="visible"/>
                                      </p:to>
                                    </p:set>
                                    <p:animEffect transition="in" filter="wipe(left)">
                                      <p:cBhvr>
                                        <p:cTn id="39" dur="500"/>
                                        <p:tgtEl>
                                          <p:spTgt spid="140307"/>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40308"/>
                                        </p:tgtEl>
                                        <p:attrNameLst>
                                          <p:attrName>style.visibility</p:attrName>
                                        </p:attrNameLst>
                                      </p:cBhvr>
                                      <p:to>
                                        <p:strVal val="visible"/>
                                      </p:to>
                                    </p:set>
                                    <p:animEffect transition="in" filter="wipe(left)">
                                      <p:cBhvr>
                                        <p:cTn id="44" dur="500"/>
                                        <p:tgtEl>
                                          <p:spTgt spid="140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306" grpId="0" autoUpdateAnimBg="0"/>
      <p:bldP spid="140307" grpId="0" autoUpdateAnimBg="0"/>
      <p:bldP spid="140308"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35" name="Rectangle 23"/>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b"/>
          <a:lstStyle/>
          <a:p>
            <a:pPr algn="ctr"/>
            <a:r>
              <a:rPr lang="tr-TR" sz="4000" b="1" dirty="0"/>
              <a:t>İzlenecek Yol</a:t>
            </a:r>
          </a:p>
        </p:txBody>
      </p:sp>
      <p:sp>
        <p:nvSpPr>
          <p:cNvPr id="141336" name="Rectangle 24"/>
          <p:cNvSpPr>
            <a:spLocks noChangeArrowheads="1"/>
          </p:cNvSpPr>
          <p:nvPr/>
        </p:nvSpPr>
        <p:spPr bwMode="auto">
          <a:xfrm>
            <a:off x="3746500" y="1981200"/>
            <a:ext cx="4960938" cy="28956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flatTx/>
          </a:bodyPr>
          <a:lstStyle/>
          <a:p>
            <a:endParaRPr lang="tr-TR">
              <a:solidFill>
                <a:schemeClr val="bg1"/>
              </a:solidFill>
            </a:endParaRPr>
          </a:p>
        </p:txBody>
      </p:sp>
      <p:sp>
        <p:nvSpPr>
          <p:cNvPr id="141337" name="Text Box 25"/>
          <p:cNvSpPr txBox="1">
            <a:spLocks noChangeArrowheads="1"/>
          </p:cNvSpPr>
          <p:nvPr/>
        </p:nvSpPr>
        <p:spPr bwMode="auto">
          <a:xfrm>
            <a:off x="3962400" y="2438400"/>
            <a:ext cx="45720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75000"/>
              </a:spcBef>
            </a:pPr>
            <a:r>
              <a:rPr lang="tr-TR" dirty="0">
                <a:solidFill>
                  <a:schemeClr val="bg1"/>
                </a:solidFill>
              </a:rPr>
              <a:t>Değer Varlıklar / Zayıflıklar</a:t>
            </a:r>
          </a:p>
          <a:p>
            <a:pPr>
              <a:spcBef>
                <a:spcPct val="75000"/>
              </a:spcBef>
            </a:pPr>
            <a:r>
              <a:rPr lang="tr-TR" dirty="0">
                <a:solidFill>
                  <a:schemeClr val="bg1"/>
                </a:solidFill>
              </a:rPr>
              <a:t>Tehditler / Olasılıklar</a:t>
            </a:r>
          </a:p>
          <a:p>
            <a:pPr>
              <a:spcBef>
                <a:spcPct val="75000"/>
              </a:spcBef>
            </a:pPr>
            <a:r>
              <a:rPr lang="tr-TR" dirty="0">
                <a:solidFill>
                  <a:schemeClr val="bg1"/>
                </a:solidFill>
              </a:rPr>
              <a:t>Öncelikli Riskler</a:t>
            </a:r>
          </a:p>
        </p:txBody>
      </p:sp>
      <p:grpSp>
        <p:nvGrpSpPr>
          <p:cNvPr id="141338" name="Group 26"/>
          <p:cNvGrpSpPr>
            <a:grpSpLocks/>
          </p:cNvGrpSpPr>
          <p:nvPr/>
        </p:nvGrpSpPr>
        <p:grpSpPr bwMode="auto">
          <a:xfrm>
            <a:off x="2362200" y="1371600"/>
            <a:ext cx="1295400" cy="3581400"/>
            <a:chOff x="1488" y="864"/>
            <a:chExt cx="816" cy="2256"/>
          </a:xfrm>
        </p:grpSpPr>
        <p:sp>
          <p:nvSpPr>
            <p:cNvPr id="8199" name="Line 27"/>
            <p:cNvSpPr>
              <a:spLocks noChangeShapeType="1"/>
            </p:cNvSpPr>
            <p:nvPr/>
          </p:nvSpPr>
          <p:spPr bwMode="auto">
            <a:xfrm>
              <a:off x="1488" y="864"/>
              <a:ext cx="816" cy="432"/>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8200" name="Line 28"/>
            <p:cNvSpPr>
              <a:spLocks noChangeShapeType="1"/>
            </p:cNvSpPr>
            <p:nvPr/>
          </p:nvSpPr>
          <p:spPr bwMode="auto">
            <a:xfrm>
              <a:off x="1488" y="1584"/>
              <a:ext cx="816" cy="153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grpSp>
      <p:sp>
        <p:nvSpPr>
          <p:cNvPr id="141341" name="AutoShape 29"/>
          <p:cNvSpPr>
            <a:spLocks noChangeArrowheads="1"/>
          </p:cNvSpPr>
          <p:nvPr/>
        </p:nvSpPr>
        <p:spPr bwMode="auto">
          <a:xfrm>
            <a:off x="609600" y="1371600"/>
            <a:ext cx="1905000" cy="1143000"/>
          </a:xfrm>
          <a:prstGeom prst="roundRect">
            <a:avLst>
              <a:gd name="adj" fmla="val 16667"/>
            </a:avLst>
          </a:prstGeom>
          <a:ln/>
          <a:extLst/>
        </p:spPr>
        <p:style>
          <a:lnRef idx="2">
            <a:schemeClr val="accent2">
              <a:shade val="50000"/>
            </a:schemeClr>
          </a:lnRef>
          <a:fillRef idx="1">
            <a:schemeClr val="accent2"/>
          </a:fillRef>
          <a:effectRef idx="0">
            <a:schemeClr val="accent2"/>
          </a:effectRef>
          <a:fontRef idx="minor">
            <a:schemeClr val="lt1"/>
          </a:fontRef>
        </p:style>
        <p:txBody>
          <a:bodyPr wrap="none" anchor="ctr">
            <a:flatTx/>
          </a:bodyPr>
          <a:lstStyle/>
          <a:p>
            <a:pPr algn="ctr">
              <a:defRPr/>
            </a:pPr>
            <a:r>
              <a:rPr lang="tr-TR"/>
              <a:t>Risk Analizi</a:t>
            </a:r>
          </a:p>
        </p:txBody>
      </p:sp>
    </p:spTree>
    <p:extLst>
      <p:ext uri="{BB962C8B-B14F-4D97-AF65-F5344CB8AC3E}">
        <p14:creationId xmlns:p14="http://schemas.microsoft.com/office/powerpoint/2010/main" val="36670941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141341"/>
                                        </p:tgtEl>
                                        <p:attrNameLst>
                                          <p:attrName>style.visibility</p:attrName>
                                        </p:attrNameLst>
                                      </p:cBhvr>
                                      <p:to>
                                        <p:strVal val="visible"/>
                                      </p:to>
                                    </p:set>
                                    <p:animEffect transition="in" filter="slide(fromLeft)">
                                      <p:cBhvr>
                                        <p:cTn id="7" dur="500"/>
                                        <p:tgtEl>
                                          <p:spTgt spid="1413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41338"/>
                                        </p:tgtEl>
                                        <p:attrNameLst>
                                          <p:attrName>style.visibility</p:attrName>
                                        </p:attrNameLst>
                                      </p:cBhvr>
                                      <p:to>
                                        <p:strVal val="visible"/>
                                      </p:to>
                                    </p:set>
                                    <p:animEffect transition="in" filter="wipe(left)">
                                      <p:cBhvr>
                                        <p:cTn id="12" dur="500"/>
                                        <p:tgtEl>
                                          <p:spTgt spid="1413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41336"/>
                                        </p:tgtEl>
                                        <p:attrNameLst>
                                          <p:attrName>style.visibility</p:attrName>
                                        </p:attrNameLst>
                                      </p:cBhvr>
                                      <p:to>
                                        <p:strVal val="visible"/>
                                      </p:to>
                                    </p:set>
                                    <p:anim calcmode="lin" valueType="num">
                                      <p:cBhvr additive="base">
                                        <p:cTn id="17" dur="500" fill="hold"/>
                                        <p:tgtEl>
                                          <p:spTgt spid="141336"/>
                                        </p:tgtEl>
                                        <p:attrNameLst>
                                          <p:attrName>ppt_x</p:attrName>
                                        </p:attrNameLst>
                                      </p:cBhvr>
                                      <p:tavLst>
                                        <p:tav tm="0">
                                          <p:val>
                                            <p:strVal val="1+#ppt_w/2"/>
                                          </p:val>
                                        </p:tav>
                                        <p:tav tm="100000">
                                          <p:val>
                                            <p:strVal val="#ppt_x"/>
                                          </p:val>
                                        </p:tav>
                                      </p:tavLst>
                                    </p:anim>
                                    <p:anim calcmode="lin" valueType="num">
                                      <p:cBhvr additive="base">
                                        <p:cTn id="18" dur="500" fill="hold"/>
                                        <p:tgtEl>
                                          <p:spTgt spid="141336"/>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41337">
                                            <p:txEl>
                                              <p:pRg st="0" end="0"/>
                                            </p:txEl>
                                          </p:spTgt>
                                        </p:tgtEl>
                                        <p:attrNameLst>
                                          <p:attrName>style.visibility</p:attrName>
                                        </p:attrNameLst>
                                      </p:cBhvr>
                                      <p:to>
                                        <p:strVal val="visible"/>
                                      </p:to>
                                    </p:set>
                                    <p:animEffect transition="in" filter="wipe(left)">
                                      <p:cBhvr>
                                        <p:cTn id="23" dur="500"/>
                                        <p:tgtEl>
                                          <p:spTgt spid="141337">
                                            <p:txEl>
                                              <p:pRg st="0" end="0"/>
                                            </p:txEl>
                                          </p:spTgt>
                                        </p:tgtEl>
                                      </p:cBhvr>
                                    </p:animEffect>
                                  </p:childTnLst>
                                  <p:subTnLst>
                                    <p:animClr clrSpc="rgb" dir="cw">
                                      <p:cBhvr override="childStyle">
                                        <p:cTn dur="1" fill="hold" display="0" masterRel="nextClick" afterEffect="1"/>
                                        <p:tgtEl>
                                          <p:spTgt spid="141337">
                                            <p:txEl>
                                              <p:pRg st="0" end="0"/>
                                            </p:txEl>
                                          </p:spTgt>
                                        </p:tgtEl>
                                        <p:attrNameLst>
                                          <p:attrName>ppt_c</p:attrName>
                                        </p:attrNameLst>
                                      </p:cBhvr>
                                      <p:to>
                                        <a:schemeClr val="bg1"/>
                                      </p:to>
                                    </p:animClr>
                                  </p:sub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1337">
                                            <p:txEl>
                                              <p:pRg st="1" end="1"/>
                                            </p:txEl>
                                          </p:spTgt>
                                        </p:tgtEl>
                                        <p:attrNameLst>
                                          <p:attrName>style.visibility</p:attrName>
                                        </p:attrNameLst>
                                      </p:cBhvr>
                                      <p:to>
                                        <p:strVal val="visible"/>
                                      </p:to>
                                    </p:set>
                                    <p:animEffect transition="in" filter="wipe(left)">
                                      <p:cBhvr>
                                        <p:cTn id="28" dur="500"/>
                                        <p:tgtEl>
                                          <p:spTgt spid="141337">
                                            <p:txEl>
                                              <p:pRg st="1" end="1"/>
                                            </p:txEl>
                                          </p:spTgt>
                                        </p:tgtEl>
                                      </p:cBhvr>
                                    </p:animEffect>
                                  </p:childTnLst>
                                  <p:subTnLst>
                                    <p:animClr clrSpc="rgb" dir="cw">
                                      <p:cBhvr override="childStyle">
                                        <p:cTn dur="1" fill="hold" display="0" masterRel="nextClick" afterEffect="1"/>
                                        <p:tgtEl>
                                          <p:spTgt spid="141337">
                                            <p:txEl>
                                              <p:pRg st="1" end="1"/>
                                            </p:txEl>
                                          </p:spTgt>
                                        </p:tgtEl>
                                        <p:attrNameLst>
                                          <p:attrName>ppt_c</p:attrName>
                                        </p:attrNameLst>
                                      </p:cBhvr>
                                      <p:to>
                                        <a:schemeClr val="bg1"/>
                                      </p:to>
                                    </p:animClr>
                                  </p:sub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41337">
                                            <p:txEl>
                                              <p:pRg st="2" end="2"/>
                                            </p:txEl>
                                          </p:spTgt>
                                        </p:tgtEl>
                                        <p:attrNameLst>
                                          <p:attrName>style.visibility</p:attrName>
                                        </p:attrNameLst>
                                      </p:cBhvr>
                                      <p:to>
                                        <p:strVal val="visible"/>
                                      </p:to>
                                    </p:set>
                                    <p:animEffect transition="in" filter="wipe(left)">
                                      <p:cBhvr>
                                        <p:cTn id="33" dur="500"/>
                                        <p:tgtEl>
                                          <p:spTgt spid="141337">
                                            <p:txEl>
                                              <p:pRg st="2" end="2"/>
                                            </p:txEl>
                                          </p:spTgt>
                                        </p:tgtEl>
                                      </p:cBhvr>
                                    </p:animEffect>
                                  </p:childTnLst>
                                  <p:subTnLst>
                                    <p:animClr clrSpc="rgb" dir="cw">
                                      <p:cBhvr override="childStyle">
                                        <p:cTn dur="1" fill="hold" display="0" masterRel="nextClick" afterEffect="1"/>
                                        <p:tgtEl>
                                          <p:spTgt spid="141337">
                                            <p:txEl>
                                              <p:pRg st="2" end="2"/>
                                            </p:txEl>
                                          </p:spTgt>
                                        </p:tgtEl>
                                        <p:attrNameLst>
                                          <p:attrName>ppt_c</p:attrName>
                                        </p:attrNameLst>
                                      </p:cBhvr>
                                      <p:to>
                                        <a:schemeClr val="bg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36" grpId="0" animBg="1"/>
      <p:bldP spid="141337" grpId="0" build="p" autoUpdateAnimBg="0"/>
      <p:bldP spid="141341"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b"/>
          <a:lstStyle/>
          <a:p>
            <a:pPr algn="ctr">
              <a:defRPr/>
            </a:pPr>
            <a:r>
              <a:rPr kumimoji="1" lang="tr-TR" sz="3600" b="1" dirty="0" smtClean="0">
                <a:latin typeface="Arial" charset="0"/>
              </a:rPr>
              <a:t>Değer Varlıklar </a:t>
            </a:r>
            <a:endParaRPr kumimoji="1" lang="tr-TR" sz="4400" b="1" dirty="0">
              <a:latin typeface="Impact" pitchFamily="34" charset="0"/>
            </a:endParaRPr>
          </a:p>
        </p:txBody>
      </p:sp>
      <p:sp>
        <p:nvSpPr>
          <p:cNvPr id="9776" name="Rectangle 193"/>
          <p:cNvSpPr>
            <a:spLocks noChangeArrowheads="1"/>
          </p:cNvSpPr>
          <p:nvPr/>
        </p:nvSpPr>
        <p:spPr bwMode="auto">
          <a:xfrm>
            <a:off x="3529200" y="1583245"/>
            <a:ext cx="2384688" cy="492443"/>
          </a:xfrm>
          <a:prstGeom prst="rect">
            <a:avLst/>
          </a:prstGeom>
          <a:ln/>
        </p:spPr>
        <p:style>
          <a:lnRef idx="2">
            <a:schemeClr val="accent2"/>
          </a:lnRef>
          <a:fillRef idx="1">
            <a:schemeClr val="lt1"/>
          </a:fillRef>
          <a:effectRef idx="0">
            <a:schemeClr val="accent2"/>
          </a:effectRef>
          <a:fontRef idx="minor">
            <a:schemeClr val="dk1"/>
          </a:fontRef>
        </p:style>
        <p:txBody>
          <a:bodyPr wrap="square" lIns="0" tIns="0" rIns="0" bIns="0">
            <a:spAutoFit/>
          </a:bodyPr>
          <a:lstStyle/>
          <a:p>
            <a:pPr algn="ctr" eaLnBrk="1" hangingPunct="1"/>
            <a:r>
              <a:rPr lang="tr-TR" sz="3200" b="1" dirty="0">
                <a:solidFill>
                  <a:srgbClr val="001932"/>
                </a:solidFill>
                <a:latin typeface="Arial" charset="0"/>
              </a:rPr>
              <a:t>Donanım</a:t>
            </a:r>
            <a:endParaRPr lang="tr-TR" sz="3200" b="1" dirty="0"/>
          </a:p>
        </p:txBody>
      </p:sp>
      <p:sp>
        <p:nvSpPr>
          <p:cNvPr id="9592" name="Rectangle 378"/>
          <p:cNvSpPr>
            <a:spLocks noChangeArrowheads="1"/>
          </p:cNvSpPr>
          <p:nvPr/>
        </p:nvSpPr>
        <p:spPr bwMode="auto">
          <a:xfrm>
            <a:off x="3483456" y="2780928"/>
            <a:ext cx="2384688" cy="492443"/>
          </a:xfrm>
          <a:prstGeom prst="rect">
            <a:avLst/>
          </a:prstGeom>
          <a:ln/>
        </p:spPr>
        <p:style>
          <a:lnRef idx="2">
            <a:schemeClr val="accent2"/>
          </a:lnRef>
          <a:fillRef idx="1">
            <a:schemeClr val="lt1"/>
          </a:fillRef>
          <a:effectRef idx="0">
            <a:schemeClr val="accent2"/>
          </a:effectRef>
          <a:fontRef idx="minor">
            <a:schemeClr val="dk1"/>
          </a:fontRef>
        </p:style>
        <p:txBody>
          <a:bodyPr wrap="square" lIns="0" tIns="0" rIns="0" bIns="0">
            <a:spAutoFit/>
          </a:bodyPr>
          <a:lstStyle/>
          <a:p>
            <a:pPr algn="ctr" eaLnBrk="1" hangingPunct="1"/>
            <a:r>
              <a:rPr lang="tr-TR" sz="3200" b="1" dirty="0">
                <a:solidFill>
                  <a:srgbClr val="001932"/>
                </a:solidFill>
                <a:latin typeface="Arial" charset="0"/>
              </a:rPr>
              <a:t>Yazılım</a:t>
            </a:r>
            <a:endParaRPr lang="tr-TR" sz="3200" b="1" dirty="0"/>
          </a:p>
        </p:txBody>
      </p:sp>
      <p:sp>
        <p:nvSpPr>
          <p:cNvPr id="9408" name="Rectangle 563"/>
          <p:cNvSpPr>
            <a:spLocks noChangeArrowheads="1"/>
          </p:cNvSpPr>
          <p:nvPr/>
        </p:nvSpPr>
        <p:spPr bwMode="auto">
          <a:xfrm>
            <a:off x="3505200" y="4054475"/>
            <a:ext cx="2384688" cy="492443"/>
          </a:xfrm>
          <a:prstGeom prst="rect">
            <a:avLst/>
          </a:prstGeom>
          <a:ln/>
        </p:spPr>
        <p:style>
          <a:lnRef idx="2">
            <a:schemeClr val="accent2"/>
          </a:lnRef>
          <a:fillRef idx="1">
            <a:schemeClr val="lt1"/>
          </a:fillRef>
          <a:effectRef idx="0">
            <a:schemeClr val="accent2"/>
          </a:effectRef>
          <a:fontRef idx="minor">
            <a:schemeClr val="dk1"/>
          </a:fontRef>
        </p:style>
        <p:txBody>
          <a:bodyPr wrap="square" lIns="0" tIns="0" rIns="0" bIns="0">
            <a:spAutoFit/>
          </a:bodyPr>
          <a:lstStyle/>
          <a:p>
            <a:pPr algn="ctr" eaLnBrk="1" hangingPunct="1"/>
            <a:r>
              <a:rPr lang="tr-TR" sz="3200" b="1">
                <a:solidFill>
                  <a:srgbClr val="001932"/>
                </a:solidFill>
                <a:latin typeface="Arial" charset="0"/>
              </a:rPr>
              <a:t>Veri - Bilgi</a:t>
            </a:r>
            <a:endParaRPr lang="tr-TR" sz="3200" b="1"/>
          </a:p>
        </p:txBody>
      </p:sp>
      <p:sp>
        <p:nvSpPr>
          <p:cNvPr id="9224" name="Rectangle 748"/>
          <p:cNvSpPr>
            <a:spLocks noChangeArrowheads="1"/>
          </p:cNvSpPr>
          <p:nvPr/>
        </p:nvSpPr>
        <p:spPr bwMode="auto">
          <a:xfrm>
            <a:off x="3505200" y="5273675"/>
            <a:ext cx="2384688" cy="492443"/>
          </a:xfrm>
          <a:prstGeom prst="rect">
            <a:avLst/>
          </a:prstGeom>
          <a:ln/>
        </p:spPr>
        <p:style>
          <a:lnRef idx="2">
            <a:schemeClr val="accent2"/>
          </a:lnRef>
          <a:fillRef idx="1">
            <a:schemeClr val="lt1"/>
          </a:fillRef>
          <a:effectRef idx="0">
            <a:schemeClr val="accent2"/>
          </a:effectRef>
          <a:fontRef idx="minor">
            <a:schemeClr val="dk1"/>
          </a:fontRef>
        </p:style>
        <p:txBody>
          <a:bodyPr wrap="square" lIns="0" tIns="0" rIns="0" bIns="0">
            <a:spAutoFit/>
          </a:bodyPr>
          <a:lstStyle/>
          <a:p>
            <a:pPr algn="ctr" eaLnBrk="1" hangingPunct="1"/>
            <a:r>
              <a:rPr lang="tr-TR" sz="3200" b="1">
                <a:solidFill>
                  <a:srgbClr val="001932"/>
                </a:solidFill>
                <a:latin typeface="Arial" charset="0"/>
              </a:rPr>
              <a:t>İnsan</a:t>
            </a:r>
            <a:endParaRPr lang="tr-TR" sz="3200" b="1"/>
          </a:p>
        </p:txBody>
      </p:sp>
    </p:spTree>
    <p:extLst>
      <p:ext uri="{BB962C8B-B14F-4D97-AF65-F5344CB8AC3E}">
        <p14:creationId xmlns:p14="http://schemas.microsoft.com/office/powerpoint/2010/main" val="62981103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b"/>
          <a:lstStyle/>
          <a:p>
            <a:pPr algn="ctr"/>
            <a:r>
              <a:rPr kumimoji="1" lang="tr-TR" sz="3600" b="1" dirty="0">
                <a:latin typeface="Arial" charset="0"/>
              </a:rPr>
              <a:t>Korunacak Nitelikler</a:t>
            </a:r>
          </a:p>
        </p:txBody>
      </p:sp>
      <p:sp>
        <p:nvSpPr>
          <p:cNvPr id="319207" name="AutoShape 743"/>
          <p:cNvSpPr>
            <a:spLocks noChangeArrowheads="1"/>
          </p:cNvSpPr>
          <p:nvPr/>
        </p:nvSpPr>
        <p:spPr bwMode="auto">
          <a:xfrm>
            <a:off x="914400" y="1219200"/>
            <a:ext cx="2438400" cy="990600"/>
          </a:xfrm>
          <a:prstGeom prst="roundRect">
            <a:avLst>
              <a:gd name="adj" fmla="val 16667"/>
            </a:avLst>
          </a:prstGeom>
          <a:gradFill rotWithShape="0">
            <a:gsLst>
              <a:gs pos="0">
                <a:srgbClr val="7FC2E7"/>
              </a:gs>
              <a:gs pos="100000">
                <a:schemeClr val="tx2"/>
              </a:gs>
            </a:gsLst>
            <a:path path="shape">
              <a:fillToRect l="50000" t="50000" r="50000" b="50000"/>
            </a:path>
          </a:gradFill>
          <a:ln>
            <a:noFill/>
          </a:ln>
          <a:effectLst/>
          <a:scene3d>
            <a:camera prst="legacyObliqueBottomLeft"/>
            <a:lightRig rig="legacyFlat3" dir="t"/>
          </a:scene3d>
          <a:sp3d extrusionH="430200" prstMaterial="legacyMatte">
            <a:bevelT w="13500" h="13500" prst="angle"/>
            <a:bevelB w="13500" h="13500" prst="angle"/>
            <a:extrusionClr>
              <a:schemeClr val="tx2"/>
            </a:extrusionClr>
          </a:sp3d>
          <a:extLst>
            <a:ext uri="{91240B29-F687-4F45-9708-019B960494DF}">
              <a14:hiddenLine xmlns:a14="http://schemas.microsoft.com/office/drawing/2010/main" w="25400">
                <a:no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tr-TR" sz="2000" b="1">
                <a:solidFill>
                  <a:schemeClr val="bg1"/>
                </a:solidFill>
              </a:rPr>
              <a:t>Gizlilik</a:t>
            </a:r>
          </a:p>
        </p:txBody>
      </p:sp>
      <p:sp>
        <p:nvSpPr>
          <p:cNvPr id="319208" name="AutoShape 744"/>
          <p:cNvSpPr>
            <a:spLocks noChangeArrowheads="1"/>
          </p:cNvSpPr>
          <p:nvPr/>
        </p:nvSpPr>
        <p:spPr bwMode="auto">
          <a:xfrm>
            <a:off x="2514600" y="2514600"/>
            <a:ext cx="2438400" cy="990600"/>
          </a:xfrm>
          <a:prstGeom prst="roundRect">
            <a:avLst>
              <a:gd name="adj" fmla="val 16667"/>
            </a:avLst>
          </a:prstGeom>
          <a:gradFill rotWithShape="0">
            <a:gsLst>
              <a:gs pos="0">
                <a:srgbClr val="7FC2E7"/>
              </a:gs>
              <a:gs pos="100000">
                <a:schemeClr val="tx2"/>
              </a:gs>
            </a:gsLst>
            <a:path path="shape">
              <a:fillToRect l="50000" t="50000" r="50000" b="50000"/>
            </a:path>
          </a:gradFill>
          <a:ln>
            <a:noFill/>
          </a:ln>
          <a:effectLst/>
          <a:scene3d>
            <a:camera prst="legacyObliqueBottomLeft"/>
            <a:lightRig rig="legacyFlat3" dir="t"/>
          </a:scene3d>
          <a:sp3d extrusionH="430200" prstMaterial="legacyMatte">
            <a:bevelT w="13500" h="13500" prst="angle"/>
            <a:bevelB w="13500" h="13500" prst="angle"/>
            <a:extrusionClr>
              <a:schemeClr val="tx2"/>
            </a:extrusionClr>
          </a:sp3d>
          <a:extLst>
            <a:ext uri="{91240B29-F687-4F45-9708-019B960494DF}">
              <a14:hiddenLine xmlns:a14="http://schemas.microsoft.com/office/drawing/2010/main" w="25400">
                <a:no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tr-TR" sz="2000" b="1">
                <a:solidFill>
                  <a:schemeClr val="bg1"/>
                </a:solidFill>
              </a:rPr>
              <a:t>Doğruluk</a:t>
            </a:r>
          </a:p>
          <a:p>
            <a:pPr algn="ctr">
              <a:defRPr/>
            </a:pPr>
            <a:r>
              <a:rPr lang="tr-TR" sz="2000" b="1">
                <a:solidFill>
                  <a:schemeClr val="bg1"/>
                </a:solidFill>
              </a:rPr>
              <a:t>Bütünlük</a:t>
            </a:r>
          </a:p>
        </p:txBody>
      </p:sp>
      <p:sp>
        <p:nvSpPr>
          <p:cNvPr id="319209" name="AutoShape 745"/>
          <p:cNvSpPr>
            <a:spLocks noChangeArrowheads="1"/>
          </p:cNvSpPr>
          <p:nvPr/>
        </p:nvSpPr>
        <p:spPr bwMode="auto">
          <a:xfrm>
            <a:off x="4114800" y="3810000"/>
            <a:ext cx="2438400" cy="990600"/>
          </a:xfrm>
          <a:prstGeom prst="roundRect">
            <a:avLst>
              <a:gd name="adj" fmla="val 16667"/>
            </a:avLst>
          </a:prstGeom>
          <a:gradFill rotWithShape="0">
            <a:gsLst>
              <a:gs pos="0">
                <a:srgbClr val="7FC2E7"/>
              </a:gs>
              <a:gs pos="100000">
                <a:schemeClr val="tx2"/>
              </a:gs>
            </a:gsLst>
            <a:path path="shape">
              <a:fillToRect l="50000" t="50000" r="50000" b="50000"/>
            </a:path>
          </a:gradFill>
          <a:ln>
            <a:noFill/>
          </a:ln>
          <a:effectLst/>
          <a:scene3d>
            <a:camera prst="legacyObliqueBottomLeft"/>
            <a:lightRig rig="legacyFlat3" dir="t"/>
          </a:scene3d>
          <a:sp3d extrusionH="430200" prstMaterial="legacyMatte">
            <a:bevelT w="13500" h="13500" prst="angle"/>
            <a:bevelB w="13500" h="13500" prst="angle"/>
            <a:extrusionClr>
              <a:schemeClr val="tx2"/>
            </a:extrusionClr>
          </a:sp3d>
          <a:extLst>
            <a:ext uri="{91240B29-F687-4F45-9708-019B960494DF}">
              <a14:hiddenLine xmlns:a14="http://schemas.microsoft.com/office/drawing/2010/main" w="25400">
                <a:no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tr-TR" sz="2000" b="1">
                <a:solidFill>
                  <a:schemeClr val="bg1"/>
                </a:solidFill>
              </a:rPr>
              <a:t>Özgünlük</a:t>
            </a:r>
          </a:p>
        </p:txBody>
      </p:sp>
      <p:sp>
        <p:nvSpPr>
          <p:cNvPr id="319210" name="AutoShape 746"/>
          <p:cNvSpPr>
            <a:spLocks noChangeArrowheads="1"/>
          </p:cNvSpPr>
          <p:nvPr/>
        </p:nvSpPr>
        <p:spPr bwMode="auto">
          <a:xfrm>
            <a:off x="5715000" y="5181600"/>
            <a:ext cx="2438400" cy="990600"/>
          </a:xfrm>
          <a:prstGeom prst="roundRect">
            <a:avLst>
              <a:gd name="adj" fmla="val 16667"/>
            </a:avLst>
          </a:prstGeom>
          <a:gradFill rotWithShape="0">
            <a:gsLst>
              <a:gs pos="0">
                <a:srgbClr val="7FC2E7"/>
              </a:gs>
              <a:gs pos="100000">
                <a:schemeClr val="tx2"/>
              </a:gs>
            </a:gsLst>
            <a:path path="shape">
              <a:fillToRect l="50000" t="50000" r="50000" b="50000"/>
            </a:path>
          </a:gradFill>
          <a:ln>
            <a:noFill/>
          </a:ln>
          <a:effectLst/>
          <a:scene3d>
            <a:camera prst="legacyObliqueBottomLeft"/>
            <a:lightRig rig="legacyFlat3" dir="t"/>
          </a:scene3d>
          <a:sp3d extrusionH="430200" prstMaterial="legacyMatte">
            <a:bevelT w="13500" h="13500" prst="angle"/>
            <a:bevelB w="13500" h="13500" prst="angle"/>
            <a:extrusionClr>
              <a:schemeClr val="tx2"/>
            </a:extrusionClr>
          </a:sp3d>
          <a:extLst>
            <a:ext uri="{91240B29-F687-4F45-9708-019B960494DF}">
              <a14:hiddenLine xmlns:a14="http://schemas.microsoft.com/office/drawing/2010/main" w="25400">
                <a:no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tr-TR" sz="2000" b="1">
                <a:solidFill>
                  <a:schemeClr val="bg1"/>
                </a:solidFill>
              </a:rPr>
              <a:t>Kullanılabilirlik</a:t>
            </a:r>
          </a:p>
        </p:txBody>
      </p:sp>
    </p:spTree>
    <p:extLst>
      <p:ext uri="{BB962C8B-B14F-4D97-AF65-F5344CB8AC3E}">
        <p14:creationId xmlns:p14="http://schemas.microsoft.com/office/powerpoint/2010/main" val="532568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19207"/>
                                        </p:tgtEl>
                                        <p:attrNameLst>
                                          <p:attrName>style.visibility</p:attrName>
                                        </p:attrNameLst>
                                      </p:cBhvr>
                                      <p:to>
                                        <p:strVal val="visible"/>
                                      </p:to>
                                    </p:set>
                                    <p:anim calcmode="lin" valueType="num">
                                      <p:cBhvr additive="base">
                                        <p:cTn id="7" dur="500" fill="hold"/>
                                        <p:tgtEl>
                                          <p:spTgt spid="319207"/>
                                        </p:tgtEl>
                                        <p:attrNameLst>
                                          <p:attrName>ppt_x</p:attrName>
                                        </p:attrNameLst>
                                      </p:cBhvr>
                                      <p:tavLst>
                                        <p:tav tm="0">
                                          <p:val>
                                            <p:strVal val="0-#ppt_w/2"/>
                                          </p:val>
                                        </p:tav>
                                        <p:tav tm="100000">
                                          <p:val>
                                            <p:strVal val="#ppt_x"/>
                                          </p:val>
                                        </p:tav>
                                      </p:tavLst>
                                    </p:anim>
                                    <p:anim calcmode="lin" valueType="num">
                                      <p:cBhvr additive="base">
                                        <p:cTn id="8" dur="500" fill="hold"/>
                                        <p:tgtEl>
                                          <p:spTgt spid="31920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19208"/>
                                        </p:tgtEl>
                                        <p:attrNameLst>
                                          <p:attrName>style.visibility</p:attrName>
                                        </p:attrNameLst>
                                      </p:cBhvr>
                                      <p:to>
                                        <p:strVal val="visible"/>
                                      </p:to>
                                    </p:set>
                                    <p:anim calcmode="lin" valueType="num">
                                      <p:cBhvr additive="base">
                                        <p:cTn id="13" dur="500" fill="hold"/>
                                        <p:tgtEl>
                                          <p:spTgt spid="319208"/>
                                        </p:tgtEl>
                                        <p:attrNameLst>
                                          <p:attrName>ppt_x</p:attrName>
                                        </p:attrNameLst>
                                      </p:cBhvr>
                                      <p:tavLst>
                                        <p:tav tm="0">
                                          <p:val>
                                            <p:strVal val="0-#ppt_w/2"/>
                                          </p:val>
                                        </p:tav>
                                        <p:tav tm="100000">
                                          <p:val>
                                            <p:strVal val="#ppt_x"/>
                                          </p:val>
                                        </p:tav>
                                      </p:tavLst>
                                    </p:anim>
                                    <p:anim calcmode="lin" valueType="num">
                                      <p:cBhvr additive="base">
                                        <p:cTn id="14" dur="500" fill="hold"/>
                                        <p:tgtEl>
                                          <p:spTgt spid="31920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19209"/>
                                        </p:tgtEl>
                                        <p:attrNameLst>
                                          <p:attrName>style.visibility</p:attrName>
                                        </p:attrNameLst>
                                      </p:cBhvr>
                                      <p:to>
                                        <p:strVal val="visible"/>
                                      </p:to>
                                    </p:set>
                                    <p:anim calcmode="lin" valueType="num">
                                      <p:cBhvr additive="base">
                                        <p:cTn id="19" dur="500" fill="hold"/>
                                        <p:tgtEl>
                                          <p:spTgt spid="319209"/>
                                        </p:tgtEl>
                                        <p:attrNameLst>
                                          <p:attrName>ppt_x</p:attrName>
                                        </p:attrNameLst>
                                      </p:cBhvr>
                                      <p:tavLst>
                                        <p:tav tm="0">
                                          <p:val>
                                            <p:strVal val="0-#ppt_w/2"/>
                                          </p:val>
                                        </p:tav>
                                        <p:tav tm="100000">
                                          <p:val>
                                            <p:strVal val="#ppt_x"/>
                                          </p:val>
                                        </p:tav>
                                      </p:tavLst>
                                    </p:anim>
                                    <p:anim calcmode="lin" valueType="num">
                                      <p:cBhvr additive="base">
                                        <p:cTn id="20" dur="500" fill="hold"/>
                                        <p:tgtEl>
                                          <p:spTgt spid="31920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19210"/>
                                        </p:tgtEl>
                                        <p:attrNameLst>
                                          <p:attrName>style.visibility</p:attrName>
                                        </p:attrNameLst>
                                      </p:cBhvr>
                                      <p:to>
                                        <p:strVal val="visible"/>
                                      </p:to>
                                    </p:set>
                                    <p:anim calcmode="lin" valueType="num">
                                      <p:cBhvr additive="base">
                                        <p:cTn id="25" dur="500" fill="hold"/>
                                        <p:tgtEl>
                                          <p:spTgt spid="319210"/>
                                        </p:tgtEl>
                                        <p:attrNameLst>
                                          <p:attrName>ppt_x</p:attrName>
                                        </p:attrNameLst>
                                      </p:cBhvr>
                                      <p:tavLst>
                                        <p:tav tm="0">
                                          <p:val>
                                            <p:strVal val="0-#ppt_w/2"/>
                                          </p:val>
                                        </p:tav>
                                        <p:tav tm="100000">
                                          <p:val>
                                            <p:strVal val="#ppt_x"/>
                                          </p:val>
                                        </p:tav>
                                      </p:tavLst>
                                    </p:anim>
                                    <p:anim calcmode="lin" valueType="num">
                                      <p:cBhvr additive="base">
                                        <p:cTn id="26" dur="500" fill="hold"/>
                                        <p:tgtEl>
                                          <p:spTgt spid="3192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207" grpId="0" animBg="1" autoUpdateAnimBg="0"/>
      <p:bldP spid="319208" grpId="0" animBg="1" autoUpdateAnimBg="0"/>
      <p:bldP spid="319209" grpId="0" animBg="1" autoUpdateAnimBg="0"/>
      <p:bldP spid="319210"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b"/>
          <a:lstStyle/>
          <a:p>
            <a:pPr algn="ctr">
              <a:defRPr/>
            </a:pPr>
            <a:r>
              <a:rPr kumimoji="1" lang="tr-TR" sz="3600" b="1" dirty="0">
                <a:latin typeface="Arial" charset="0"/>
              </a:rPr>
              <a:t>Tehditler</a:t>
            </a:r>
          </a:p>
        </p:txBody>
      </p:sp>
      <p:sp>
        <p:nvSpPr>
          <p:cNvPr id="3" name="İçerik Yer Tutucusu 2"/>
          <p:cNvSpPr>
            <a:spLocks noGrp="1"/>
          </p:cNvSpPr>
          <p:nvPr>
            <p:ph idx="1"/>
          </p:nvPr>
        </p:nvSpPr>
        <p:spPr/>
        <p:txBody>
          <a:bodyPr>
            <a:normAutofit/>
          </a:bodyPr>
          <a:lstStyle/>
          <a:p>
            <a:pPr lvl="1">
              <a:spcBef>
                <a:spcPct val="75000"/>
              </a:spcBef>
              <a:buClr>
                <a:schemeClr val="tx1"/>
              </a:buClr>
              <a:buFont typeface="Marlett" pitchFamily="2" charset="2"/>
              <a:buChar char="h"/>
              <a:defRPr/>
            </a:pPr>
            <a:r>
              <a:rPr lang="tr-TR" dirty="0"/>
              <a:t>Okuma</a:t>
            </a:r>
          </a:p>
          <a:p>
            <a:pPr lvl="1">
              <a:spcBef>
                <a:spcPct val="75000"/>
              </a:spcBef>
              <a:buClr>
                <a:schemeClr val="tx1"/>
              </a:buClr>
              <a:buFont typeface="Marlett" pitchFamily="2" charset="2"/>
              <a:buChar char="h"/>
              <a:defRPr/>
            </a:pPr>
            <a:r>
              <a:rPr lang="tr-TR" dirty="0"/>
              <a:t>Değiştirme</a:t>
            </a:r>
          </a:p>
          <a:p>
            <a:pPr lvl="1">
              <a:spcBef>
                <a:spcPct val="75000"/>
              </a:spcBef>
              <a:buClr>
                <a:schemeClr val="tx1"/>
              </a:buClr>
              <a:buFont typeface="Marlett" pitchFamily="2" charset="2"/>
              <a:buChar char="h"/>
              <a:defRPr/>
            </a:pPr>
            <a:r>
              <a:rPr lang="tr-TR" dirty="0"/>
              <a:t>Ekleme</a:t>
            </a:r>
          </a:p>
          <a:p>
            <a:pPr lvl="1">
              <a:spcBef>
                <a:spcPct val="75000"/>
              </a:spcBef>
              <a:buClr>
                <a:schemeClr val="tx1"/>
              </a:buClr>
              <a:buFont typeface="Marlett" pitchFamily="2" charset="2"/>
              <a:buChar char="h"/>
              <a:defRPr/>
            </a:pPr>
            <a:r>
              <a:rPr lang="tr-TR" dirty="0"/>
              <a:t>Tekrarlama</a:t>
            </a:r>
          </a:p>
          <a:p>
            <a:pPr lvl="1">
              <a:spcBef>
                <a:spcPct val="75000"/>
              </a:spcBef>
              <a:buClr>
                <a:schemeClr val="tx1"/>
              </a:buClr>
              <a:buFont typeface="Marlett" pitchFamily="2" charset="2"/>
              <a:buChar char="h"/>
              <a:defRPr/>
            </a:pPr>
            <a:r>
              <a:rPr lang="tr-TR" dirty="0"/>
              <a:t>Kullanılamaz Kılma</a:t>
            </a:r>
          </a:p>
          <a:p>
            <a:pPr lvl="1">
              <a:spcBef>
                <a:spcPct val="75000"/>
              </a:spcBef>
              <a:buClr>
                <a:schemeClr val="tx1"/>
              </a:buClr>
              <a:buFont typeface="Marlett" pitchFamily="2" charset="2"/>
              <a:buChar char="h"/>
              <a:defRPr/>
            </a:pPr>
            <a:r>
              <a:rPr lang="tr-TR" dirty="0"/>
              <a:t>Ortadan </a:t>
            </a:r>
            <a:r>
              <a:rPr lang="tr-TR" dirty="0" smtClean="0"/>
              <a:t>Kaldırma</a:t>
            </a:r>
            <a:endParaRPr lang="tr-TR" dirty="0"/>
          </a:p>
        </p:txBody>
      </p:sp>
    </p:spTree>
    <p:extLst>
      <p:ext uri="{BB962C8B-B14F-4D97-AF65-F5344CB8AC3E}">
        <p14:creationId xmlns:p14="http://schemas.microsoft.com/office/powerpoint/2010/main" val="1669882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b"/>
          <a:lstStyle/>
          <a:p>
            <a:pPr algn="ctr"/>
            <a:r>
              <a:rPr kumimoji="1" lang="tr-TR" sz="3600" b="1" dirty="0">
                <a:latin typeface="Arial" charset="0"/>
              </a:rPr>
              <a:t>Riskler</a:t>
            </a:r>
          </a:p>
        </p:txBody>
      </p:sp>
      <p:sp>
        <p:nvSpPr>
          <p:cNvPr id="325829" name="Text Box 197"/>
          <p:cNvSpPr txBox="1">
            <a:spLocks noChangeArrowheads="1"/>
          </p:cNvSpPr>
          <p:nvPr/>
        </p:nvSpPr>
        <p:spPr bwMode="auto">
          <a:xfrm>
            <a:off x="1066800" y="2925763"/>
            <a:ext cx="73152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spcBef>
                <a:spcPct val="50000"/>
              </a:spcBef>
            </a:pPr>
            <a:r>
              <a:rPr lang="tr-TR" sz="3200" dirty="0"/>
              <a:t>Risk = Tehdit * Oluşma Olasılığı * Zarar</a:t>
            </a:r>
          </a:p>
        </p:txBody>
      </p:sp>
    </p:spTree>
    <p:extLst>
      <p:ext uri="{BB962C8B-B14F-4D97-AF65-F5344CB8AC3E}">
        <p14:creationId xmlns:p14="http://schemas.microsoft.com/office/powerpoint/2010/main" val="34367603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25829"/>
                                        </p:tgtEl>
                                        <p:attrNameLst>
                                          <p:attrName>style.visibility</p:attrName>
                                        </p:attrNameLst>
                                      </p:cBhvr>
                                      <p:to>
                                        <p:strVal val="visible"/>
                                      </p:to>
                                    </p:set>
                                    <p:anim calcmode="lin" valueType="num">
                                      <p:cBhvr>
                                        <p:cTn id="7" dur="500" fill="hold"/>
                                        <p:tgtEl>
                                          <p:spTgt spid="325829"/>
                                        </p:tgtEl>
                                        <p:attrNameLst>
                                          <p:attrName>ppt_w</p:attrName>
                                        </p:attrNameLst>
                                      </p:cBhvr>
                                      <p:tavLst>
                                        <p:tav tm="0">
                                          <p:val>
                                            <p:fltVal val="0"/>
                                          </p:val>
                                        </p:tav>
                                        <p:tav tm="100000">
                                          <p:val>
                                            <p:strVal val="#ppt_w"/>
                                          </p:val>
                                        </p:tav>
                                      </p:tavLst>
                                    </p:anim>
                                    <p:anim calcmode="lin" valueType="num">
                                      <p:cBhvr>
                                        <p:cTn id="8" dur="500" fill="hold"/>
                                        <p:tgtEl>
                                          <p:spTgt spid="32582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829"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7200" y="274638"/>
            <a:ext cx="8229600" cy="778098"/>
          </a:xfrm>
          <a:noFill/>
          <a:ln>
            <a:noFill/>
          </a:ln>
        </p:spPr>
        <p:txBody>
          <a:bodyPr anchor="b"/>
          <a:lstStyle/>
          <a:p>
            <a:r>
              <a:rPr kumimoji="1" lang="tr-TR" sz="3600" b="1" dirty="0">
                <a:latin typeface="Arial" charset="0"/>
                <a:ea typeface="+mn-ea"/>
                <a:cs typeface="+mn-cs"/>
              </a:rPr>
              <a:t>Risk Yönetimi</a:t>
            </a:r>
          </a:p>
        </p:txBody>
      </p:sp>
      <p:sp>
        <p:nvSpPr>
          <p:cNvPr id="4099" name="Rectangle 3"/>
          <p:cNvSpPr>
            <a:spLocks noGrp="1" noChangeArrowheads="1"/>
          </p:cNvSpPr>
          <p:nvPr>
            <p:ph idx="1"/>
          </p:nvPr>
        </p:nvSpPr>
        <p:spPr>
          <a:xfrm>
            <a:off x="468313" y="1125538"/>
            <a:ext cx="8229600" cy="2808287"/>
          </a:xfrm>
        </p:spPr>
        <p:txBody>
          <a:bodyPr>
            <a:normAutofit fontScale="92500" lnSpcReduction="20000"/>
          </a:bodyPr>
          <a:lstStyle/>
          <a:p>
            <a:pPr eaLnBrk="1" hangingPunct="1"/>
            <a:r>
              <a:rPr lang="tr-TR" dirty="0" smtClean="0"/>
              <a:t>En uygun güvenlik aşağıdakilere göre </a:t>
            </a:r>
            <a:r>
              <a:rPr lang="tr-TR" dirty="0" smtClean="0"/>
              <a:t>belirlenmelidir.</a:t>
            </a:r>
            <a:endParaRPr lang="tr-TR" dirty="0" smtClean="0"/>
          </a:p>
          <a:p>
            <a:pPr lvl="1" eaLnBrk="1" hangingPunct="1"/>
            <a:r>
              <a:rPr lang="tr-TR" dirty="0" smtClean="0"/>
              <a:t>Korunması gereken değerlerin ve alınabilecek risklerin belirlenmesi</a:t>
            </a:r>
          </a:p>
          <a:p>
            <a:pPr lvl="1" eaLnBrk="1" hangingPunct="1"/>
            <a:r>
              <a:rPr lang="tr-TR" dirty="0" smtClean="0"/>
              <a:t>Risk alma potansiyeli</a:t>
            </a:r>
          </a:p>
          <a:p>
            <a:pPr lvl="1" eaLnBrk="1" hangingPunct="1"/>
            <a:r>
              <a:rPr lang="tr-TR" dirty="0" smtClean="0"/>
              <a:t>Risk altındaki bilginin değeri</a:t>
            </a:r>
          </a:p>
          <a:p>
            <a:pPr eaLnBrk="1" hangingPunct="1"/>
            <a:r>
              <a:rPr lang="tr-TR" u="sng" dirty="0" smtClean="0"/>
              <a:t>Kesin güvenlik ulaşılabilir değildir!</a:t>
            </a:r>
          </a:p>
          <a:p>
            <a:pPr eaLnBrk="1" hangingPunct="1"/>
            <a:endParaRPr lang="tr-TR" dirty="0" smtClean="0"/>
          </a:p>
        </p:txBody>
      </p:sp>
      <p:grpSp>
        <p:nvGrpSpPr>
          <p:cNvPr id="25604" name="Group 4"/>
          <p:cNvGrpSpPr>
            <a:grpSpLocks/>
          </p:cNvGrpSpPr>
          <p:nvPr/>
        </p:nvGrpSpPr>
        <p:grpSpPr bwMode="auto">
          <a:xfrm>
            <a:off x="1476375" y="4365625"/>
            <a:ext cx="6127750" cy="1593850"/>
            <a:chOff x="824" y="1226"/>
            <a:chExt cx="3860" cy="1004"/>
          </a:xfrm>
        </p:grpSpPr>
        <p:sp>
          <p:nvSpPr>
            <p:cNvPr id="4101" name="Text Box 5"/>
            <p:cNvSpPr txBox="1">
              <a:spLocks noChangeArrowheads="1"/>
            </p:cNvSpPr>
            <p:nvPr/>
          </p:nvSpPr>
          <p:spPr bwMode="auto">
            <a:xfrm>
              <a:off x="873" y="1226"/>
              <a:ext cx="1119"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Verdana" pitchFamily="34" charset="0"/>
                </a:defRPr>
              </a:lvl1pPr>
              <a:lvl2pPr marL="742950" indent="-285750" eaLnBrk="0" hangingPunct="0">
                <a:defRPr b="1">
                  <a:solidFill>
                    <a:schemeClr val="tx1"/>
                  </a:solidFill>
                  <a:latin typeface="Verdana" pitchFamily="34" charset="0"/>
                </a:defRPr>
              </a:lvl2pPr>
              <a:lvl3pPr marL="1143000" indent="-228600" eaLnBrk="0" hangingPunct="0">
                <a:defRPr b="1">
                  <a:solidFill>
                    <a:schemeClr val="tx1"/>
                  </a:solidFill>
                  <a:latin typeface="Verdana" pitchFamily="34" charset="0"/>
                </a:defRPr>
              </a:lvl3pPr>
              <a:lvl4pPr marL="1600200" indent="-228600" eaLnBrk="0" hangingPunct="0">
                <a:defRPr b="1">
                  <a:solidFill>
                    <a:schemeClr val="tx1"/>
                  </a:solidFill>
                  <a:latin typeface="Verdana" pitchFamily="34" charset="0"/>
                </a:defRPr>
              </a:lvl4pPr>
              <a:lvl5pPr marL="2057400" indent="-228600" eaLnBrk="0" hangingPunct="0">
                <a:defRPr b="1">
                  <a:solidFill>
                    <a:schemeClr val="tx1"/>
                  </a:solidFill>
                  <a:latin typeface="Verdana" pitchFamily="34" charset="0"/>
                </a:defRPr>
              </a:lvl5pPr>
              <a:lvl6pPr marL="2514600" indent="-228600" eaLnBrk="0" fontAlgn="base" hangingPunct="0">
                <a:spcBef>
                  <a:spcPct val="0"/>
                </a:spcBef>
                <a:spcAft>
                  <a:spcPct val="0"/>
                </a:spcAft>
                <a:defRPr b="1">
                  <a:solidFill>
                    <a:schemeClr val="tx1"/>
                  </a:solidFill>
                  <a:latin typeface="Verdana" pitchFamily="34" charset="0"/>
                </a:defRPr>
              </a:lvl6pPr>
              <a:lvl7pPr marL="2971800" indent="-228600" eaLnBrk="0" fontAlgn="base" hangingPunct="0">
                <a:spcBef>
                  <a:spcPct val="0"/>
                </a:spcBef>
                <a:spcAft>
                  <a:spcPct val="0"/>
                </a:spcAft>
                <a:defRPr b="1">
                  <a:solidFill>
                    <a:schemeClr val="tx1"/>
                  </a:solidFill>
                  <a:latin typeface="Verdana" pitchFamily="34" charset="0"/>
                </a:defRPr>
              </a:lvl7pPr>
              <a:lvl8pPr marL="3429000" indent="-228600" eaLnBrk="0" fontAlgn="base" hangingPunct="0">
                <a:spcBef>
                  <a:spcPct val="0"/>
                </a:spcBef>
                <a:spcAft>
                  <a:spcPct val="0"/>
                </a:spcAft>
                <a:defRPr b="1">
                  <a:solidFill>
                    <a:schemeClr val="tx1"/>
                  </a:solidFill>
                  <a:latin typeface="Verdana" pitchFamily="34" charset="0"/>
                </a:defRPr>
              </a:lvl8pPr>
              <a:lvl9pPr marL="3886200" indent="-228600" eaLnBrk="0" fontAlgn="base" hangingPunct="0">
                <a:spcBef>
                  <a:spcPct val="0"/>
                </a:spcBef>
                <a:spcAft>
                  <a:spcPct val="0"/>
                </a:spcAft>
                <a:defRPr b="1">
                  <a:solidFill>
                    <a:schemeClr val="tx1"/>
                  </a:solidFill>
                  <a:latin typeface="Verdana" pitchFamily="34" charset="0"/>
                </a:defRPr>
              </a:lvl9pPr>
            </a:lstStyle>
            <a:p>
              <a:pPr algn="ctr" eaLnBrk="1" hangingPunct="1"/>
              <a:r>
                <a:rPr lang="tr-TR" sz="2000" dirty="0">
                  <a:latin typeface="Arial" charset="0"/>
                </a:rPr>
                <a:t>Güvenli olma</a:t>
              </a:r>
            </a:p>
            <a:p>
              <a:pPr algn="ctr" eaLnBrk="1" hangingPunct="1"/>
              <a:r>
                <a:rPr lang="tr-TR" sz="2000" dirty="0">
                  <a:latin typeface="Arial" charset="0"/>
                </a:rPr>
                <a:t>Maliyeti</a:t>
              </a:r>
              <a:endParaRPr lang="en-US" sz="2000" dirty="0">
                <a:latin typeface="Arial" charset="0"/>
              </a:endParaRPr>
            </a:p>
          </p:txBody>
        </p:sp>
        <p:sp>
          <p:nvSpPr>
            <p:cNvPr id="4102" name="Text Box 6"/>
            <p:cNvSpPr txBox="1">
              <a:spLocks noChangeArrowheads="1"/>
            </p:cNvSpPr>
            <p:nvPr/>
          </p:nvSpPr>
          <p:spPr bwMode="auto">
            <a:xfrm>
              <a:off x="2955" y="1226"/>
              <a:ext cx="169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Verdana" pitchFamily="34" charset="0"/>
                </a:defRPr>
              </a:lvl1pPr>
              <a:lvl2pPr marL="742950" indent="-285750" eaLnBrk="0" hangingPunct="0">
                <a:defRPr b="1">
                  <a:solidFill>
                    <a:schemeClr val="tx1"/>
                  </a:solidFill>
                  <a:latin typeface="Verdana" pitchFamily="34" charset="0"/>
                </a:defRPr>
              </a:lvl2pPr>
              <a:lvl3pPr marL="1143000" indent="-228600" eaLnBrk="0" hangingPunct="0">
                <a:defRPr b="1">
                  <a:solidFill>
                    <a:schemeClr val="tx1"/>
                  </a:solidFill>
                  <a:latin typeface="Verdana" pitchFamily="34" charset="0"/>
                </a:defRPr>
              </a:lvl3pPr>
              <a:lvl4pPr marL="1600200" indent="-228600" eaLnBrk="0" hangingPunct="0">
                <a:defRPr b="1">
                  <a:solidFill>
                    <a:schemeClr val="tx1"/>
                  </a:solidFill>
                  <a:latin typeface="Verdana" pitchFamily="34" charset="0"/>
                </a:defRPr>
              </a:lvl4pPr>
              <a:lvl5pPr marL="2057400" indent="-228600" eaLnBrk="0" hangingPunct="0">
                <a:defRPr b="1">
                  <a:solidFill>
                    <a:schemeClr val="tx1"/>
                  </a:solidFill>
                  <a:latin typeface="Verdana" pitchFamily="34" charset="0"/>
                </a:defRPr>
              </a:lvl5pPr>
              <a:lvl6pPr marL="2514600" indent="-228600" eaLnBrk="0" fontAlgn="base" hangingPunct="0">
                <a:spcBef>
                  <a:spcPct val="0"/>
                </a:spcBef>
                <a:spcAft>
                  <a:spcPct val="0"/>
                </a:spcAft>
                <a:defRPr b="1">
                  <a:solidFill>
                    <a:schemeClr val="tx1"/>
                  </a:solidFill>
                  <a:latin typeface="Verdana" pitchFamily="34" charset="0"/>
                </a:defRPr>
              </a:lvl6pPr>
              <a:lvl7pPr marL="2971800" indent="-228600" eaLnBrk="0" fontAlgn="base" hangingPunct="0">
                <a:spcBef>
                  <a:spcPct val="0"/>
                </a:spcBef>
                <a:spcAft>
                  <a:spcPct val="0"/>
                </a:spcAft>
                <a:defRPr b="1">
                  <a:solidFill>
                    <a:schemeClr val="tx1"/>
                  </a:solidFill>
                  <a:latin typeface="Verdana" pitchFamily="34" charset="0"/>
                </a:defRPr>
              </a:lvl7pPr>
              <a:lvl8pPr marL="3429000" indent="-228600" eaLnBrk="0" fontAlgn="base" hangingPunct="0">
                <a:spcBef>
                  <a:spcPct val="0"/>
                </a:spcBef>
                <a:spcAft>
                  <a:spcPct val="0"/>
                </a:spcAft>
                <a:defRPr b="1">
                  <a:solidFill>
                    <a:schemeClr val="tx1"/>
                  </a:solidFill>
                  <a:latin typeface="Verdana" pitchFamily="34" charset="0"/>
                </a:defRPr>
              </a:lvl8pPr>
              <a:lvl9pPr marL="3886200" indent="-228600" eaLnBrk="0" fontAlgn="base" hangingPunct="0">
                <a:spcBef>
                  <a:spcPct val="0"/>
                </a:spcBef>
                <a:spcAft>
                  <a:spcPct val="0"/>
                </a:spcAft>
                <a:defRPr b="1">
                  <a:solidFill>
                    <a:schemeClr val="tx1"/>
                  </a:solidFill>
                  <a:latin typeface="Verdana" pitchFamily="34" charset="0"/>
                </a:defRPr>
              </a:lvl9pPr>
            </a:lstStyle>
            <a:p>
              <a:pPr algn="ctr" eaLnBrk="1" hangingPunct="1"/>
              <a:r>
                <a:rPr lang="tr-TR" sz="2000">
                  <a:latin typeface="Arial" charset="0"/>
                </a:rPr>
                <a:t>Korunanların değeri</a:t>
              </a:r>
            </a:p>
            <a:p>
              <a:pPr algn="ctr" eaLnBrk="1" hangingPunct="1"/>
              <a:r>
                <a:rPr lang="tr-TR" sz="2000">
                  <a:latin typeface="Arial" charset="0"/>
                </a:rPr>
                <a:t>(Korumama maliyeti)</a:t>
              </a:r>
              <a:endParaRPr lang="en-US" sz="2000">
                <a:latin typeface="Arial" charset="0"/>
              </a:endParaRPr>
            </a:p>
          </p:txBody>
        </p:sp>
        <p:pic>
          <p:nvPicPr>
            <p:cNvPr id="410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 y="1663"/>
              <a:ext cx="3860" cy="83"/>
            </a:xfrm>
            <a:prstGeom prst="rect">
              <a:avLst/>
            </a:prstGeom>
            <a:noFill/>
            <a:ln>
              <a:noFill/>
            </a:ln>
            <a:effectLst/>
            <a:extLst>
              <a:ext uri="{909E8E84-426E-40DD-AFC4-6F175D3DCCD1}">
                <a14:hiddenFill xmlns:a14="http://schemas.microsoft.com/office/drawing/2010/main">
                  <a:gradFill rotWithShape="1">
                    <a:gsLst>
                      <a:gs pos="0">
                        <a:srgbClr val="181847"/>
                      </a:gs>
                      <a:gs pos="100000">
                        <a:schemeClr val="accent2"/>
                      </a:gs>
                    </a:gsLst>
                    <a:lin ang="5400000" scaled="1"/>
                  </a:gra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608" name="AutoShape 8"/>
            <p:cNvSpPr>
              <a:spLocks noChangeArrowheads="1"/>
            </p:cNvSpPr>
            <p:nvPr/>
          </p:nvSpPr>
          <p:spPr bwMode="auto">
            <a:xfrm>
              <a:off x="2420" y="1791"/>
              <a:ext cx="668" cy="439"/>
            </a:xfrm>
            <a:prstGeom prst="triangle">
              <a:avLst>
                <a:gd name="adj" fmla="val 50000"/>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tr-TR"/>
            </a:p>
          </p:txBody>
        </p:sp>
      </p:grpSp>
    </p:spTree>
    <p:extLst>
      <p:ext uri="{BB962C8B-B14F-4D97-AF65-F5344CB8AC3E}">
        <p14:creationId xmlns:p14="http://schemas.microsoft.com/office/powerpoint/2010/main" val="7495730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25604"/>
                                        </p:tgtEl>
                                        <p:attrNameLst>
                                          <p:attrName>style.visibility</p:attrName>
                                        </p:attrNameLst>
                                      </p:cBhvr>
                                      <p:to>
                                        <p:strVal val="visible"/>
                                      </p:to>
                                    </p:set>
                                    <p:anim calcmode="lin" valueType="num">
                                      <p:cBhvr>
                                        <p:cTn id="7" dur="1000" fill="hold"/>
                                        <p:tgtEl>
                                          <p:spTgt spid="25604"/>
                                        </p:tgtEl>
                                        <p:attrNameLst>
                                          <p:attrName>ppt_x</p:attrName>
                                        </p:attrNameLst>
                                      </p:cBhvr>
                                      <p:tavLst>
                                        <p:tav tm="0">
                                          <p:val>
                                            <p:strVal val="#ppt_x-.2"/>
                                          </p:val>
                                        </p:tav>
                                        <p:tav tm="100000">
                                          <p:val>
                                            <p:strVal val="#ppt_x"/>
                                          </p:val>
                                        </p:tav>
                                      </p:tavLst>
                                    </p:anim>
                                    <p:anim calcmode="lin" valueType="num">
                                      <p:cBhvr>
                                        <p:cTn id="8" dur="1000" fill="hold"/>
                                        <p:tgtEl>
                                          <p:spTgt spid="25604"/>
                                        </p:tgtEl>
                                        <p:attrNameLst>
                                          <p:attrName>ppt_y</p:attrName>
                                        </p:attrNameLst>
                                      </p:cBhvr>
                                      <p:tavLst>
                                        <p:tav tm="0">
                                          <p:val>
                                            <p:strVal val="#ppt_y"/>
                                          </p:val>
                                        </p:tav>
                                        <p:tav tm="100000">
                                          <p:val>
                                            <p:strVal val="#ppt_y"/>
                                          </p:val>
                                        </p:tav>
                                      </p:tavLst>
                                    </p:anim>
                                    <p:animEffect transition="in" filter="wipe(right)" prLst="gradientSize: 0.1">
                                      <p:cBhvr>
                                        <p:cTn id="9" dur="1000"/>
                                        <p:tgtEl>
                                          <p:spTgt spid="25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74638"/>
            <a:ext cx="8229600" cy="778098"/>
          </a:xfrm>
          <a:noFill/>
          <a:ln>
            <a:noFill/>
          </a:ln>
        </p:spPr>
        <p:txBody>
          <a:bodyPr vert="horz" lIns="91440" tIns="45720" rIns="91440" bIns="45720" rtlCol="0" anchor="b">
            <a:normAutofit/>
          </a:bodyPr>
          <a:lstStyle/>
          <a:p>
            <a:r>
              <a:rPr kumimoji="1" lang="tr-TR" sz="3600" b="1" dirty="0">
                <a:latin typeface="Arial" charset="0"/>
                <a:ea typeface="+mn-ea"/>
                <a:cs typeface="+mn-cs"/>
              </a:rPr>
              <a:t>Güvenlik Risk Analizi</a:t>
            </a:r>
          </a:p>
        </p:txBody>
      </p:sp>
      <p:sp>
        <p:nvSpPr>
          <p:cNvPr id="5123" name="Rectangle 3"/>
          <p:cNvSpPr>
            <a:spLocks noGrp="1" noChangeArrowheads="1"/>
          </p:cNvSpPr>
          <p:nvPr>
            <p:ph type="body" idx="1"/>
          </p:nvPr>
        </p:nvSpPr>
        <p:spPr/>
        <p:txBody>
          <a:bodyPr>
            <a:normAutofit fontScale="92500" lnSpcReduction="20000"/>
          </a:bodyPr>
          <a:lstStyle/>
          <a:p>
            <a:pPr eaLnBrk="1" hangingPunct="1">
              <a:lnSpc>
                <a:spcPct val="90000"/>
              </a:lnSpc>
            </a:pPr>
            <a:r>
              <a:rPr lang="tr-TR" smtClean="0"/>
              <a:t>Kurumsal değerlerin ve bunlara yöneltilen tehditlerin analizi</a:t>
            </a:r>
          </a:p>
          <a:p>
            <a:pPr eaLnBrk="1" hangingPunct="1">
              <a:lnSpc>
                <a:spcPct val="90000"/>
              </a:lnSpc>
            </a:pPr>
            <a:endParaRPr lang="tr-TR" smtClean="0"/>
          </a:p>
          <a:p>
            <a:pPr eaLnBrk="1" hangingPunct="1">
              <a:lnSpc>
                <a:spcPct val="90000"/>
              </a:lnSpc>
            </a:pPr>
            <a:r>
              <a:rPr lang="tr-TR" smtClean="0"/>
              <a:t>Tehditlerin sonuçunda oluşacak zaafiyetlerin değerlendirilmesi</a:t>
            </a:r>
          </a:p>
          <a:p>
            <a:pPr eaLnBrk="1" hangingPunct="1">
              <a:lnSpc>
                <a:spcPct val="90000"/>
              </a:lnSpc>
            </a:pPr>
            <a:endParaRPr lang="tr-TR" smtClean="0"/>
          </a:p>
          <a:p>
            <a:pPr eaLnBrk="1" hangingPunct="1">
              <a:lnSpc>
                <a:spcPct val="90000"/>
              </a:lnSpc>
            </a:pPr>
            <a:r>
              <a:rPr lang="tr-TR" smtClean="0"/>
              <a:t>Zaafiyetleri kapatmak için alınacak önlemlerin değerlendirilmesi </a:t>
            </a:r>
          </a:p>
          <a:p>
            <a:pPr eaLnBrk="1" hangingPunct="1">
              <a:lnSpc>
                <a:spcPct val="90000"/>
              </a:lnSpc>
            </a:pPr>
            <a:endParaRPr lang="tr-TR" smtClean="0"/>
          </a:p>
          <a:p>
            <a:pPr eaLnBrk="1" hangingPunct="1">
              <a:lnSpc>
                <a:spcPct val="90000"/>
              </a:lnSpc>
            </a:pPr>
            <a:r>
              <a:rPr lang="tr-TR" smtClean="0"/>
              <a:t>Saldırı durumunda uygulanacak reaksiyon planlarının değerlendirilmesi</a:t>
            </a:r>
          </a:p>
        </p:txBody>
      </p:sp>
      <p:pic>
        <p:nvPicPr>
          <p:cNvPr id="5124" name="Picture 5" descr="yb_sioes[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43825" y="1700808"/>
            <a:ext cx="9906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Picture 6" descr="bs00030a[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9525" y="4342424"/>
            <a:ext cx="12192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8548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274638"/>
            <a:ext cx="8229600" cy="490066"/>
          </a:xfrm>
          <a:noFill/>
          <a:ln>
            <a:noFill/>
          </a:ln>
        </p:spPr>
        <p:txBody>
          <a:bodyPr vert="horz" lIns="91440" tIns="45720" rIns="91440" bIns="45720" rtlCol="0" anchor="b">
            <a:normAutofit fontScale="90000"/>
          </a:bodyPr>
          <a:lstStyle/>
          <a:p>
            <a:r>
              <a:rPr kumimoji="1" lang="tr-TR" sz="3600" b="1" dirty="0">
                <a:latin typeface="Arial" charset="0"/>
                <a:ea typeface="+mn-ea"/>
                <a:cs typeface="+mn-cs"/>
              </a:rPr>
              <a:t>Güvenlik tehditleri</a:t>
            </a:r>
          </a:p>
        </p:txBody>
      </p:sp>
      <p:sp>
        <p:nvSpPr>
          <p:cNvPr id="6147" name="AutoShape 5"/>
          <p:cNvSpPr>
            <a:spLocks noChangeArrowheads="1"/>
          </p:cNvSpPr>
          <p:nvPr/>
        </p:nvSpPr>
        <p:spPr bwMode="auto">
          <a:xfrm>
            <a:off x="5148263" y="3573463"/>
            <a:ext cx="2376487" cy="287337"/>
          </a:xfrm>
          <a:prstGeom prst="rightArrow">
            <a:avLst>
              <a:gd name="adj1" fmla="val 50000"/>
              <a:gd name="adj2" fmla="val 206768"/>
            </a:avLst>
          </a:prstGeom>
          <a:gradFill rotWithShape="1">
            <a:gsLst>
              <a:gs pos="0">
                <a:srgbClr val="FFCC00"/>
              </a:gs>
              <a:gs pos="100000">
                <a:schemeClr val="accent2"/>
              </a:gs>
            </a:gsLst>
            <a:lin ang="0" scaled="1"/>
          </a:gra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6148" name="AutoShape 6"/>
          <p:cNvSpPr>
            <a:spLocks noChangeArrowheads="1"/>
          </p:cNvSpPr>
          <p:nvPr/>
        </p:nvSpPr>
        <p:spPr bwMode="auto">
          <a:xfrm>
            <a:off x="1979613" y="1989138"/>
            <a:ext cx="5543550" cy="288925"/>
          </a:xfrm>
          <a:prstGeom prst="rightArrow">
            <a:avLst>
              <a:gd name="adj1" fmla="val 50000"/>
              <a:gd name="adj2" fmla="val 479670"/>
            </a:avLst>
          </a:prstGeom>
          <a:gradFill rotWithShape="1">
            <a:gsLst>
              <a:gs pos="0">
                <a:srgbClr val="FFCC00"/>
              </a:gs>
              <a:gs pos="100000">
                <a:schemeClr val="accent2"/>
              </a:gs>
            </a:gsLst>
            <a:lin ang="0" scaled="1"/>
          </a:gra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6149" name="Rectangle 7"/>
          <p:cNvSpPr>
            <a:spLocks noChangeArrowheads="1"/>
          </p:cNvSpPr>
          <p:nvPr/>
        </p:nvSpPr>
        <p:spPr bwMode="auto">
          <a:xfrm>
            <a:off x="755650" y="1412875"/>
            <a:ext cx="1223963" cy="1223963"/>
          </a:xfrm>
          <a:prstGeom prst="rect">
            <a:avLst/>
          </a:prstGeom>
          <a:gradFill rotWithShape="1">
            <a:gsLst>
              <a:gs pos="0">
                <a:srgbClr val="FF3300"/>
              </a:gs>
              <a:gs pos="100000">
                <a:srgbClr val="800000"/>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tr-TR" sz="1400" b="0">
                <a:solidFill>
                  <a:schemeClr val="bg1"/>
                </a:solidFill>
              </a:rPr>
              <a:t>Kötü niyet </a:t>
            </a:r>
          </a:p>
          <a:p>
            <a:pPr algn="ctr"/>
            <a:r>
              <a:rPr lang="tr-TR" sz="1400" b="0">
                <a:solidFill>
                  <a:schemeClr val="bg1"/>
                </a:solidFill>
              </a:rPr>
              <a:t>Olmadan</a:t>
            </a:r>
          </a:p>
          <a:p>
            <a:pPr algn="ctr"/>
            <a:r>
              <a:rPr lang="tr-TR" sz="1400" b="0">
                <a:solidFill>
                  <a:schemeClr val="bg1"/>
                </a:solidFill>
              </a:rPr>
              <a:t> oluşan </a:t>
            </a:r>
          </a:p>
          <a:p>
            <a:pPr algn="ctr"/>
            <a:r>
              <a:rPr lang="tr-TR" sz="1400" b="0">
                <a:solidFill>
                  <a:schemeClr val="bg1"/>
                </a:solidFill>
              </a:rPr>
              <a:t>tehditler</a:t>
            </a:r>
          </a:p>
        </p:txBody>
      </p:sp>
      <p:sp>
        <p:nvSpPr>
          <p:cNvPr id="6150" name="Rectangle 8"/>
          <p:cNvSpPr>
            <a:spLocks noChangeArrowheads="1"/>
          </p:cNvSpPr>
          <p:nvPr/>
        </p:nvSpPr>
        <p:spPr bwMode="auto">
          <a:xfrm>
            <a:off x="755650" y="3141663"/>
            <a:ext cx="1223963" cy="1223962"/>
          </a:xfrm>
          <a:prstGeom prst="rect">
            <a:avLst/>
          </a:prstGeom>
          <a:gradFill rotWithShape="1">
            <a:gsLst>
              <a:gs pos="0">
                <a:srgbClr val="FF3300"/>
              </a:gs>
              <a:gs pos="100000">
                <a:srgbClr val="800000"/>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tr-TR" sz="1400" b="0">
                <a:solidFill>
                  <a:schemeClr val="bg1"/>
                </a:solidFill>
              </a:rPr>
              <a:t>Kötü niyetli </a:t>
            </a:r>
          </a:p>
          <a:p>
            <a:pPr algn="ctr"/>
            <a:r>
              <a:rPr lang="tr-TR" sz="1400" b="0">
                <a:solidFill>
                  <a:schemeClr val="bg1"/>
                </a:solidFill>
              </a:rPr>
              <a:t>tehditler</a:t>
            </a:r>
          </a:p>
        </p:txBody>
      </p:sp>
      <p:sp>
        <p:nvSpPr>
          <p:cNvPr id="6151" name="Rectangle 9"/>
          <p:cNvSpPr>
            <a:spLocks noChangeArrowheads="1"/>
          </p:cNvSpPr>
          <p:nvPr/>
        </p:nvSpPr>
        <p:spPr bwMode="auto">
          <a:xfrm>
            <a:off x="755650" y="4868863"/>
            <a:ext cx="1223963" cy="1223962"/>
          </a:xfrm>
          <a:prstGeom prst="rect">
            <a:avLst/>
          </a:prstGeom>
          <a:gradFill rotWithShape="1">
            <a:gsLst>
              <a:gs pos="0">
                <a:srgbClr val="FF3300"/>
              </a:gs>
              <a:gs pos="100000">
                <a:srgbClr val="800000"/>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tr-TR" sz="1400" b="0">
                <a:solidFill>
                  <a:schemeClr val="bg1"/>
                </a:solidFill>
              </a:rPr>
              <a:t>Doğal</a:t>
            </a:r>
          </a:p>
          <a:p>
            <a:pPr algn="ctr"/>
            <a:r>
              <a:rPr lang="tr-TR" sz="1400" b="0">
                <a:solidFill>
                  <a:schemeClr val="bg1"/>
                </a:solidFill>
              </a:rPr>
              <a:t>Afetler</a:t>
            </a:r>
          </a:p>
        </p:txBody>
      </p:sp>
      <p:sp>
        <p:nvSpPr>
          <p:cNvPr id="6152" name="Rectangle 10"/>
          <p:cNvSpPr>
            <a:spLocks noChangeArrowheads="1"/>
          </p:cNvSpPr>
          <p:nvPr/>
        </p:nvSpPr>
        <p:spPr bwMode="auto">
          <a:xfrm>
            <a:off x="2411413" y="3141663"/>
            <a:ext cx="1223962" cy="1223962"/>
          </a:xfrm>
          <a:prstGeom prst="rect">
            <a:avLst/>
          </a:prstGeom>
          <a:gradFill rotWithShape="1">
            <a:gsLst>
              <a:gs pos="0">
                <a:srgbClr val="FF9966"/>
              </a:gs>
              <a:gs pos="100000">
                <a:srgbClr val="800000"/>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tr-TR" sz="1400" b="0">
                <a:solidFill>
                  <a:schemeClr val="bg1"/>
                </a:solidFill>
              </a:rPr>
              <a:t>Hedefler</a:t>
            </a:r>
          </a:p>
        </p:txBody>
      </p:sp>
      <p:sp>
        <p:nvSpPr>
          <p:cNvPr id="6153" name="Rectangle 11"/>
          <p:cNvSpPr>
            <a:spLocks noChangeArrowheads="1"/>
          </p:cNvSpPr>
          <p:nvPr/>
        </p:nvSpPr>
        <p:spPr bwMode="auto">
          <a:xfrm>
            <a:off x="4032250" y="2565400"/>
            <a:ext cx="1079500" cy="647700"/>
          </a:xfrm>
          <a:prstGeom prst="rect">
            <a:avLst/>
          </a:prstGeom>
          <a:gradFill rotWithShape="1">
            <a:gsLst>
              <a:gs pos="0">
                <a:srgbClr val="CC0000"/>
              </a:gs>
              <a:gs pos="100000">
                <a:schemeClr val="tx2"/>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tr-TR" sz="1400" b="0">
                <a:solidFill>
                  <a:schemeClr val="bg1"/>
                </a:solidFill>
              </a:rPr>
              <a:t>Teknikler</a:t>
            </a:r>
          </a:p>
          <a:p>
            <a:pPr algn="ctr"/>
            <a:r>
              <a:rPr lang="tr-TR" sz="1400" b="0">
                <a:solidFill>
                  <a:schemeClr val="bg1"/>
                </a:solidFill>
              </a:rPr>
              <a:t>Ve</a:t>
            </a:r>
          </a:p>
          <a:p>
            <a:pPr algn="ctr"/>
            <a:r>
              <a:rPr lang="tr-TR" sz="1400" b="0">
                <a:solidFill>
                  <a:schemeClr val="bg1"/>
                </a:solidFill>
              </a:rPr>
              <a:t>Metodlar</a:t>
            </a:r>
          </a:p>
        </p:txBody>
      </p:sp>
      <p:sp>
        <p:nvSpPr>
          <p:cNvPr id="6154" name="Rectangle 12"/>
          <p:cNvSpPr>
            <a:spLocks noChangeArrowheads="1"/>
          </p:cNvSpPr>
          <p:nvPr/>
        </p:nvSpPr>
        <p:spPr bwMode="auto">
          <a:xfrm>
            <a:off x="7524750" y="1052513"/>
            <a:ext cx="1223963" cy="4968875"/>
          </a:xfrm>
          <a:prstGeom prst="rect">
            <a:avLst/>
          </a:prstGeom>
          <a:gradFill rotWithShape="1">
            <a:gsLst>
              <a:gs pos="0">
                <a:schemeClr val="accent2"/>
              </a:gs>
              <a:gs pos="100000">
                <a:schemeClr val="tx1"/>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tr-TR" sz="1400">
                <a:solidFill>
                  <a:schemeClr val="bg1"/>
                </a:solidFill>
              </a:rPr>
              <a:t>Değerler</a:t>
            </a:r>
          </a:p>
        </p:txBody>
      </p:sp>
      <p:sp>
        <p:nvSpPr>
          <p:cNvPr id="6155" name="Freeform 13"/>
          <p:cNvSpPr>
            <a:spLocks/>
          </p:cNvSpPr>
          <p:nvPr/>
        </p:nvSpPr>
        <p:spPr bwMode="auto">
          <a:xfrm>
            <a:off x="5508625" y="1052513"/>
            <a:ext cx="1582738" cy="3455987"/>
          </a:xfrm>
          <a:custGeom>
            <a:avLst/>
            <a:gdLst>
              <a:gd name="T0" fmla="*/ 322263 w 997"/>
              <a:gd name="T1" fmla="*/ 477837 h 2177"/>
              <a:gd name="T2" fmla="*/ 1582738 w 997"/>
              <a:gd name="T3" fmla="*/ 2603500 h 2177"/>
              <a:gd name="T4" fmla="*/ 1571625 w 997"/>
              <a:gd name="T5" fmla="*/ 3455987 h 2177"/>
              <a:gd name="T6" fmla="*/ 1238250 w 997"/>
              <a:gd name="T7" fmla="*/ 2916237 h 2177"/>
              <a:gd name="T8" fmla="*/ 1231900 w 997"/>
              <a:gd name="T9" fmla="*/ 2560637 h 2177"/>
              <a:gd name="T10" fmla="*/ 990600 w 997"/>
              <a:gd name="T11" fmla="*/ 2109787 h 2177"/>
              <a:gd name="T12" fmla="*/ 990600 w 997"/>
              <a:gd name="T13" fmla="*/ 2501900 h 2177"/>
              <a:gd name="T14" fmla="*/ 458788 w 997"/>
              <a:gd name="T15" fmla="*/ 1677987 h 2177"/>
              <a:gd name="T16" fmla="*/ 466725 w 997"/>
              <a:gd name="T17" fmla="*/ 1100137 h 2177"/>
              <a:gd name="T18" fmla="*/ 206375 w 997"/>
              <a:gd name="T19" fmla="*/ 585787 h 2177"/>
              <a:gd name="T20" fmla="*/ 206375 w 997"/>
              <a:gd name="T21" fmla="*/ 1036637 h 2177"/>
              <a:gd name="T22" fmla="*/ 0 w 997"/>
              <a:gd name="T23" fmla="*/ 730250 h 2177"/>
              <a:gd name="T24" fmla="*/ 0 w 997"/>
              <a:gd name="T25" fmla="*/ 0 h 2177"/>
              <a:gd name="T26" fmla="*/ 68263 w 997"/>
              <a:gd name="T27" fmla="*/ 106362 h 2177"/>
              <a:gd name="T28" fmla="*/ 322263 w 997"/>
              <a:gd name="T29" fmla="*/ 477837 h 217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97" h="2177">
                <a:moveTo>
                  <a:pt x="203" y="301"/>
                </a:moveTo>
                <a:lnTo>
                  <a:pt x="997" y="1640"/>
                </a:lnTo>
                <a:lnTo>
                  <a:pt x="990" y="2177"/>
                </a:lnTo>
                <a:lnTo>
                  <a:pt x="780" y="1837"/>
                </a:lnTo>
                <a:lnTo>
                  <a:pt x="776" y="1613"/>
                </a:lnTo>
                <a:lnTo>
                  <a:pt x="624" y="1329"/>
                </a:lnTo>
                <a:lnTo>
                  <a:pt x="624" y="1576"/>
                </a:lnTo>
                <a:lnTo>
                  <a:pt x="289" y="1057"/>
                </a:lnTo>
                <a:lnTo>
                  <a:pt x="294" y="693"/>
                </a:lnTo>
                <a:lnTo>
                  <a:pt x="130" y="369"/>
                </a:lnTo>
                <a:lnTo>
                  <a:pt x="130" y="653"/>
                </a:lnTo>
                <a:lnTo>
                  <a:pt x="0" y="460"/>
                </a:lnTo>
                <a:lnTo>
                  <a:pt x="0" y="0"/>
                </a:lnTo>
                <a:lnTo>
                  <a:pt x="43" y="67"/>
                </a:lnTo>
                <a:lnTo>
                  <a:pt x="203" y="301"/>
                </a:lnTo>
                <a:close/>
              </a:path>
            </a:pathLst>
          </a:custGeom>
          <a:gradFill rotWithShape="1">
            <a:gsLst>
              <a:gs pos="0">
                <a:srgbClr val="00FF00"/>
              </a:gs>
              <a:gs pos="100000">
                <a:srgbClr val="006600"/>
              </a:gs>
            </a:gsLst>
            <a:lin ang="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tr-TR"/>
          </a:p>
        </p:txBody>
      </p:sp>
      <p:sp>
        <p:nvSpPr>
          <p:cNvPr id="6156" name="Rectangle 14"/>
          <p:cNvSpPr>
            <a:spLocks noChangeArrowheads="1"/>
          </p:cNvSpPr>
          <p:nvPr/>
        </p:nvSpPr>
        <p:spPr bwMode="auto">
          <a:xfrm>
            <a:off x="4032250" y="3357563"/>
            <a:ext cx="1079500" cy="647700"/>
          </a:xfrm>
          <a:prstGeom prst="rect">
            <a:avLst/>
          </a:prstGeom>
          <a:gradFill rotWithShape="1">
            <a:gsLst>
              <a:gs pos="0">
                <a:srgbClr val="CC0000"/>
              </a:gs>
              <a:gs pos="100000">
                <a:schemeClr val="tx2"/>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tr-TR" sz="1400" b="0">
                <a:solidFill>
                  <a:schemeClr val="bg1"/>
                </a:solidFill>
              </a:rPr>
              <a:t>Teknikler</a:t>
            </a:r>
          </a:p>
          <a:p>
            <a:pPr algn="ctr"/>
            <a:r>
              <a:rPr lang="tr-TR" sz="1400" b="0">
                <a:solidFill>
                  <a:schemeClr val="bg1"/>
                </a:solidFill>
              </a:rPr>
              <a:t>Ve</a:t>
            </a:r>
          </a:p>
          <a:p>
            <a:pPr algn="ctr"/>
            <a:r>
              <a:rPr lang="tr-TR" sz="1400" b="0">
                <a:solidFill>
                  <a:schemeClr val="bg1"/>
                </a:solidFill>
              </a:rPr>
              <a:t>Metodlar</a:t>
            </a:r>
          </a:p>
        </p:txBody>
      </p:sp>
      <p:sp>
        <p:nvSpPr>
          <p:cNvPr id="6157" name="Rectangle 15"/>
          <p:cNvSpPr>
            <a:spLocks noChangeArrowheads="1"/>
          </p:cNvSpPr>
          <p:nvPr/>
        </p:nvSpPr>
        <p:spPr bwMode="auto">
          <a:xfrm>
            <a:off x="4032250" y="4292600"/>
            <a:ext cx="1079500" cy="647700"/>
          </a:xfrm>
          <a:prstGeom prst="rect">
            <a:avLst/>
          </a:prstGeom>
          <a:gradFill rotWithShape="1">
            <a:gsLst>
              <a:gs pos="0">
                <a:srgbClr val="CC0000"/>
              </a:gs>
              <a:gs pos="100000">
                <a:schemeClr val="tx2"/>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tr-TR" sz="1400" b="0">
                <a:solidFill>
                  <a:schemeClr val="bg1"/>
                </a:solidFill>
              </a:rPr>
              <a:t>Teknikler</a:t>
            </a:r>
          </a:p>
          <a:p>
            <a:pPr algn="ctr"/>
            <a:r>
              <a:rPr lang="tr-TR" sz="1400" b="0">
                <a:solidFill>
                  <a:schemeClr val="bg1"/>
                </a:solidFill>
              </a:rPr>
              <a:t>Ve</a:t>
            </a:r>
          </a:p>
          <a:p>
            <a:pPr algn="ctr"/>
            <a:r>
              <a:rPr lang="tr-TR" sz="1400" b="0">
                <a:solidFill>
                  <a:schemeClr val="bg1"/>
                </a:solidFill>
              </a:rPr>
              <a:t>Metodlar</a:t>
            </a:r>
          </a:p>
        </p:txBody>
      </p:sp>
      <p:sp>
        <p:nvSpPr>
          <p:cNvPr id="6158" name="AutoShape 16"/>
          <p:cNvSpPr>
            <a:spLocks noChangeArrowheads="1"/>
          </p:cNvSpPr>
          <p:nvPr/>
        </p:nvSpPr>
        <p:spPr bwMode="auto">
          <a:xfrm>
            <a:off x="5148263" y="2708275"/>
            <a:ext cx="1079500" cy="288925"/>
          </a:xfrm>
          <a:prstGeom prst="rightArrow">
            <a:avLst>
              <a:gd name="adj1" fmla="val 50000"/>
              <a:gd name="adj2" fmla="val 93407"/>
            </a:avLst>
          </a:prstGeom>
          <a:gradFill rotWithShape="1">
            <a:gsLst>
              <a:gs pos="0">
                <a:srgbClr val="FFCC00"/>
              </a:gs>
              <a:gs pos="100000">
                <a:srgbClr val="006600"/>
              </a:gs>
            </a:gsLst>
            <a:lin ang="0" scaled="1"/>
          </a:gra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6159" name="AutoShape 17"/>
          <p:cNvSpPr>
            <a:spLocks noChangeArrowheads="1"/>
          </p:cNvSpPr>
          <p:nvPr/>
        </p:nvSpPr>
        <p:spPr bwMode="auto">
          <a:xfrm>
            <a:off x="5148263" y="4437063"/>
            <a:ext cx="2376487" cy="287337"/>
          </a:xfrm>
          <a:prstGeom prst="rightArrow">
            <a:avLst>
              <a:gd name="adj1" fmla="val 50000"/>
              <a:gd name="adj2" fmla="val 206768"/>
            </a:avLst>
          </a:prstGeom>
          <a:gradFill rotWithShape="1">
            <a:gsLst>
              <a:gs pos="0">
                <a:srgbClr val="FFCC00"/>
              </a:gs>
              <a:gs pos="100000">
                <a:schemeClr val="accent2"/>
              </a:gs>
            </a:gsLst>
            <a:lin ang="0" scaled="1"/>
          </a:gra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6160" name="AutoShape 18"/>
          <p:cNvSpPr>
            <a:spLocks noChangeArrowheads="1"/>
          </p:cNvSpPr>
          <p:nvPr/>
        </p:nvSpPr>
        <p:spPr bwMode="auto">
          <a:xfrm>
            <a:off x="1979613" y="5300663"/>
            <a:ext cx="5545137" cy="287337"/>
          </a:xfrm>
          <a:prstGeom prst="rightArrow">
            <a:avLst>
              <a:gd name="adj1" fmla="val 50000"/>
              <a:gd name="adj2" fmla="val 482459"/>
            </a:avLst>
          </a:prstGeom>
          <a:gradFill rotWithShape="1">
            <a:gsLst>
              <a:gs pos="0">
                <a:srgbClr val="FFCC00"/>
              </a:gs>
              <a:gs pos="100000">
                <a:schemeClr val="accent2"/>
              </a:gs>
            </a:gsLst>
            <a:lin ang="0" scaled="1"/>
          </a:gra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6161" name="Line 19"/>
          <p:cNvSpPr>
            <a:spLocks noChangeShapeType="1"/>
          </p:cNvSpPr>
          <p:nvPr/>
        </p:nvSpPr>
        <p:spPr bwMode="auto">
          <a:xfrm flipH="1" flipV="1">
            <a:off x="5795963" y="2060575"/>
            <a:ext cx="1152525" cy="647700"/>
          </a:xfrm>
          <a:prstGeom prst="line">
            <a:avLst/>
          </a:prstGeom>
          <a:ln>
            <a:headEnd/>
            <a:tailEnd type="triangle" w="lg" len="lg"/>
          </a:ln>
          <a:extLst/>
        </p:spPr>
        <p:style>
          <a:lnRef idx="3">
            <a:schemeClr val="dk1"/>
          </a:lnRef>
          <a:fillRef idx="0">
            <a:schemeClr val="dk1"/>
          </a:fillRef>
          <a:effectRef idx="2">
            <a:schemeClr val="dk1"/>
          </a:effectRef>
          <a:fontRef idx="minor">
            <a:schemeClr val="tx1"/>
          </a:fontRef>
        </p:style>
        <p:txBody>
          <a:bodyPr wrap="none"/>
          <a:lstStyle/>
          <a:p>
            <a:endParaRPr lang="tr-TR"/>
          </a:p>
        </p:txBody>
      </p:sp>
      <p:sp>
        <p:nvSpPr>
          <p:cNvPr id="6162" name="Line 20"/>
          <p:cNvSpPr>
            <a:spLocks noChangeShapeType="1"/>
          </p:cNvSpPr>
          <p:nvPr/>
        </p:nvSpPr>
        <p:spPr bwMode="auto">
          <a:xfrm flipH="1">
            <a:off x="6659563" y="2852738"/>
            <a:ext cx="288925" cy="576262"/>
          </a:xfrm>
          <a:prstGeom prst="line">
            <a:avLst/>
          </a:prstGeom>
          <a:ln>
            <a:headEnd/>
            <a:tailEnd type="triangle" w="lg" len="lg"/>
          </a:ln>
          <a:extLst>
            <a:ext uri="{909E8E84-426E-40DD-AFC4-6F175D3DCCD1}">
              <a14:hiddenFill xmlns:a14="http://schemas.microsoft.com/office/drawing/2010/main">
                <a:noFill/>
              </a14:hiddenFill>
            </a:ext>
          </a:extLst>
        </p:spPr>
        <p:style>
          <a:lnRef idx="3">
            <a:schemeClr val="dk1"/>
          </a:lnRef>
          <a:fillRef idx="0">
            <a:schemeClr val="dk1"/>
          </a:fillRef>
          <a:effectRef idx="2">
            <a:schemeClr val="dk1"/>
          </a:effectRef>
          <a:fontRef idx="minor">
            <a:schemeClr val="tx1"/>
          </a:fontRef>
        </p:style>
        <p:txBody>
          <a:bodyPr wrap="none"/>
          <a:lstStyle/>
          <a:p>
            <a:endParaRPr lang="tr-TR"/>
          </a:p>
        </p:txBody>
      </p:sp>
      <p:sp>
        <p:nvSpPr>
          <p:cNvPr id="6163" name="Text Box 21"/>
          <p:cNvSpPr txBox="1">
            <a:spLocks noChangeArrowheads="1"/>
          </p:cNvSpPr>
          <p:nvPr/>
        </p:nvSpPr>
        <p:spPr bwMode="auto">
          <a:xfrm>
            <a:off x="7605713" y="2628106"/>
            <a:ext cx="1143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Verdana" pitchFamily="34" charset="0"/>
              </a:defRPr>
            </a:lvl1pPr>
            <a:lvl2pPr marL="742950" indent="-285750" eaLnBrk="0" hangingPunct="0">
              <a:defRPr b="1">
                <a:solidFill>
                  <a:schemeClr val="tx1"/>
                </a:solidFill>
                <a:latin typeface="Verdana" pitchFamily="34" charset="0"/>
              </a:defRPr>
            </a:lvl2pPr>
            <a:lvl3pPr marL="1143000" indent="-228600" eaLnBrk="0" hangingPunct="0">
              <a:defRPr b="1">
                <a:solidFill>
                  <a:schemeClr val="tx1"/>
                </a:solidFill>
                <a:latin typeface="Verdana" pitchFamily="34" charset="0"/>
              </a:defRPr>
            </a:lvl3pPr>
            <a:lvl4pPr marL="1600200" indent="-228600" eaLnBrk="0" hangingPunct="0">
              <a:defRPr b="1">
                <a:solidFill>
                  <a:schemeClr val="tx1"/>
                </a:solidFill>
                <a:latin typeface="Verdana" pitchFamily="34" charset="0"/>
              </a:defRPr>
            </a:lvl4pPr>
            <a:lvl5pPr marL="2057400" indent="-228600" eaLnBrk="0" hangingPunct="0">
              <a:defRPr b="1">
                <a:solidFill>
                  <a:schemeClr val="tx1"/>
                </a:solidFill>
                <a:latin typeface="Verdana" pitchFamily="34" charset="0"/>
              </a:defRPr>
            </a:lvl5pPr>
            <a:lvl6pPr marL="2514600" indent="-228600" eaLnBrk="0" fontAlgn="base" hangingPunct="0">
              <a:spcBef>
                <a:spcPct val="0"/>
              </a:spcBef>
              <a:spcAft>
                <a:spcPct val="0"/>
              </a:spcAft>
              <a:defRPr b="1">
                <a:solidFill>
                  <a:schemeClr val="tx1"/>
                </a:solidFill>
                <a:latin typeface="Verdana" pitchFamily="34" charset="0"/>
              </a:defRPr>
            </a:lvl6pPr>
            <a:lvl7pPr marL="2971800" indent="-228600" eaLnBrk="0" fontAlgn="base" hangingPunct="0">
              <a:spcBef>
                <a:spcPct val="0"/>
              </a:spcBef>
              <a:spcAft>
                <a:spcPct val="0"/>
              </a:spcAft>
              <a:defRPr b="1">
                <a:solidFill>
                  <a:schemeClr val="tx1"/>
                </a:solidFill>
                <a:latin typeface="Verdana" pitchFamily="34" charset="0"/>
              </a:defRPr>
            </a:lvl7pPr>
            <a:lvl8pPr marL="3429000" indent="-228600" eaLnBrk="0" fontAlgn="base" hangingPunct="0">
              <a:spcBef>
                <a:spcPct val="0"/>
              </a:spcBef>
              <a:spcAft>
                <a:spcPct val="0"/>
              </a:spcAft>
              <a:defRPr b="1">
                <a:solidFill>
                  <a:schemeClr val="tx1"/>
                </a:solidFill>
                <a:latin typeface="Verdana" pitchFamily="34" charset="0"/>
              </a:defRPr>
            </a:lvl8pPr>
            <a:lvl9pPr marL="3886200" indent="-228600" eaLnBrk="0" fontAlgn="base" hangingPunct="0">
              <a:spcBef>
                <a:spcPct val="0"/>
              </a:spcBef>
              <a:spcAft>
                <a:spcPct val="0"/>
              </a:spcAft>
              <a:defRPr b="1">
                <a:solidFill>
                  <a:schemeClr val="tx1"/>
                </a:solidFill>
                <a:latin typeface="Verdana" pitchFamily="34" charset="0"/>
              </a:defRPr>
            </a:lvl9pPr>
          </a:lstStyle>
          <a:p>
            <a:pPr eaLnBrk="1" hangingPunct="1"/>
            <a:r>
              <a:rPr lang="tr-TR" sz="1400" b="0" dirty="0" err="1">
                <a:solidFill>
                  <a:schemeClr val="bg1"/>
                </a:solidFill>
              </a:rPr>
              <a:t>Zaafiyetler</a:t>
            </a:r>
            <a:endParaRPr lang="tr-TR" sz="1400" b="0" dirty="0">
              <a:solidFill>
                <a:schemeClr val="bg1"/>
              </a:solidFill>
            </a:endParaRPr>
          </a:p>
        </p:txBody>
      </p:sp>
      <p:sp>
        <p:nvSpPr>
          <p:cNvPr id="6164" name="Line 22"/>
          <p:cNvSpPr>
            <a:spLocks noChangeShapeType="1"/>
          </p:cNvSpPr>
          <p:nvPr/>
        </p:nvSpPr>
        <p:spPr bwMode="auto">
          <a:xfrm flipH="1">
            <a:off x="5724525" y="1125538"/>
            <a:ext cx="576263" cy="358775"/>
          </a:xfrm>
          <a:prstGeom prst="line">
            <a:avLst/>
          </a:prstGeom>
          <a:noFill/>
          <a:ln w="9525">
            <a:solidFill>
              <a:srgbClr val="FFFF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tr-TR"/>
          </a:p>
        </p:txBody>
      </p:sp>
      <p:sp>
        <p:nvSpPr>
          <p:cNvPr id="6165" name="Text Box 23"/>
          <p:cNvSpPr txBox="1">
            <a:spLocks noChangeArrowheads="1"/>
          </p:cNvSpPr>
          <p:nvPr/>
        </p:nvSpPr>
        <p:spPr bwMode="auto">
          <a:xfrm>
            <a:off x="6300788" y="981075"/>
            <a:ext cx="111485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Verdana" pitchFamily="34" charset="0"/>
              </a:defRPr>
            </a:lvl1pPr>
            <a:lvl2pPr marL="742950" indent="-285750" eaLnBrk="0" hangingPunct="0">
              <a:defRPr b="1">
                <a:solidFill>
                  <a:schemeClr val="tx1"/>
                </a:solidFill>
                <a:latin typeface="Verdana" pitchFamily="34" charset="0"/>
              </a:defRPr>
            </a:lvl2pPr>
            <a:lvl3pPr marL="1143000" indent="-228600" eaLnBrk="0" hangingPunct="0">
              <a:defRPr b="1">
                <a:solidFill>
                  <a:schemeClr val="tx1"/>
                </a:solidFill>
                <a:latin typeface="Verdana" pitchFamily="34" charset="0"/>
              </a:defRPr>
            </a:lvl3pPr>
            <a:lvl4pPr marL="1600200" indent="-228600" eaLnBrk="0" hangingPunct="0">
              <a:defRPr b="1">
                <a:solidFill>
                  <a:schemeClr val="tx1"/>
                </a:solidFill>
                <a:latin typeface="Verdana" pitchFamily="34" charset="0"/>
              </a:defRPr>
            </a:lvl4pPr>
            <a:lvl5pPr marL="2057400" indent="-228600" eaLnBrk="0" hangingPunct="0">
              <a:defRPr b="1">
                <a:solidFill>
                  <a:schemeClr val="tx1"/>
                </a:solidFill>
                <a:latin typeface="Verdana" pitchFamily="34" charset="0"/>
              </a:defRPr>
            </a:lvl5pPr>
            <a:lvl6pPr marL="2514600" indent="-228600" eaLnBrk="0" fontAlgn="base" hangingPunct="0">
              <a:spcBef>
                <a:spcPct val="0"/>
              </a:spcBef>
              <a:spcAft>
                <a:spcPct val="0"/>
              </a:spcAft>
              <a:defRPr b="1">
                <a:solidFill>
                  <a:schemeClr val="tx1"/>
                </a:solidFill>
                <a:latin typeface="Verdana" pitchFamily="34" charset="0"/>
              </a:defRPr>
            </a:lvl6pPr>
            <a:lvl7pPr marL="2971800" indent="-228600" eaLnBrk="0" fontAlgn="base" hangingPunct="0">
              <a:spcBef>
                <a:spcPct val="0"/>
              </a:spcBef>
              <a:spcAft>
                <a:spcPct val="0"/>
              </a:spcAft>
              <a:defRPr b="1">
                <a:solidFill>
                  <a:schemeClr val="tx1"/>
                </a:solidFill>
                <a:latin typeface="Verdana" pitchFamily="34" charset="0"/>
              </a:defRPr>
            </a:lvl7pPr>
            <a:lvl8pPr marL="3429000" indent="-228600" eaLnBrk="0" fontAlgn="base" hangingPunct="0">
              <a:spcBef>
                <a:spcPct val="0"/>
              </a:spcBef>
              <a:spcAft>
                <a:spcPct val="0"/>
              </a:spcAft>
              <a:defRPr b="1">
                <a:solidFill>
                  <a:schemeClr val="tx1"/>
                </a:solidFill>
                <a:latin typeface="Verdana" pitchFamily="34" charset="0"/>
              </a:defRPr>
            </a:lvl8pPr>
            <a:lvl9pPr marL="3886200" indent="-228600" eaLnBrk="0" fontAlgn="base" hangingPunct="0">
              <a:spcBef>
                <a:spcPct val="0"/>
              </a:spcBef>
              <a:spcAft>
                <a:spcPct val="0"/>
              </a:spcAft>
              <a:defRPr b="1">
                <a:solidFill>
                  <a:schemeClr val="tx1"/>
                </a:solidFill>
                <a:latin typeface="Verdana" pitchFamily="34" charset="0"/>
              </a:defRPr>
            </a:lvl9pPr>
          </a:lstStyle>
          <a:p>
            <a:pPr eaLnBrk="1" hangingPunct="1"/>
            <a:r>
              <a:rPr lang="tr-TR" sz="1400" b="0" dirty="0"/>
              <a:t>Güvenlik</a:t>
            </a:r>
          </a:p>
          <a:p>
            <a:pPr eaLnBrk="1" hangingPunct="1"/>
            <a:r>
              <a:rPr lang="tr-TR" sz="1400" b="0" dirty="0"/>
              <a:t>Politikaları</a:t>
            </a:r>
          </a:p>
        </p:txBody>
      </p:sp>
      <p:sp>
        <p:nvSpPr>
          <p:cNvPr id="6166" name="Line 24"/>
          <p:cNvSpPr>
            <a:spLocks noChangeShapeType="1"/>
          </p:cNvSpPr>
          <p:nvPr/>
        </p:nvSpPr>
        <p:spPr bwMode="auto">
          <a:xfrm>
            <a:off x="3924300" y="1412875"/>
            <a:ext cx="2232025" cy="1439863"/>
          </a:xfrm>
          <a:prstGeom prst="line">
            <a:avLst/>
          </a:prstGeom>
          <a:ln>
            <a:headEnd/>
            <a:tailEnd type="triangle" w="lg" len="lg"/>
          </a:ln>
          <a:extLst>
            <a:ext uri="{909E8E84-426E-40DD-AFC4-6F175D3DCCD1}">
              <a14:hiddenFill xmlns:a14="http://schemas.microsoft.com/office/drawing/2010/main">
                <a:noFill/>
              </a14:hiddenFill>
            </a:ext>
          </a:extLst>
        </p:spPr>
        <p:style>
          <a:lnRef idx="3">
            <a:schemeClr val="dk1"/>
          </a:lnRef>
          <a:fillRef idx="0">
            <a:schemeClr val="dk1"/>
          </a:fillRef>
          <a:effectRef idx="2">
            <a:schemeClr val="dk1"/>
          </a:effectRef>
          <a:fontRef idx="minor">
            <a:schemeClr val="tx1"/>
          </a:fontRef>
        </p:style>
        <p:txBody>
          <a:bodyPr wrap="none"/>
          <a:lstStyle/>
          <a:p>
            <a:endParaRPr lang="tr-TR"/>
          </a:p>
        </p:txBody>
      </p:sp>
      <p:sp>
        <p:nvSpPr>
          <p:cNvPr id="6167" name="Text Box 25"/>
          <p:cNvSpPr txBox="1">
            <a:spLocks noChangeArrowheads="1"/>
          </p:cNvSpPr>
          <p:nvPr/>
        </p:nvSpPr>
        <p:spPr bwMode="auto">
          <a:xfrm>
            <a:off x="2843213" y="981075"/>
            <a:ext cx="21605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Verdana" pitchFamily="34" charset="0"/>
              </a:defRPr>
            </a:lvl1pPr>
            <a:lvl2pPr marL="742950" indent="-285750" eaLnBrk="0" hangingPunct="0">
              <a:defRPr b="1">
                <a:solidFill>
                  <a:schemeClr val="tx1"/>
                </a:solidFill>
                <a:latin typeface="Verdana" pitchFamily="34" charset="0"/>
              </a:defRPr>
            </a:lvl2pPr>
            <a:lvl3pPr marL="1143000" indent="-228600" eaLnBrk="0" hangingPunct="0">
              <a:defRPr b="1">
                <a:solidFill>
                  <a:schemeClr val="tx1"/>
                </a:solidFill>
                <a:latin typeface="Verdana" pitchFamily="34" charset="0"/>
              </a:defRPr>
            </a:lvl3pPr>
            <a:lvl4pPr marL="1600200" indent="-228600" eaLnBrk="0" hangingPunct="0">
              <a:defRPr b="1">
                <a:solidFill>
                  <a:schemeClr val="tx1"/>
                </a:solidFill>
                <a:latin typeface="Verdana" pitchFamily="34" charset="0"/>
              </a:defRPr>
            </a:lvl4pPr>
            <a:lvl5pPr marL="2057400" indent="-228600" eaLnBrk="0" hangingPunct="0">
              <a:defRPr b="1">
                <a:solidFill>
                  <a:schemeClr val="tx1"/>
                </a:solidFill>
                <a:latin typeface="Verdana" pitchFamily="34" charset="0"/>
              </a:defRPr>
            </a:lvl5pPr>
            <a:lvl6pPr marL="2514600" indent="-228600" eaLnBrk="0" fontAlgn="base" hangingPunct="0">
              <a:spcBef>
                <a:spcPct val="0"/>
              </a:spcBef>
              <a:spcAft>
                <a:spcPct val="0"/>
              </a:spcAft>
              <a:defRPr b="1">
                <a:solidFill>
                  <a:schemeClr val="tx1"/>
                </a:solidFill>
                <a:latin typeface="Verdana" pitchFamily="34" charset="0"/>
              </a:defRPr>
            </a:lvl6pPr>
            <a:lvl7pPr marL="2971800" indent="-228600" eaLnBrk="0" fontAlgn="base" hangingPunct="0">
              <a:spcBef>
                <a:spcPct val="0"/>
              </a:spcBef>
              <a:spcAft>
                <a:spcPct val="0"/>
              </a:spcAft>
              <a:defRPr b="1">
                <a:solidFill>
                  <a:schemeClr val="tx1"/>
                </a:solidFill>
                <a:latin typeface="Verdana" pitchFamily="34" charset="0"/>
              </a:defRPr>
            </a:lvl7pPr>
            <a:lvl8pPr marL="3429000" indent="-228600" eaLnBrk="0" fontAlgn="base" hangingPunct="0">
              <a:spcBef>
                <a:spcPct val="0"/>
              </a:spcBef>
              <a:spcAft>
                <a:spcPct val="0"/>
              </a:spcAft>
              <a:defRPr b="1">
                <a:solidFill>
                  <a:schemeClr val="tx1"/>
                </a:solidFill>
                <a:latin typeface="Verdana" pitchFamily="34" charset="0"/>
              </a:defRPr>
            </a:lvl8pPr>
            <a:lvl9pPr marL="3886200" indent="-228600" eaLnBrk="0" fontAlgn="base" hangingPunct="0">
              <a:spcBef>
                <a:spcPct val="0"/>
              </a:spcBef>
              <a:spcAft>
                <a:spcPct val="0"/>
              </a:spcAft>
              <a:defRPr b="1">
                <a:solidFill>
                  <a:schemeClr val="tx1"/>
                </a:solidFill>
                <a:latin typeface="Verdana" pitchFamily="34" charset="0"/>
              </a:defRPr>
            </a:lvl9pPr>
          </a:lstStyle>
          <a:p>
            <a:pPr eaLnBrk="1" hangingPunct="1"/>
            <a:r>
              <a:rPr lang="tr-TR" sz="1200" b="0" dirty="0"/>
              <a:t>İyi Güvenlik Politikaları saldırıları Durdurabilir.</a:t>
            </a:r>
          </a:p>
        </p:txBody>
      </p:sp>
      <p:sp>
        <p:nvSpPr>
          <p:cNvPr id="6168" name="Text Box 26"/>
          <p:cNvSpPr txBox="1">
            <a:spLocks noChangeArrowheads="1"/>
          </p:cNvSpPr>
          <p:nvPr/>
        </p:nvSpPr>
        <p:spPr bwMode="auto">
          <a:xfrm>
            <a:off x="2987675" y="5876925"/>
            <a:ext cx="216058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Verdana" pitchFamily="34" charset="0"/>
              </a:defRPr>
            </a:lvl1pPr>
            <a:lvl2pPr marL="742950" indent="-285750" eaLnBrk="0" hangingPunct="0">
              <a:defRPr b="1">
                <a:solidFill>
                  <a:schemeClr val="tx1"/>
                </a:solidFill>
                <a:latin typeface="Verdana" pitchFamily="34" charset="0"/>
              </a:defRPr>
            </a:lvl2pPr>
            <a:lvl3pPr marL="1143000" indent="-228600" eaLnBrk="0" hangingPunct="0">
              <a:defRPr b="1">
                <a:solidFill>
                  <a:schemeClr val="tx1"/>
                </a:solidFill>
                <a:latin typeface="Verdana" pitchFamily="34" charset="0"/>
              </a:defRPr>
            </a:lvl3pPr>
            <a:lvl4pPr marL="1600200" indent="-228600" eaLnBrk="0" hangingPunct="0">
              <a:defRPr b="1">
                <a:solidFill>
                  <a:schemeClr val="tx1"/>
                </a:solidFill>
                <a:latin typeface="Verdana" pitchFamily="34" charset="0"/>
              </a:defRPr>
            </a:lvl4pPr>
            <a:lvl5pPr marL="2057400" indent="-228600" eaLnBrk="0" hangingPunct="0">
              <a:defRPr b="1">
                <a:solidFill>
                  <a:schemeClr val="tx1"/>
                </a:solidFill>
                <a:latin typeface="Verdana" pitchFamily="34" charset="0"/>
              </a:defRPr>
            </a:lvl5pPr>
            <a:lvl6pPr marL="2514600" indent="-228600" eaLnBrk="0" fontAlgn="base" hangingPunct="0">
              <a:spcBef>
                <a:spcPct val="0"/>
              </a:spcBef>
              <a:spcAft>
                <a:spcPct val="0"/>
              </a:spcAft>
              <a:defRPr b="1">
                <a:solidFill>
                  <a:schemeClr val="tx1"/>
                </a:solidFill>
                <a:latin typeface="Verdana" pitchFamily="34" charset="0"/>
              </a:defRPr>
            </a:lvl6pPr>
            <a:lvl7pPr marL="2971800" indent="-228600" eaLnBrk="0" fontAlgn="base" hangingPunct="0">
              <a:spcBef>
                <a:spcPct val="0"/>
              </a:spcBef>
              <a:spcAft>
                <a:spcPct val="0"/>
              </a:spcAft>
              <a:defRPr b="1">
                <a:solidFill>
                  <a:schemeClr val="tx1"/>
                </a:solidFill>
                <a:latin typeface="Verdana" pitchFamily="34" charset="0"/>
              </a:defRPr>
            </a:lvl7pPr>
            <a:lvl8pPr marL="3429000" indent="-228600" eaLnBrk="0" fontAlgn="base" hangingPunct="0">
              <a:spcBef>
                <a:spcPct val="0"/>
              </a:spcBef>
              <a:spcAft>
                <a:spcPct val="0"/>
              </a:spcAft>
              <a:defRPr b="1">
                <a:solidFill>
                  <a:schemeClr val="tx1"/>
                </a:solidFill>
                <a:latin typeface="Verdana" pitchFamily="34" charset="0"/>
              </a:defRPr>
            </a:lvl8pPr>
            <a:lvl9pPr marL="3886200" indent="-228600" eaLnBrk="0" fontAlgn="base" hangingPunct="0">
              <a:spcBef>
                <a:spcPct val="0"/>
              </a:spcBef>
              <a:spcAft>
                <a:spcPct val="0"/>
              </a:spcAft>
              <a:defRPr b="1">
                <a:solidFill>
                  <a:schemeClr val="tx1"/>
                </a:solidFill>
                <a:latin typeface="Verdana" pitchFamily="34" charset="0"/>
              </a:defRPr>
            </a:lvl9pPr>
          </a:lstStyle>
          <a:p>
            <a:pPr eaLnBrk="1" hangingPunct="1"/>
            <a:r>
              <a:rPr lang="tr-TR" sz="1200" b="0" dirty="0"/>
              <a:t>Yetersiz Güvenlik Politikaları saldırılara izin verebilir.</a:t>
            </a:r>
          </a:p>
        </p:txBody>
      </p:sp>
      <p:sp>
        <p:nvSpPr>
          <p:cNvPr id="6169" name="Line 27"/>
          <p:cNvSpPr>
            <a:spLocks noChangeShapeType="1"/>
          </p:cNvSpPr>
          <p:nvPr/>
        </p:nvSpPr>
        <p:spPr bwMode="auto">
          <a:xfrm flipV="1">
            <a:off x="4572000" y="3716338"/>
            <a:ext cx="2016125" cy="2233612"/>
          </a:xfrm>
          <a:prstGeom prst="line">
            <a:avLst/>
          </a:prstGeom>
          <a:ln>
            <a:headEnd/>
            <a:tailEnd type="triangle" w="lg" len="lg"/>
          </a:ln>
          <a:extLst>
            <a:ext uri="{909E8E84-426E-40DD-AFC4-6F175D3DCCD1}">
              <a14:hiddenFill xmlns:a14="http://schemas.microsoft.com/office/drawing/2010/main">
                <a:noFill/>
              </a14:hiddenFill>
            </a:ext>
          </a:extLst>
        </p:spPr>
        <p:style>
          <a:lnRef idx="3">
            <a:schemeClr val="dk1"/>
          </a:lnRef>
          <a:fillRef idx="0">
            <a:schemeClr val="dk1"/>
          </a:fillRef>
          <a:effectRef idx="2">
            <a:schemeClr val="dk1"/>
          </a:effectRef>
          <a:fontRef idx="minor">
            <a:schemeClr val="tx1"/>
          </a:fontRef>
        </p:style>
        <p:txBody>
          <a:bodyPr wrap="none"/>
          <a:lstStyle/>
          <a:p>
            <a:endParaRPr lang="tr-TR"/>
          </a:p>
        </p:txBody>
      </p:sp>
      <p:sp>
        <p:nvSpPr>
          <p:cNvPr id="6170" name="Line 28"/>
          <p:cNvSpPr>
            <a:spLocks noChangeShapeType="1"/>
          </p:cNvSpPr>
          <p:nvPr/>
        </p:nvSpPr>
        <p:spPr bwMode="auto">
          <a:xfrm flipV="1">
            <a:off x="6227763" y="5445125"/>
            <a:ext cx="1223962" cy="576263"/>
          </a:xfrm>
          <a:prstGeom prst="line">
            <a:avLst/>
          </a:prstGeom>
          <a:noFill/>
          <a:ln w="9525">
            <a:solidFill>
              <a:srgbClr val="FFFFFF"/>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tr-TR"/>
          </a:p>
        </p:txBody>
      </p:sp>
      <p:sp>
        <p:nvSpPr>
          <p:cNvPr id="6171" name="Text Box 29"/>
          <p:cNvSpPr txBox="1">
            <a:spLocks noChangeArrowheads="1"/>
          </p:cNvSpPr>
          <p:nvPr/>
        </p:nvSpPr>
        <p:spPr bwMode="auto">
          <a:xfrm>
            <a:off x="5292725" y="6021388"/>
            <a:ext cx="216058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Verdana" pitchFamily="34" charset="0"/>
              </a:defRPr>
            </a:lvl1pPr>
            <a:lvl2pPr marL="742950" indent="-285750" eaLnBrk="0" hangingPunct="0">
              <a:defRPr b="1">
                <a:solidFill>
                  <a:schemeClr val="tx1"/>
                </a:solidFill>
                <a:latin typeface="Verdana" pitchFamily="34" charset="0"/>
              </a:defRPr>
            </a:lvl2pPr>
            <a:lvl3pPr marL="1143000" indent="-228600" eaLnBrk="0" hangingPunct="0">
              <a:defRPr b="1">
                <a:solidFill>
                  <a:schemeClr val="tx1"/>
                </a:solidFill>
                <a:latin typeface="Verdana" pitchFamily="34" charset="0"/>
              </a:defRPr>
            </a:lvl3pPr>
            <a:lvl4pPr marL="1600200" indent="-228600" eaLnBrk="0" hangingPunct="0">
              <a:defRPr b="1">
                <a:solidFill>
                  <a:schemeClr val="tx1"/>
                </a:solidFill>
                <a:latin typeface="Verdana" pitchFamily="34" charset="0"/>
              </a:defRPr>
            </a:lvl4pPr>
            <a:lvl5pPr marL="2057400" indent="-228600" eaLnBrk="0" hangingPunct="0">
              <a:defRPr b="1">
                <a:solidFill>
                  <a:schemeClr val="tx1"/>
                </a:solidFill>
                <a:latin typeface="Verdana" pitchFamily="34" charset="0"/>
              </a:defRPr>
            </a:lvl5pPr>
            <a:lvl6pPr marL="2514600" indent="-228600" eaLnBrk="0" fontAlgn="base" hangingPunct="0">
              <a:spcBef>
                <a:spcPct val="0"/>
              </a:spcBef>
              <a:spcAft>
                <a:spcPct val="0"/>
              </a:spcAft>
              <a:defRPr b="1">
                <a:solidFill>
                  <a:schemeClr val="tx1"/>
                </a:solidFill>
                <a:latin typeface="Verdana" pitchFamily="34" charset="0"/>
              </a:defRPr>
            </a:lvl6pPr>
            <a:lvl7pPr marL="2971800" indent="-228600" eaLnBrk="0" fontAlgn="base" hangingPunct="0">
              <a:spcBef>
                <a:spcPct val="0"/>
              </a:spcBef>
              <a:spcAft>
                <a:spcPct val="0"/>
              </a:spcAft>
              <a:defRPr b="1">
                <a:solidFill>
                  <a:schemeClr val="tx1"/>
                </a:solidFill>
                <a:latin typeface="Verdana" pitchFamily="34" charset="0"/>
              </a:defRPr>
            </a:lvl7pPr>
            <a:lvl8pPr marL="3429000" indent="-228600" eaLnBrk="0" fontAlgn="base" hangingPunct="0">
              <a:spcBef>
                <a:spcPct val="0"/>
              </a:spcBef>
              <a:spcAft>
                <a:spcPct val="0"/>
              </a:spcAft>
              <a:defRPr b="1">
                <a:solidFill>
                  <a:schemeClr val="tx1"/>
                </a:solidFill>
                <a:latin typeface="Verdana" pitchFamily="34" charset="0"/>
              </a:defRPr>
            </a:lvl8pPr>
            <a:lvl9pPr marL="3886200" indent="-228600" eaLnBrk="0" fontAlgn="base" hangingPunct="0">
              <a:spcBef>
                <a:spcPct val="0"/>
              </a:spcBef>
              <a:spcAft>
                <a:spcPct val="0"/>
              </a:spcAft>
              <a:defRPr b="1">
                <a:solidFill>
                  <a:schemeClr val="tx1"/>
                </a:solidFill>
                <a:latin typeface="Verdana" pitchFamily="34" charset="0"/>
              </a:defRPr>
            </a:lvl9pPr>
          </a:lstStyle>
          <a:p>
            <a:pPr eaLnBrk="1" hangingPunct="1"/>
            <a:r>
              <a:rPr lang="tr-TR" sz="1200" b="0" dirty="0"/>
              <a:t>Güvenlik Politikaları zarar verilmesini engelleyemeyebilir.</a:t>
            </a:r>
          </a:p>
        </p:txBody>
      </p:sp>
    </p:spTree>
    <p:extLst>
      <p:ext uri="{BB962C8B-B14F-4D97-AF65-F5344CB8AC3E}">
        <p14:creationId xmlns:p14="http://schemas.microsoft.com/office/powerpoint/2010/main" val="28317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67544" y="332656"/>
            <a:ext cx="8229600" cy="634082"/>
          </a:xfrm>
          <a:noFill/>
          <a:ln>
            <a:noFill/>
          </a:ln>
        </p:spPr>
        <p:txBody>
          <a:bodyPr vert="horz" lIns="91440" tIns="45720" rIns="91440" bIns="45720" rtlCol="0" anchor="b">
            <a:normAutofit fontScale="90000"/>
          </a:bodyPr>
          <a:lstStyle/>
          <a:p>
            <a:r>
              <a:rPr kumimoji="1" lang="tr-TR" sz="3600" b="1" dirty="0">
                <a:latin typeface="Arial" charset="0"/>
                <a:ea typeface="+mn-ea"/>
                <a:cs typeface="+mn-cs"/>
              </a:rPr>
              <a:t>Derinlemesine Güvenlik</a:t>
            </a:r>
          </a:p>
        </p:txBody>
      </p:sp>
      <p:sp>
        <p:nvSpPr>
          <p:cNvPr id="7171" name="Rectangle 4"/>
          <p:cNvSpPr>
            <a:spLocks noGrp="1" noChangeArrowheads="1"/>
          </p:cNvSpPr>
          <p:nvPr>
            <p:ph type="body" sz="half" idx="1"/>
          </p:nvPr>
        </p:nvSpPr>
        <p:spPr/>
        <p:txBody>
          <a:bodyPr/>
          <a:lstStyle/>
          <a:p>
            <a:pPr eaLnBrk="1" hangingPunct="1"/>
            <a:r>
              <a:rPr lang="tr-TR" sz="2000" smtClean="0"/>
              <a:t>Bir katmanın geçilmiş olması sistemin ele geçirildiği anlamına gelmez.</a:t>
            </a:r>
          </a:p>
          <a:p>
            <a:pPr eaLnBrk="1" hangingPunct="1"/>
            <a:endParaRPr lang="tr-TR" sz="2000" smtClean="0"/>
          </a:p>
          <a:p>
            <a:pPr eaLnBrk="1" hangingPunct="1"/>
            <a:r>
              <a:rPr lang="tr-TR" sz="2000" smtClean="0"/>
              <a:t>Güvenliğin her açıdan ele alınmasını sağlar.</a:t>
            </a:r>
          </a:p>
          <a:p>
            <a:pPr eaLnBrk="1" hangingPunct="1"/>
            <a:endParaRPr lang="tr-TR" sz="2000" smtClean="0"/>
          </a:p>
          <a:p>
            <a:pPr eaLnBrk="1" hangingPunct="1"/>
            <a:r>
              <a:rPr lang="tr-TR" sz="2000" smtClean="0"/>
              <a:t>Başarıya ulaşması için idari kararlarla desteklenmesi gereklidir.</a:t>
            </a:r>
          </a:p>
        </p:txBody>
      </p:sp>
      <p:sp>
        <p:nvSpPr>
          <p:cNvPr id="7172" name="Rectangle 6"/>
          <p:cNvSpPr>
            <a:spLocks noChangeArrowheads="1"/>
          </p:cNvSpPr>
          <p:nvPr/>
        </p:nvSpPr>
        <p:spPr bwMode="auto">
          <a:xfrm>
            <a:off x="4716463" y="1270000"/>
            <a:ext cx="3455987" cy="4751388"/>
          </a:xfrm>
          <a:prstGeom prst="rect">
            <a:avLst/>
          </a:prstGeom>
          <a:gradFill rotWithShape="1">
            <a:gsLst>
              <a:gs pos="0">
                <a:srgbClr val="000080"/>
              </a:gs>
              <a:gs pos="100000">
                <a:schemeClr val="accent1"/>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7173" name="Text Box 7"/>
          <p:cNvSpPr txBox="1">
            <a:spLocks noChangeArrowheads="1"/>
          </p:cNvSpPr>
          <p:nvPr/>
        </p:nvSpPr>
        <p:spPr bwMode="auto">
          <a:xfrm>
            <a:off x="5005388" y="5518150"/>
            <a:ext cx="29511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Verdana" pitchFamily="34" charset="0"/>
              </a:defRPr>
            </a:lvl1pPr>
            <a:lvl2pPr marL="742950" indent="-285750" eaLnBrk="0" hangingPunct="0">
              <a:defRPr b="1">
                <a:solidFill>
                  <a:schemeClr val="tx1"/>
                </a:solidFill>
                <a:latin typeface="Verdana" pitchFamily="34" charset="0"/>
              </a:defRPr>
            </a:lvl2pPr>
            <a:lvl3pPr marL="1143000" indent="-228600" eaLnBrk="0" hangingPunct="0">
              <a:defRPr b="1">
                <a:solidFill>
                  <a:schemeClr val="tx1"/>
                </a:solidFill>
                <a:latin typeface="Verdana" pitchFamily="34" charset="0"/>
              </a:defRPr>
            </a:lvl3pPr>
            <a:lvl4pPr marL="1600200" indent="-228600" eaLnBrk="0" hangingPunct="0">
              <a:defRPr b="1">
                <a:solidFill>
                  <a:schemeClr val="tx1"/>
                </a:solidFill>
                <a:latin typeface="Verdana" pitchFamily="34" charset="0"/>
              </a:defRPr>
            </a:lvl4pPr>
            <a:lvl5pPr marL="2057400" indent="-228600" eaLnBrk="0" hangingPunct="0">
              <a:defRPr b="1">
                <a:solidFill>
                  <a:schemeClr val="tx1"/>
                </a:solidFill>
                <a:latin typeface="Verdana" pitchFamily="34" charset="0"/>
              </a:defRPr>
            </a:lvl5pPr>
            <a:lvl6pPr marL="2514600" indent="-228600" eaLnBrk="0" fontAlgn="base" hangingPunct="0">
              <a:spcBef>
                <a:spcPct val="0"/>
              </a:spcBef>
              <a:spcAft>
                <a:spcPct val="0"/>
              </a:spcAft>
              <a:defRPr b="1">
                <a:solidFill>
                  <a:schemeClr val="tx1"/>
                </a:solidFill>
                <a:latin typeface="Verdana" pitchFamily="34" charset="0"/>
              </a:defRPr>
            </a:lvl6pPr>
            <a:lvl7pPr marL="2971800" indent="-228600" eaLnBrk="0" fontAlgn="base" hangingPunct="0">
              <a:spcBef>
                <a:spcPct val="0"/>
              </a:spcBef>
              <a:spcAft>
                <a:spcPct val="0"/>
              </a:spcAft>
              <a:defRPr b="1">
                <a:solidFill>
                  <a:schemeClr val="tx1"/>
                </a:solidFill>
                <a:latin typeface="Verdana" pitchFamily="34" charset="0"/>
              </a:defRPr>
            </a:lvl7pPr>
            <a:lvl8pPr marL="3429000" indent="-228600" eaLnBrk="0" fontAlgn="base" hangingPunct="0">
              <a:spcBef>
                <a:spcPct val="0"/>
              </a:spcBef>
              <a:spcAft>
                <a:spcPct val="0"/>
              </a:spcAft>
              <a:defRPr b="1">
                <a:solidFill>
                  <a:schemeClr val="tx1"/>
                </a:solidFill>
                <a:latin typeface="Verdana" pitchFamily="34" charset="0"/>
              </a:defRPr>
            </a:lvl8pPr>
            <a:lvl9pPr marL="3886200" indent="-228600" eaLnBrk="0" fontAlgn="base" hangingPunct="0">
              <a:spcBef>
                <a:spcPct val="0"/>
              </a:spcBef>
              <a:spcAft>
                <a:spcPct val="0"/>
              </a:spcAft>
              <a:defRPr b="1">
                <a:solidFill>
                  <a:schemeClr val="tx1"/>
                </a:solidFill>
                <a:latin typeface="Verdana" pitchFamily="34" charset="0"/>
              </a:defRPr>
            </a:lvl9pPr>
          </a:lstStyle>
          <a:p>
            <a:pPr eaLnBrk="1" hangingPunct="1">
              <a:spcBef>
                <a:spcPct val="50000"/>
              </a:spcBef>
            </a:pPr>
            <a:r>
              <a:rPr lang="tr-TR" dirty="0">
                <a:solidFill>
                  <a:srgbClr val="FFFF00"/>
                </a:solidFill>
              </a:rPr>
              <a:t>Güvenlik Politikaları</a:t>
            </a:r>
          </a:p>
        </p:txBody>
      </p:sp>
      <p:sp>
        <p:nvSpPr>
          <p:cNvPr id="7174" name="Rectangle 8"/>
          <p:cNvSpPr>
            <a:spLocks noChangeArrowheads="1"/>
          </p:cNvSpPr>
          <p:nvPr/>
        </p:nvSpPr>
        <p:spPr bwMode="auto">
          <a:xfrm>
            <a:off x="4932363" y="4797425"/>
            <a:ext cx="2952750" cy="647700"/>
          </a:xfrm>
          <a:prstGeom prst="rect">
            <a:avLst/>
          </a:prstGeom>
          <a:ln/>
          <a:extLst/>
        </p:spPr>
        <p:style>
          <a:lnRef idx="2">
            <a:schemeClr val="dk1"/>
          </a:lnRef>
          <a:fillRef idx="1">
            <a:schemeClr val="lt1"/>
          </a:fillRef>
          <a:effectRef idx="0">
            <a:schemeClr val="dk1"/>
          </a:effectRef>
          <a:fontRef idx="minor">
            <a:schemeClr val="dk1"/>
          </a:fontRef>
        </p:style>
        <p:txBody>
          <a:bodyPr wrap="none" anchor="ctr"/>
          <a:lstStyle/>
          <a:p>
            <a:pPr algn="ctr"/>
            <a:r>
              <a:rPr lang="tr-TR" dirty="0"/>
              <a:t>Fiziksel Güvenlik</a:t>
            </a:r>
          </a:p>
        </p:txBody>
      </p:sp>
      <p:sp>
        <p:nvSpPr>
          <p:cNvPr id="7175" name="Rectangle 9"/>
          <p:cNvSpPr>
            <a:spLocks noChangeArrowheads="1"/>
          </p:cNvSpPr>
          <p:nvPr/>
        </p:nvSpPr>
        <p:spPr bwMode="auto">
          <a:xfrm>
            <a:off x="4932363" y="4149725"/>
            <a:ext cx="2952750" cy="649288"/>
          </a:xfrm>
          <a:prstGeom prst="rect">
            <a:avLst/>
          </a:prstGeom>
          <a:ln/>
          <a:extLst/>
        </p:spPr>
        <p:style>
          <a:lnRef idx="2">
            <a:schemeClr val="dk1"/>
          </a:lnRef>
          <a:fillRef idx="1">
            <a:schemeClr val="lt1"/>
          </a:fillRef>
          <a:effectRef idx="0">
            <a:schemeClr val="dk1"/>
          </a:effectRef>
          <a:fontRef idx="minor">
            <a:schemeClr val="dk1"/>
          </a:fontRef>
        </p:style>
        <p:txBody>
          <a:bodyPr wrap="none" anchor="ctr"/>
          <a:lstStyle/>
          <a:p>
            <a:pPr algn="ctr"/>
            <a:r>
              <a:rPr lang="tr-TR" dirty="0"/>
              <a:t>Ağ Güvenliği</a:t>
            </a:r>
          </a:p>
        </p:txBody>
      </p:sp>
      <p:sp>
        <p:nvSpPr>
          <p:cNvPr id="7176" name="Rectangle 10"/>
          <p:cNvSpPr>
            <a:spLocks noChangeArrowheads="1"/>
          </p:cNvSpPr>
          <p:nvPr/>
        </p:nvSpPr>
        <p:spPr bwMode="auto">
          <a:xfrm>
            <a:off x="4932363" y="2205038"/>
            <a:ext cx="2952750" cy="649287"/>
          </a:xfrm>
          <a:prstGeom prst="rect">
            <a:avLst/>
          </a:prstGeom>
          <a:ln/>
          <a:extLst/>
        </p:spPr>
        <p:style>
          <a:lnRef idx="2">
            <a:schemeClr val="dk1"/>
          </a:lnRef>
          <a:fillRef idx="1">
            <a:schemeClr val="lt1"/>
          </a:fillRef>
          <a:effectRef idx="0">
            <a:schemeClr val="dk1"/>
          </a:effectRef>
          <a:fontRef idx="minor">
            <a:schemeClr val="dk1"/>
          </a:fontRef>
        </p:style>
        <p:txBody>
          <a:bodyPr wrap="none" anchor="ctr"/>
          <a:lstStyle/>
          <a:p>
            <a:pPr algn="ctr"/>
            <a:r>
              <a:rPr lang="tr-TR" dirty="0"/>
              <a:t>Uygulama Güvenliği</a:t>
            </a:r>
          </a:p>
        </p:txBody>
      </p:sp>
      <p:sp>
        <p:nvSpPr>
          <p:cNvPr id="7177" name="Rectangle 11"/>
          <p:cNvSpPr>
            <a:spLocks noChangeArrowheads="1"/>
          </p:cNvSpPr>
          <p:nvPr/>
        </p:nvSpPr>
        <p:spPr bwMode="auto">
          <a:xfrm>
            <a:off x="4932363" y="2852738"/>
            <a:ext cx="2952750" cy="649287"/>
          </a:xfrm>
          <a:prstGeom prst="rect">
            <a:avLst/>
          </a:prstGeom>
          <a:ln/>
          <a:extLst/>
        </p:spPr>
        <p:style>
          <a:lnRef idx="2">
            <a:schemeClr val="dk1"/>
          </a:lnRef>
          <a:fillRef idx="1">
            <a:schemeClr val="lt1"/>
          </a:fillRef>
          <a:effectRef idx="0">
            <a:schemeClr val="dk1"/>
          </a:effectRef>
          <a:fontRef idx="minor">
            <a:schemeClr val="dk1"/>
          </a:fontRef>
        </p:style>
        <p:txBody>
          <a:bodyPr wrap="none" anchor="ctr"/>
          <a:lstStyle/>
          <a:p>
            <a:pPr algn="ctr"/>
            <a:r>
              <a:rPr lang="tr-TR" dirty="0"/>
              <a:t>Sunucu Güvenliği</a:t>
            </a:r>
          </a:p>
        </p:txBody>
      </p:sp>
      <p:sp>
        <p:nvSpPr>
          <p:cNvPr id="7178" name="Rectangle 13"/>
          <p:cNvSpPr>
            <a:spLocks noChangeArrowheads="1"/>
          </p:cNvSpPr>
          <p:nvPr/>
        </p:nvSpPr>
        <p:spPr bwMode="auto">
          <a:xfrm>
            <a:off x="4932363" y="3502025"/>
            <a:ext cx="2952750" cy="649288"/>
          </a:xfrm>
          <a:prstGeom prst="rect">
            <a:avLst/>
          </a:prstGeom>
          <a:ln/>
          <a:extLst/>
        </p:spPr>
        <p:style>
          <a:lnRef idx="2">
            <a:schemeClr val="dk1"/>
          </a:lnRef>
          <a:fillRef idx="1">
            <a:schemeClr val="lt1"/>
          </a:fillRef>
          <a:effectRef idx="0">
            <a:schemeClr val="dk1"/>
          </a:effectRef>
          <a:fontRef idx="minor">
            <a:schemeClr val="dk1"/>
          </a:fontRef>
        </p:style>
        <p:txBody>
          <a:bodyPr wrap="none" anchor="ctr"/>
          <a:lstStyle/>
          <a:p>
            <a:pPr algn="ctr"/>
            <a:r>
              <a:rPr lang="tr-TR" dirty="0"/>
              <a:t>Çevresel Güvenlik</a:t>
            </a:r>
          </a:p>
        </p:txBody>
      </p:sp>
      <p:sp>
        <p:nvSpPr>
          <p:cNvPr id="7179" name="Rectangle 15"/>
          <p:cNvSpPr>
            <a:spLocks noChangeArrowheads="1"/>
          </p:cNvSpPr>
          <p:nvPr/>
        </p:nvSpPr>
        <p:spPr bwMode="auto">
          <a:xfrm>
            <a:off x="4932363" y="1557338"/>
            <a:ext cx="2952750" cy="649287"/>
          </a:xfrm>
          <a:prstGeom prst="rect">
            <a:avLst/>
          </a:prstGeom>
          <a:ln/>
          <a:extLst/>
        </p:spPr>
        <p:style>
          <a:lnRef idx="2">
            <a:schemeClr val="dk1"/>
          </a:lnRef>
          <a:fillRef idx="1">
            <a:schemeClr val="lt1"/>
          </a:fillRef>
          <a:effectRef idx="0">
            <a:schemeClr val="dk1"/>
          </a:effectRef>
          <a:fontRef idx="minor">
            <a:schemeClr val="dk1"/>
          </a:fontRef>
        </p:style>
        <p:txBody>
          <a:bodyPr wrap="none" anchor="ctr"/>
          <a:lstStyle/>
          <a:p>
            <a:pPr algn="ctr"/>
            <a:r>
              <a:rPr lang="tr-TR" dirty="0"/>
              <a:t>Veri Güvenliği</a:t>
            </a:r>
          </a:p>
        </p:txBody>
      </p:sp>
    </p:spTree>
    <p:extLst>
      <p:ext uri="{BB962C8B-B14F-4D97-AF65-F5344CB8AC3E}">
        <p14:creationId xmlns:p14="http://schemas.microsoft.com/office/powerpoint/2010/main" val="2266665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274638"/>
            <a:ext cx="8229600" cy="561975"/>
          </a:xfrm>
          <a:noFill/>
          <a:ln>
            <a:noFill/>
          </a:ln>
        </p:spPr>
        <p:txBody>
          <a:bodyPr vert="horz" lIns="91440" tIns="45720" rIns="91440" bIns="45720" rtlCol="0" anchor="b">
            <a:normAutofit fontScale="90000"/>
          </a:bodyPr>
          <a:lstStyle/>
          <a:p>
            <a:r>
              <a:rPr kumimoji="1" lang="tr-TR" sz="3600" b="1" dirty="0">
                <a:latin typeface="Arial" charset="0"/>
                <a:ea typeface="+mn-ea"/>
                <a:cs typeface="+mn-cs"/>
              </a:rPr>
              <a:t>Güvenliğe etki eden faktörler</a:t>
            </a:r>
          </a:p>
        </p:txBody>
      </p:sp>
      <p:sp>
        <p:nvSpPr>
          <p:cNvPr id="8195" name="Oval 16"/>
          <p:cNvSpPr>
            <a:spLocks noChangeArrowheads="1"/>
          </p:cNvSpPr>
          <p:nvPr/>
        </p:nvSpPr>
        <p:spPr bwMode="auto">
          <a:xfrm>
            <a:off x="611188" y="836613"/>
            <a:ext cx="7880350" cy="5524500"/>
          </a:xfrm>
          <a:prstGeom prst="ellipse">
            <a:avLst/>
          </a:prstGeom>
          <a:gradFill rotWithShape="1">
            <a:gsLst>
              <a:gs pos="0">
                <a:srgbClr val="4A809E">
                  <a:alpha val="37000"/>
                </a:srgbClr>
              </a:gs>
              <a:gs pos="100000">
                <a:srgbClr val="223036">
                  <a:alpha val="46001"/>
                </a:srgbClr>
              </a:gs>
            </a:gsLst>
            <a:lin ang="5400000" scaled="1"/>
          </a:gradFill>
          <a:ln>
            <a:noFill/>
          </a:ln>
          <a:effectLst/>
          <a:extLst>
            <a:ext uri="{91240B29-F687-4F45-9708-019B960494DF}">
              <a14:hiddenLine xmlns:a14="http://schemas.microsoft.com/office/drawing/2010/main" w="9525" algn="ctr">
                <a:solidFill>
                  <a:schemeClr val="tx1"/>
                </a:solidFill>
                <a:round/>
                <a:headEnd type="none" w="sm" len="sm"/>
                <a:tailEnd type="none" w="sm" len="sm"/>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lIns="92075" tIns="46038" rIns="92075" bIns="46038" anchor="ctr">
            <a:spAutoFit/>
          </a:bodyPr>
          <a:lstStyle/>
          <a:p>
            <a:endParaRPr lang="tr-TR"/>
          </a:p>
        </p:txBody>
      </p:sp>
      <p:grpSp>
        <p:nvGrpSpPr>
          <p:cNvPr id="8196" name="Group 28"/>
          <p:cNvGrpSpPr>
            <a:grpSpLocks/>
          </p:cNvGrpSpPr>
          <p:nvPr/>
        </p:nvGrpSpPr>
        <p:grpSpPr bwMode="auto">
          <a:xfrm>
            <a:off x="1187450" y="1341438"/>
            <a:ext cx="6419850" cy="4954587"/>
            <a:chOff x="748" y="845"/>
            <a:chExt cx="4044" cy="3121"/>
          </a:xfrm>
        </p:grpSpPr>
        <p:pic>
          <p:nvPicPr>
            <p:cNvPr id="8197" name="Picture 17" descr="Connecting-systems"/>
            <p:cNvPicPr>
              <a:picLocks noChangeArrowheads="1"/>
            </p:cNvPicPr>
            <p:nvPr/>
          </p:nvPicPr>
          <p:blipFill>
            <a:blip r:embed="rId3">
              <a:extLst>
                <a:ext uri="{28A0092B-C50C-407E-A947-70E740481C1C}">
                  <a14:useLocalDpi xmlns:a14="http://schemas.microsoft.com/office/drawing/2010/main" val="0"/>
                </a:ext>
              </a:extLst>
            </a:blip>
            <a:srcRect l="11328" t="12096" r="14207" b="13824"/>
            <a:stretch>
              <a:fillRect/>
            </a:stretch>
          </p:blipFill>
          <p:spPr bwMode="auto">
            <a:xfrm>
              <a:off x="748" y="1207"/>
              <a:ext cx="1232" cy="1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8" name="Picture 18" descr="Connecting-people"/>
            <p:cNvPicPr>
              <a:picLocks noChangeAspect="1" noChangeArrowheads="1"/>
            </p:cNvPicPr>
            <p:nvPr/>
          </p:nvPicPr>
          <p:blipFill>
            <a:blip r:embed="rId4">
              <a:extLst>
                <a:ext uri="{28A0092B-C50C-407E-A947-70E740481C1C}">
                  <a14:useLocalDpi xmlns:a14="http://schemas.microsoft.com/office/drawing/2010/main" val="0"/>
                </a:ext>
              </a:extLst>
            </a:blip>
            <a:srcRect l="11281" t="9889" r="10817" b="9889"/>
            <a:stretch>
              <a:fillRect/>
            </a:stretch>
          </p:blipFill>
          <p:spPr bwMode="auto">
            <a:xfrm>
              <a:off x="2336" y="2750"/>
              <a:ext cx="1175" cy="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9" name="Picture 19" descr="businesses2"/>
            <p:cNvPicPr>
              <a:picLocks noChangeAspect="1" noChangeArrowheads="1"/>
            </p:cNvPicPr>
            <p:nvPr/>
          </p:nvPicPr>
          <p:blipFill>
            <a:blip r:embed="rId5">
              <a:extLst>
                <a:ext uri="{28A0092B-C50C-407E-A947-70E740481C1C}">
                  <a14:useLocalDpi xmlns:a14="http://schemas.microsoft.com/office/drawing/2010/main" val="0"/>
                </a:ext>
              </a:extLst>
            </a:blip>
            <a:srcRect l="9409" t="24384" r="11520" b="14017"/>
            <a:stretch>
              <a:fillRect/>
            </a:stretch>
          </p:blipFill>
          <p:spPr bwMode="auto">
            <a:xfrm>
              <a:off x="3560" y="1298"/>
              <a:ext cx="1232" cy="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0" name="Text Box 20"/>
            <p:cNvSpPr txBox="1">
              <a:spLocks noChangeArrowheads="1"/>
            </p:cNvSpPr>
            <p:nvPr/>
          </p:nvSpPr>
          <p:spPr bwMode="auto">
            <a:xfrm>
              <a:off x="839" y="845"/>
              <a:ext cx="11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Verdana" pitchFamily="34" charset="0"/>
                </a:defRPr>
              </a:lvl1pPr>
              <a:lvl2pPr marL="742950" indent="-285750" eaLnBrk="0" hangingPunct="0">
                <a:defRPr b="1">
                  <a:solidFill>
                    <a:schemeClr val="tx1"/>
                  </a:solidFill>
                  <a:latin typeface="Verdana" pitchFamily="34" charset="0"/>
                </a:defRPr>
              </a:lvl2pPr>
              <a:lvl3pPr marL="1143000" indent="-228600" eaLnBrk="0" hangingPunct="0">
                <a:defRPr b="1">
                  <a:solidFill>
                    <a:schemeClr val="tx1"/>
                  </a:solidFill>
                  <a:latin typeface="Verdana" pitchFamily="34" charset="0"/>
                </a:defRPr>
              </a:lvl3pPr>
              <a:lvl4pPr marL="1600200" indent="-228600" eaLnBrk="0" hangingPunct="0">
                <a:defRPr b="1">
                  <a:solidFill>
                    <a:schemeClr val="tx1"/>
                  </a:solidFill>
                  <a:latin typeface="Verdana" pitchFamily="34" charset="0"/>
                </a:defRPr>
              </a:lvl4pPr>
              <a:lvl5pPr marL="2057400" indent="-228600" eaLnBrk="0" hangingPunct="0">
                <a:defRPr b="1">
                  <a:solidFill>
                    <a:schemeClr val="tx1"/>
                  </a:solidFill>
                  <a:latin typeface="Verdana" pitchFamily="34" charset="0"/>
                </a:defRPr>
              </a:lvl5pPr>
              <a:lvl6pPr marL="2514600" indent="-228600" eaLnBrk="0" fontAlgn="base" hangingPunct="0">
                <a:spcBef>
                  <a:spcPct val="0"/>
                </a:spcBef>
                <a:spcAft>
                  <a:spcPct val="0"/>
                </a:spcAft>
                <a:defRPr b="1">
                  <a:solidFill>
                    <a:schemeClr val="tx1"/>
                  </a:solidFill>
                  <a:latin typeface="Verdana" pitchFamily="34" charset="0"/>
                </a:defRPr>
              </a:lvl6pPr>
              <a:lvl7pPr marL="2971800" indent="-228600" eaLnBrk="0" fontAlgn="base" hangingPunct="0">
                <a:spcBef>
                  <a:spcPct val="0"/>
                </a:spcBef>
                <a:spcAft>
                  <a:spcPct val="0"/>
                </a:spcAft>
                <a:defRPr b="1">
                  <a:solidFill>
                    <a:schemeClr val="tx1"/>
                  </a:solidFill>
                  <a:latin typeface="Verdana" pitchFamily="34" charset="0"/>
                </a:defRPr>
              </a:lvl7pPr>
              <a:lvl8pPr marL="3429000" indent="-228600" eaLnBrk="0" fontAlgn="base" hangingPunct="0">
                <a:spcBef>
                  <a:spcPct val="0"/>
                </a:spcBef>
                <a:spcAft>
                  <a:spcPct val="0"/>
                </a:spcAft>
                <a:defRPr b="1">
                  <a:solidFill>
                    <a:schemeClr val="tx1"/>
                  </a:solidFill>
                  <a:latin typeface="Verdana" pitchFamily="34" charset="0"/>
                </a:defRPr>
              </a:lvl8pPr>
              <a:lvl9pPr marL="3886200" indent="-228600" eaLnBrk="0" fontAlgn="base" hangingPunct="0">
                <a:spcBef>
                  <a:spcPct val="0"/>
                </a:spcBef>
                <a:spcAft>
                  <a:spcPct val="0"/>
                </a:spcAft>
                <a:defRPr b="1">
                  <a:solidFill>
                    <a:schemeClr val="tx1"/>
                  </a:solidFill>
                  <a:latin typeface="Verdana" pitchFamily="34" charset="0"/>
                </a:defRPr>
              </a:lvl9pPr>
            </a:lstStyle>
            <a:p>
              <a:pPr eaLnBrk="1" hangingPunct="1"/>
              <a:r>
                <a:rPr lang="tr-TR" sz="2800" dirty="0">
                  <a:latin typeface="Arial" charset="0"/>
                </a:rPr>
                <a:t>Teknoloji</a:t>
              </a:r>
              <a:endParaRPr lang="en-US" sz="2800" dirty="0">
                <a:latin typeface="Arial" charset="0"/>
              </a:endParaRPr>
            </a:p>
          </p:txBody>
        </p:sp>
        <p:sp>
          <p:nvSpPr>
            <p:cNvPr id="8201" name="Text Box 21"/>
            <p:cNvSpPr txBox="1">
              <a:spLocks noChangeArrowheads="1"/>
            </p:cNvSpPr>
            <p:nvPr/>
          </p:nvSpPr>
          <p:spPr bwMode="auto">
            <a:xfrm>
              <a:off x="3560" y="981"/>
              <a:ext cx="96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Verdana" pitchFamily="34" charset="0"/>
                </a:defRPr>
              </a:lvl1pPr>
              <a:lvl2pPr marL="742950" indent="-285750" eaLnBrk="0" hangingPunct="0">
                <a:defRPr b="1">
                  <a:solidFill>
                    <a:schemeClr val="tx1"/>
                  </a:solidFill>
                  <a:latin typeface="Verdana" pitchFamily="34" charset="0"/>
                </a:defRPr>
              </a:lvl2pPr>
              <a:lvl3pPr marL="1143000" indent="-228600" eaLnBrk="0" hangingPunct="0">
                <a:defRPr b="1">
                  <a:solidFill>
                    <a:schemeClr val="tx1"/>
                  </a:solidFill>
                  <a:latin typeface="Verdana" pitchFamily="34" charset="0"/>
                </a:defRPr>
              </a:lvl3pPr>
              <a:lvl4pPr marL="1600200" indent="-228600" eaLnBrk="0" hangingPunct="0">
                <a:defRPr b="1">
                  <a:solidFill>
                    <a:schemeClr val="tx1"/>
                  </a:solidFill>
                  <a:latin typeface="Verdana" pitchFamily="34" charset="0"/>
                </a:defRPr>
              </a:lvl4pPr>
              <a:lvl5pPr marL="2057400" indent="-228600" eaLnBrk="0" hangingPunct="0">
                <a:defRPr b="1">
                  <a:solidFill>
                    <a:schemeClr val="tx1"/>
                  </a:solidFill>
                  <a:latin typeface="Verdana" pitchFamily="34" charset="0"/>
                </a:defRPr>
              </a:lvl5pPr>
              <a:lvl6pPr marL="2514600" indent="-228600" eaLnBrk="0" fontAlgn="base" hangingPunct="0">
                <a:spcBef>
                  <a:spcPct val="0"/>
                </a:spcBef>
                <a:spcAft>
                  <a:spcPct val="0"/>
                </a:spcAft>
                <a:defRPr b="1">
                  <a:solidFill>
                    <a:schemeClr val="tx1"/>
                  </a:solidFill>
                  <a:latin typeface="Verdana" pitchFamily="34" charset="0"/>
                </a:defRPr>
              </a:lvl6pPr>
              <a:lvl7pPr marL="2971800" indent="-228600" eaLnBrk="0" fontAlgn="base" hangingPunct="0">
                <a:spcBef>
                  <a:spcPct val="0"/>
                </a:spcBef>
                <a:spcAft>
                  <a:spcPct val="0"/>
                </a:spcAft>
                <a:defRPr b="1">
                  <a:solidFill>
                    <a:schemeClr val="tx1"/>
                  </a:solidFill>
                  <a:latin typeface="Verdana" pitchFamily="34" charset="0"/>
                </a:defRPr>
              </a:lvl7pPr>
              <a:lvl8pPr marL="3429000" indent="-228600" eaLnBrk="0" fontAlgn="base" hangingPunct="0">
                <a:spcBef>
                  <a:spcPct val="0"/>
                </a:spcBef>
                <a:spcAft>
                  <a:spcPct val="0"/>
                </a:spcAft>
                <a:defRPr b="1">
                  <a:solidFill>
                    <a:schemeClr val="tx1"/>
                  </a:solidFill>
                  <a:latin typeface="Verdana" pitchFamily="34" charset="0"/>
                </a:defRPr>
              </a:lvl8pPr>
              <a:lvl9pPr marL="3886200" indent="-228600" eaLnBrk="0" fontAlgn="base" hangingPunct="0">
                <a:spcBef>
                  <a:spcPct val="0"/>
                </a:spcBef>
                <a:spcAft>
                  <a:spcPct val="0"/>
                </a:spcAft>
                <a:defRPr b="1">
                  <a:solidFill>
                    <a:schemeClr val="tx1"/>
                  </a:solidFill>
                  <a:latin typeface="Verdana" pitchFamily="34" charset="0"/>
                </a:defRPr>
              </a:lvl9pPr>
            </a:lstStyle>
            <a:p>
              <a:pPr eaLnBrk="1" hangingPunct="1"/>
              <a:r>
                <a:rPr lang="tr-TR" sz="2800" dirty="0">
                  <a:latin typeface="Arial" charset="0"/>
                </a:rPr>
                <a:t>İşlemler</a:t>
              </a:r>
              <a:endParaRPr lang="en-US" sz="2800" dirty="0">
                <a:latin typeface="Arial" charset="0"/>
              </a:endParaRPr>
            </a:p>
          </p:txBody>
        </p:sp>
        <p:sp>
          <p:nvSpPr>
            <p:cNvPr id="8202" name="Text Box 22"/>
            <p:cNvSpPr txBox="1">
              <a:spLocks noChangeArrowheads="1"/>
            </p:cNvSpPr>
            <p:nvPr/>
          </p:nvSpPr>
          <p:spPr bwMode="auto">
            <a:xfrm>
              <a:off x="2426" y="2432"/>
              <a:ext cx="9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Verdana" pitchFamily="34" charset="0"/>
                </a:defRPr>
              </a:lvl1pPr>
              <a:lvl2pPr marL="742950" indent="-285750" eaLnBrk="0" hangingPunct="0">
                <a:defRPr b="1">
                  <a:solidFill>
                    <a:schemeClr val="tx1"/>
                  </a:solidFill>
                  <a:latin typeface="Verdana" pitchFamily="34" charset="0"/>
                </a:defRPr>
              </a:lvl2pPr>
              <a:lvl3pPr marL="1143000" indent="-228600" eaLnBrk="0" hangingPunct="0">
                <a:defRPr b="1">
                  <a:solidFill>
                    <a:schemeClr val="tx1"/>
                  </a:solidFill>
                  <a:latin typeface="Verdana" pitchFamily="34" charset="0"/>
                </a:defRPr>
              </a:lvl3pPr>
              <a:lvl4pPr marL="1600200" indent="-228600" eaLnBrk="0" hangingPunct="0">
                <a:defRPr b="1">
                  <a:solidFill>
                    <a:schemeClr val="tx1"/>
                  </a:solidFill>
                  <a:latin typeface="Verdana" pitchFamily="34" charset="0"/>
                </a:defRPr>
              </a:lvl4pPr>
              <a:lvl5pPr marL="2057400" indent="-228600" eaLnBrk="0" hangingPunct="0">
                <a:defRPr b="1">
                  <a:solidFill>
                    <a:schemeClr val="tx1"/>
                  </a:solidFill>
                  <a:latin typeface="Verdana" pitchFamily="34" charset="0"/>
                </a:defRPr>
              </a:lvl5pPr>
              <a:lvl6pPr marL="2514600" indent="-228600" eaLnBrk="0" fontAlgn="base" hangingPunct="0">
                <a:spcBef>
                  <a:spcPct val="0"/>
                </a:spcBef>
                <a:spcAft>
                  <a:spcPct val="0"/>
                </a:spcAft>
                <a:defRPr b="1">
                  <a:solidFill>
                    <a:schemeClr val="tx1"/>
                  </a:solidFill>
                  <a:latin typeface="Verdana" pitchFamily="34" charset="0"/>
                </a:defRPr>
              </a:lvl6pPr>
              <a:lvl7pPr marL="2971800" indent="-228600" eaLnBrk="0" fontAlgn="base" hangingPunct="0">
                <a:spcBef>
                  <a:spcPct val="0"/>
                </a:spcBef>
                <a:spcAft>
                  <a:spcPct val="0"/>
                </a:spcAft>
                <a:defRPr b="1">
                  <a:solidFill>
                    <a:schemeClr val="tx1"/>
                  </a:solidFill>
                  <a:latin typeface="Verdana" pitchFamily="34" charset="0"/>
                </a:defRPr>
              </a:lvl7pPr>
              <a:lvl8pPr marL="3429000" indent="-228600" eaLnBrk="0" fontAlgn="base" hangingPunct="0">
                <a:spcBef>
                  <a:spcPct val="0"/>
                </a:spcBef>
                <a:spcAft>
                  <a:spcPct val="0"/>
                </a:spcAft>
                <a:defRPr b="1">
                  <a:solidFill>
                    <a:schemeClr val="tx1"/>
                  </a:solidFill>
                  <a:latin typeface="Verdana" pitchFamily="34" charset="0"/>
                </a:defRPr>
              </a:lvl8pPr>
              <a:lvl9pPr marL="3886200" indent="-228600" eaLnBrk="0" fontAlgn="base" hangingPunct="0">
                <a:spcBef>
                  <a:spcPct val="0"/>
                </a:spcBef>
                <a:spcAft>
                  <a:spcPct val="0"/>
                </a:spcAft>
                <a:defRPr b="1">
                  <a:solidFill>
                    <a:schemeClr val="tx1"/>
                  </a:solidFill>
                  <a:latin typeface="Verdana" pitchFamily="34" charset="0"/>
                </a:defRPr>
              </a:lvl9pPr>
            </a:lstStyle>
            <a:p>
              <a:pPr eaLnBrk="1" hangingPunct="1"/>
              <a:r>
                <a:rPr lang="tr-TR" sz="2800" dirty="0">
                  <a:latin typeface="Arial" charset="0"/>
                </a:rPr>
                <a:t>İnsanlar</a:t>
              </a:r>
              <a:endParaRPr lang="en-US" sz="2800" dirty="0">
                <a:latin typeface="Arial" charset="0"/>
              </a:endParaRPr>
            </a:p>
          </p:txBody>
        </p:sp>
        <p:pic>
          <p:nvPicPr>
            <p:cNvPr id="8203" name="Picture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64" y="1570"/>
              <a:ext cx="1489" cy="91"/>
            </a:xfrm>
            <a:prstGeom prst="rect">
              <a:avLst/>
            </a:prstGeom>
            <a:noFill/>
            <a:ln>
              <a:noFill/>
            </a:ln>
            <a:effectLst/>
            <a:extLst>
              <a:ext uri="{909E8E84-426E-40DD-AFC4-6F175D3DCCD1}">
                <a14:hiddenFill xmlns:a14="http://schemas.microsoft.com/office/drawing/2010/main">
                  <a:gradFill rotWithShape="1">
                    <a:gsLst>
                      <a:gs pos="0">
                        <a:srgbClr val="181847"/>
                      </a:gs>
                      <a:gs pos="100000">
                        <a:schemeClr val="accent2"/>
                      </a:gs>
                    </a:gsLst>
                    <a:lin ang="5400000" scaled="1"/>
                  </a:gra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204"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2572415">
              <a:off x="3424" y="2750"/>
              <a:ext cx="1145" cy="70"/>
            </a:xfrm>
            <a:prstGeom prst="rect">
              <a:avLst/>
            </a:prstGeom>
            <a:noFill/>
            <a:ln>
              <a:noFill/>
            </a:ln>
            <a:effectLst/>
            <a:extLst>
              <a:ext uri="{909E8E84-426E-40DD-AFC4-6F175D3DCCD1}">
                <a14:hiddenFill xmlns:a14="http://schemas.microsoft.com/office/drawing/2010/main">
                  <a:gradFill rotWithShape="1">
                    <a:gsLst>
                      <a:gs pos="0">
                        <a:srgbClr val="181847"/>
                      </a:gs>
                      <a:gs pos="100000">
                        <a:schemeClr val="accent2"/>
                      </a:gs>
                    </a:gsLst>
                    <a:lin ang="5400000" scaled="1"/>
                  </a:gra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205" name="Picture 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2655149">
              <a:off x="1292" y="2840"/>
              <a:ext cx="1145" cy="70"/>
            </a:xfrm>
            <a:prstGeom prst="rect">
              <a:avLst/>
            </a:prstGeom>
            <a:noFill/>
            <a:ln>
              <a:noFill/>
            </a:ln>
            <a:effectLst/>
            <a:extLst>
              <a:ext uri="{909E8E84-426E-40DD-AFC4-6F175D3DCCD1}">
                <a14:hiddenFill xmlns:a14="http://schemas.microsoft.com/office/drawing/2010/main">
                  <a:gradFill rotWithShape="1">
                    <a:gsLst>
                      <a:gs pos="0">
                        <a:srgbClr val="181847"/>
                      </a:gs>
                      <a:gs pos="100000">
                        <a:schemeClr val="accent2"/>
                      </a:gs>
                    </a:gsLst>
                    <a:lin ang="5400000" scaled="1"/>
                  </a:gra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226193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274638"/>
            <a:ext cx="8229600" cy="706090"/>
          </a:xfrm>
          <a:noFill/>
          <a:ln>
            <a:noFill/>
          </a:ln>
        </p:spPr>
        <p:txBody>
          <a:bodyPr vert="horz" lIns="91440" tIns="45720" rIns="91440" bIns="45720" rtlCol="0" anchor="b">
            <a:normAutofit/>
          </a:bodyPr>
          <a:lstStyle/>
          <a:p>
            <a:r>
              <a:rPr kumimoji="1" lang="tr-TR" sz="3600" b="1">
                <a:latin typeface="Arial" charset="0"/>
                <a:ea typeface="+mn-ea"/>
                <a:cs typeface="+mn-cs"/>
              </a:rPr>
              <a:t>Güvenlik için yapılması gerekenler</a:t>
            </a:r>
          </a:p>
        </p:txBody>
      </p:sp>
      <p:sp>
        <p:nvSpPr>
          <p:cNvPr id="9219" name="AutoShape 4"/>
          <p:cNvSpPr>
            <a:spLocks noChangeArrowheads="1"/>
          </p:cNvSpPr>
          <p:nvPr/>
        </p:nvSpPr>
        <p:spPr bwMode="auto">
          <a:xfrm>
            <a:off x="539750" y="1484313"/>
            <a:ext cx="2736850" cy="1441450"/>
          </a:xfrm>
          <a:prstGeom prst="roundRect">
            <a:avLst>
              <a:gd name="adj" fmla="val 16667"/>
            </a:avLst>
          </a:prstGeom>
          <a:gradFill rotWithShape="1">
            <a:gsLst>
              <a:gs pos="0">
                <a:srgbClr val="FFFF00"/>
              </a:gs>
              <a:gs pos="100000">
                <a:srgbClr val="767600"/>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a:r>
              <a:rPr lang="tr-TR"/>
              <a:t>Teknoloji</a:t>
            </a:r>
          </a:p>
        </p:txBody>
      </p:sp>
      <p:sp>
        <p:nvSpPr>
          <p:cNvPr id="9220" name="AutoShape 5"/>
          <p:cNvSpPr>
            <a:spLocks noChangeArrowheads="1"/>
          </p:cNvSpPr>
          <p:nvPr/>
        </p:nvSpPr>
        <p:spPr bwMode="auto">
          <a:xfrm>
            <a:off x="468313" y="3213100"/>
            <a:ext cx="2808287" cy="1512888"/>
          </a:xfrm>
          <a:prstGeom prst="roundRect">
            <a:avLst>
              <a:gd name="adj" fmla="val 16667"/>
            </a:avLst>
          </a:prstGeom>
          <a:gradFill rotWithShape="1">
            <a:gsLst>
              <a:gs pos="0">
                <a:srgbClr val="FFCC00"/>
              </a:gs>
              <a:gs pos="100000">
                <a:srgbClr val="765E00"/>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a:r>
              <a:rPr lang="tr-TR"/>
              <a:t>İşlemler</a:t>
            </a:r>
          </a:p>
        </p:txBody>
      </p:sp>
      <p:sp>
        <p:nvSpPr>
          <p:cNvPr id="9221" name="AutoShape 6"/>
          <p:cNvSpPr>
            <a:spLocks noChangeArrowheads="1"/>
          </p:cNvSpPr>
          <p:nvPr/>
        </p:nvSpPr>
        <p:spPr bwMode="auto">
          <a:xfrm>
            <a:off x="468313" y="5013325"/>
            <a:ext cx="2808287" cy="1441450"/>
          </a:xfrm>
          <a:prstGeom prst="roundRect">
            <a:avLst>
              <a:gd name="adj" fmla="val 16667"/>
            </a:avLst>
          </a:prstGeom>
          <a:gradFill rotWithShape="1">
            <a:gsLst>
              <a:gs pos="0">
                <a:srgbClr val="FF0000"/>
              </a:gs>
              <a:gs pos="100000">
                <a:srgbClr val="760000"/>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a:r>
              <a:rPr lang="tr-TR"/>
              <a:t>İnsanlar</a:t>
            </a:r>
          </a:p>
        </p:txBody>
      </p:sp>
      <p:sp>
        <p:nvSpPr>
          <p:cNvPr id="9222" name="AutoShape 7"/>
          <p:cNvSpPr>
            <a:spLocks noChangeArrowheads="1"/>
          </p:cNvSpPr>
          <p:nvPr/>
        </p:nvSpPr>
        <p:spPr bwMode="auto">
          <a:xfrm>
            <a:off x="3492500" y="1484313"/>
            <a:ext cx="4679950" cy="1512887"/>
          </a:xfrm>
          <a:prstGeom prst="roundRect">
            <a:avLst>
              <a:gd name="adj" fmla="val 16667"/>
            </a:avLst>
          </a:prstGeom>
          <a:gradFill rotWithShape="1">
            <a:gsLst>
              <a:gs pos="0">
                <a:srgbClr val="FFFF00"/>
              </a:gs>
              <a:gs pos="100000">
                <a:srgbClr val="767600"/>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vl="1">
              <a:buFontTx/>
              <a:buChar char="•"/>
            </a:pPr>
            <a:endParaRPr lang="tr-TR" b="0">
              <a:solidFill>
                <a:schemeClr val="bg1"/>
              </a:solidFill>
            </a:endParaRPr>
          </a:p>
          <a:p>
            <a:pPr>
              <a:buFontTx/>
              <a:buChar char="•"/>
            </a:pPr>
            <a:r>
              <a:rPr lang="tr-TR" b="0"/>
              <a:t>Zaafiyetleri bulmak ve gidermek</a:t>
            </a:r>
          </a:p>
          <a:p>
            <a:pPr>
              <a:buFontTx/>
              <a:buChar char="•"/>
            </a:pPr>
            <a:r>
              <a:rPr lang="tr-TR" b="0"/>
              <a:t>Gerekli yamaların yüklenmesi</a:t>
            </a:r>
          </a:p>
          <a:p>
            <a:pPr lvl="1">
              <a:buFontTx/>
              <a:buChar char="•"/>
            </a:pPr>
            <a:endParaRPr lang="tr-TR" b="0"/>
          </a:p>
        </p:txBody>
      </p:sp>
      <p:sp>
        <p:nvSpPr>
          <p:cNvPr id="9223" name="AutoShape 8"/>
          <p:cNvSpPr>
            <a:spLocks noChangeArrowheads="1"/>
          </p:cNvSpPr>
          <p:nvPr/>
        </p:nvSpPr>
        <p:spPr bwMode="auto">
          <a:xfrm>
            <a:off x="3563938" y="3213100"/>
            <a:ext cx="4608512" cy="1512888"/>
          </a:xfrm>
          <a:prstGeom prst="roundRect">
            <a:avLst>
              <a:gd name="adj" fmla="val 16667"/>
            </a:avLst>
          </a:prstGeom>
          <a:gradFill rotWithShape="1">
            <a:gsLst>
              <a:gs pos="0">
                <a:srgbClr val="FFCC00"/>
              </a:gs>
              <a:gs pos="100000">
                <a:srgbClr val="765E00"/>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FontTx/>
              <a:buChar char="•"/>
            </a:pPr>
            <a:r>
              <a:rPr lang="tr-TR" b="0"/>
              <a:t>Bütün sistemlerin gözlemlenmesi</a:t>
            </a:r>
          </a:p>
          <a:p>
            <a:pPr>
              <a:buFontTx/>
              <a:buChar char="•"/>
            </a:pPr>
            <a:r>
              <a:rPr lang="tr-TR" b="0"/>
              <a:t>Güvenlik politikaları oluşturmak</a:t>
            </a:r>
          </a:p>
          <a:p>
            <a:pPr>
              <a:buFontTx/>
              <a:buChar char="•"/>
            </a:pPr>
            <a:r>
              <a:rPr lang="tr-TR" b="0"/>
              <a:t>Genel güvenlik ilkelerini izlemek</a:t>
            </a:r>
          </a:p>
          <a:p>
            <a:pPr>
              <a:lnSpc>
                <a:spcPct val="90000"/>
              </a:lnSpc>
              <a:spcBef>
                <a:spcPct val="20000"/>
              </a:spcBef>
            </a:pPr>
            <a:endParaRPr lang="tr-TR">
              <a:solidFill>
                <a:schemeClr val="bg1"/>
              </a:solidFill>
            </a:endParaRPr>
          </a:p>
        </p:txBody>
      </p:sp>
      <p:sp>
        <p:nvSpPr>
          <p:cNvPr id="9224" name="AutoShape 9"/>
          <p:cNvSpPr>
            <a:spLocks noChangeArrowheads="1"/>
          </p:cNvSpPr>
          <p:nvPr/>
        </p:nvSpPr>
        <p:spPr bwMode="auto">
          <a:xfrm>
            <a:off x="3563938" y="5013325"/>
            <a:ext cx="4608512" cy="1441450"/>
          </a:xfrm>
          <a:prstGeom prst="roundRect">
            <a:avLst>
              <a:gd name="adj" fmla="val 16667"/>
            </a:avLst>
          </a:prstGeom>
          <a:gradFill rotWithShape="1">
            <a:gsLst>
              <a:gs pos="0">
                <a:srgbClr val="FF0000"/>
              </a:gs>
              <a:gs pos="100000">
                <a:srgbClr val="760000"/>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FontTx/>
              <a:buChar char="•"/>
            </a:pPr>
            <a:r>
              <a:rPr lang="tr-TR" b="0"/>
              <a:t>İnsanların bilgi seviyesini arttırmak</a:t>
            </a:r>
          </a:p>
          <a:p>
            <a:pPr>
              <a:buFontTx/>
              <a:buChar char="•"/>
            </a:pPr>
            <a:r>
              <a:rPr lang="tr-TR" b="0"/>
              <a:t>Güvenlik alışkanlıkları oluşturmak</a:t>
            </a:r>
          </a:p>
        </p:txBody>
      </p:sp>
      <p:pic>
        <p:nvPicPr>
          <p:cNvPr id="9225" name="Picture 11" descr="Connecting-systems"/>
          <p:cNvPicPr>
            <a:picLocks noChangeArrowheads="1"/>
          </p:cNvPicPr>
          <p:nvPr/>
        </p:nvPicPr>
        <p:blipFill>
          <a:blip r:embed="rId2">
            <a:extLst>
              <a:ext uri="{28A0092B-C50C-407E-A947-70E740481C1C}">
                <a14:useLocalDpi xmlns:a14="http://schemas.microsoft.com/office/drawing/2010/main" val="0"/>
              </a:ext>
            </a:extLst>
          </a:blip>
          <a:srcRect l="11328" t="12096" r="14207" b="13824"/>
          <a:stretch>
            <a:fillRect/>
          </a:stretch>
        </p:blipFill>
        <p:spPr bwMode="auto">
          <a:xfrm>
            <a:off x="684213" y="1700213"/>
            <a:ext cx="1081087" cy="115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6" name="Picture 12" descr="businesses2"/>
          <p:cNvPicPr>
            <a:picLocks noChangeAspect="1" noChangeArrowheads="1"/>
          </p:cNvPicPr>
          <p:nvPr/>
        </p:nvPicPr>
        <p:blipFill>
          <a:blip r:embed="rId3" cstate="print">
            <a:extLst>
              <a:ext uri="{28A0092B-C50C-407E-A947-70E740481C1C}">
                <a14:useLocalDpi xmlns:a14="http://schemas.microsoft.com/office/drawing/2010/main" val="0"/>
              </a:ext>
            </a:extLst>
          </a:blip>
          <a:srcRect l="9409" t="24384" r="11520" b="14017"/>
          <a:stretch>
            <a:fillRect/>
          </a:stretch>
        </p:blipFill>
        <p:spPr bwMode="auto">
          <a:xfrm>
            <a:off x="684213" y="3284538"/>
            <a:ext cx="1165225"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7" name="Picture 13" descr="Connecting-people"/>
          <p:cNvPicPr>
            <a:picLocks noChangeAspect="1" noChangeArrowheads="1"/>
          </p:cNvPicPr>
          <p:nvPr/>
        </p:nvPicPr>
        <p:blipFill>
          <a:blip r:embed="rId4" cstate="print">
            <a:extLst>
              <a:ext uri="{28A0092B-C50C-407E-A947-70E740481C1C}">
                <a14:useLocalDpi xmlns:a14="http://schemas.microsoft.com/office/drawing/2010/main" val="0"/>
              </a:ext>
            </a:extLst>
          </a:blip>
          <a:srcRect l="11281" t="9889" r="10817" b="9889"/>
          <a:stretch>
            <a:fillRect/>
          </a:stretch>
        </p:blipFill>
        <p:spPr bwMode="auto">
          <a:xfrm>
            <a:off x="684213" y="5157788"/>
            <a:ext cx="1169987" cy="121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56278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0" y="274638"/>
            <a:ext cx="8686800" cy="922114"/>
          </a:xfrm>
          <a:noFill/>
          <a:ln>
            <a:noFill/>
          </a:ln>
        </p:spPr>
        <p:txBody>
          <a:bodyPr vert="horz" lIns="91440" tIns="45720" rIns="91440" bIns="45720" rtlCol="0" anchor="b">
            <a:normAutofit fontScale="90000"/>
          </a:bodyPr>
          <a:lstStyle/>
          <a:p>
            <a:r>
              <a:rPr kumimoji="1" lang="tr-TR" sz="3600" b="1" dirty="0">
                <a:latin typeface="Arial" charset="0"/>
                <a:ea typeface="+mn-ea"/>
                <a:cs typeface="+mn-cs"/>
              </a:rPr>
              <a:t>Teknoloji: </a:t>
            </a:r>
            <a:r>
              <a:rPr kumimoji="1" lang="tr-TR" sz="3600" b="1" dirty="0" err="1">
                <a:latin typeface="Arial" charset="0"/>
                <a:ea typeface="+mn-ea"/>
                <a:cs typeface="+mn-cs"/>
              </a:rPr>
              <a:t>Zaafiyetleri</a:t>
            </a:r>
            <a:r>
              <a:rPr kumimoji="1" lang="tr-TR" sz="3600" b="1" dirty="0">
                <a:latin typeface="Arial" charset="0"/>
                <a:ea typeface="+mn-ea"/>
                <a:cs typeface="+mn-cs"/>
              </a:rPr>
              <a:t> bulmak ve gidermek</a:t>
            </a:r>
          </a:p>
        </p:txBody>
      </p:sp>
      <p:sp>
        <p:nvSpPr>
          <p:cNvPr id="10243" name="Rectangle 3"/>
          <p:cNvSpPr>
            <a:spLocks noGrp="1" noChangeArrowheads="1"/>
          </p:cNvSpPr>
          <p:nvPr>
            <p:ph type="body" idx="1"/>
          </p:nvPr>
        </p:nvSpPr>
        <p:spPr>
          <a:xfrm>
            <a:off x="3635375" y="1557338"/>
            <a:ext cx="1800225" cy="1008062"/>
          </a:xfrm>
        </p:spPr>
        <p:txBody>
          <a:bodyPr/>
          <a:lstStyle/>
          <a:p>
            <a:pPr eaLnBrk="1" hangingPunct="1">
              <a:buFontTx/>
              <a:buNone/>
            </a:pPr>
            <a:r>
              <a:rPr lang="tr-TR" sz="2000" b="1" smtClean="0"/>
              <a:t>Önleme </a:t>
            </a:r>
          </a:p>
          <a:p>
            <a:pPr eaLnBrk="1" hangingPunct="1">
              <a:buFontTx/>
              <a:buNone/>
            </a:pPr>
            <a:r>
              <a:rPr lang="tr-TR" sz="2000" b="1" smtClean="0"/>
              <a:t>(Prevention)</a:t>
            </a:r>
          </a:p>
        </p:txBody>
      </p:sp>
      <p:sp>
        <p:nvSpPr>
          <p:cNvPr id="10244" name="Rectangle 4"/>
          <p:cNvSpPr>
            <a:spLocks noChangeArrowheads="1"/>
          </p:cNvSpPr>
          <p:nvPr/>
        </p:nvSpPr>
        <p:spPr bwMode="auto">
          <a:xfrm>
            <a:off x="5794375" y="5229225"/>
            <a:ext cx="1943100" cy="93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90000"/>
              </a:lnSpc>
              <a:spcBef>
                <a:spcPct val="20000"/>
              </a:spcBef>
            </a:pPr>
            <a:r>
              <a:rPr lang="tr-TR" sz="2000">
                <a:latin typeface="Arial" charset="0"/>
              </a:rPr>
              <a:t>İzleme ve </a:t>
            </a:r>
          </a:p>
          <a:p>
            <a:pPr marL="342900" indent="-342900">
              <a:lnSpc>
                <a:spcPct val="90000"/>
              </a:lnSpc>
              <a:spcBef>
                <a:spcPct val="20000"/>
              </a:spcBef>
            </a:pPr>
            <a:r>
              <a:rPr lang="tr-TR" sz="2000">
                <a:latin typeface="Arial" charset="0"/>
              </a:rPr>
              <a:t>Fark Etme</a:t>
            </a:r>
          </a:p>
          <a:p>
            <a:pPr marL="342900" indent="-342900">
              <a:lnSpc>
                <a:spcPct val="90000"/>
              </a:lnSpc>
              <a:spcBef>
                <a:spcPct val="20000"/>
              </a:spcBef>
            </a:pPr>
            <a:r>
              <a:rPr lang="tr-TR" sz="2000">
                <a:latin typeface="Arial" charset="0"/>
              </a:rPr>
              <a:t>(Detection)</a:t>
            </a:r>
          </a:p>
        </p:txBody>
      </p:sp>
      <p:sp>
        <p:nvSpPr>
          <p:cNvPr id="10245" name="Rectangle 15"/>
          <p:cNvSpPr>
            <a:spLocks noChangeArrowheads="1"/>
          </p:cNvSpPr>
          <p:nvPr/>
        </p:nvSpPr>
        <p:spPr bwMode="auto">
          <a:xfrm>
            <a:off x="1185863" y="5086350"/>
            <a:ext cx="1873250"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90000"/>
              </a:lnSpc>
              <a:spcBef>
                <a:spcPct val="20000"/>
              </a:spcBef>
            </a:pPr>
            <a:r>
              <a:rPr lang="tr-TR" sz="2000" dirty="0">
                <a:latin typeface="Arial" charset="0"/>
              </a:rPr>
              <a:t>Tepki verme </a:t>
            </a:r>
          </a:p>
          <a:p>
            <a:pPr marL="342900" indent="-342900">
              <a:lnSpc>
                <a:spcPct val="90000"/>
              </a:lnSpc>
              <a:spcBef>
                <a:spcPct val="20000"/>
              </a:spcBef>
            </a:pPr>
            <a:r>
              <a:rPr lang="tr-TR" sz="2000" dirty="0">
                <a:latin typeface="Arial" charset="0"/>
              </a:rPr>
              <a:t>(</a:t>
            </a:r>
            <a:r>
              <a:rPr lang="tr-TR" sz="2000" dirty="0" err="1">
                <a:latin typeface="Arial" charset="0"/>
              </a:rPr>
              <a:t>Reaction</a:t>
            </a:r>
            <a:r>
              <a:rPr lang="tr-TR" sz="2000" dirty="0">
                <a:latin typeface="Arial" charset="0"/>
              </a:rPr>
              <a:t>)</a:t>
            </a:r>
          </a:p>
        </p:txBody>
      </p:sp>
      <p:grpSp>
        <p:nvGrpSpPr>
          <p:cNvPr id="10246" name="Group 27"/>
          <p:cNvGrpSpPr>
            <a:grpSpLocks noChangeAspect="1"/>
          </p:cNvGrpSpPr>
          <p:nvPr/>
        </p:nvGrpSpPr>
        <p:grpSpPr bwMode="auto">
          <a:xfrm>
            <a:off x="2925763" y="2420938"/>
            <a:ext cx="2941637" cy="2930525"/>
            <a:chOff x="1378" y="979"/>
            <a:chExt cx="2857" cy="2857"/>
          </a:xfrm>
        </p:grpSpPr>
        <p:sp>
          <p:nvSpPr>
            <p:cNvPr id="10256" name="AutoShape 28"/>
            <p:cNvSpPr>
              <a:spLocks noChangeAspect="1" noChangeArrowheads="1"/>
            </p:cNvSpPr>
            <p:nvPr/>
          </p:nvSpPr>
          <p:spPr bwMode="auto">
            <a:xfrm rot="-3400758">
              <a:off x="1378" y="979"/>
              <a:ext cx="2857" cy="2857"/>
            </a:xfrm>
            <a:custGeom>
              <a:avLst/>
              <a:gdLst>
                <a:gd name="T0" fmla="*/ 2571 w 21600"/>
                <a:gd name="T1" fmla="*/ 572 h 21600"/>
                <a:gd name="T2" fmla="*/ 1541 w 21600"/>
                <a:gd name="T3" fmla="*/ 108 h 21600"/>
                <a:gd name="T4" fmla="*/ 2406 w 21600"/>
                <a:gd name="T5" fmla="*/ 696 h 21600"/>
                <a:gd name="T6" fmla="*/ 3179 w 21600"/>
                <a:gd name="T7" fmla="*/ 1783 h 21600"/>
                <a:gd name="T8" fmla="*/ 2636 w 21600"/>
                <a:gd name="T9" fmla="*/ 2143 h 21600"/>
                <a:gd name="T10" fmla="*/ 2275 w 21600"/>
                <a:gd name="T11" fmla="*/ 1600 h 21600"/>
                <a:gd name="T12" fmla="*/ 0 60000 65536"/>
                <a:gd name="T13" fmla="*/ 0 60000 65536"/>
                <a:gd name="T14" fmla="*/ 0 60000 65536"/>
                <a:gd name="T15" fmla="*/ 0 60000 65536"/>
                <a:gd name="T16" fmla="*/ 0 60000 65536"/>
                <a:gd name="T17" fmla="*/ 0 60000 65536"/>
                <a:gd name="T18" fmla="*/ 3160 w 21600"/>
                <a:gd name="T19" fmla="*/ 3160 h 21600"/>
                <a:gd name="T20" fmla="*/ 18440 w 21600"/>
                <a:gd name="T21" fmla="*/ 1844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848" y="12630"/>
                  </a:moveTo>
                  <a:cubicBezTo>
                    <a:pt x="19970" y="12028"/>
                    <a:pt x="20032" y="11414"/>
                    <a:pt x="20032" y="10800"/>
                  </a:cubicBezTo>
                  <a:cubicBezTo>
                    <a:pt x="20032" y="6004"/>
                    <a:pt x="16359" y="2006"/>
                    <a:pt x="11580" y="1601"/>
                  </a:cubicBezTo>
                  <a:lnTo>
                    <a:pt x="11713" y="38"/>
                  </a:lnTo>
                  <a:cubicBezTo>
                    <a:pt x="17303" y="513"/>
                    <a:pt x="21600" y="5189"/>
                    <a:pt x="21600" y="10800"/>
                  </a:cubicBezTo>
                  <a:cubicBezTo>
                    <a:pt x="21600" y="11519"/>
                    <a:pt x="21528" y="12236"/>
                    <a:pt x="21385" y="12941"/>
                  </a:cubicBezTo>
                  <a:lnTo>
                    <a:pt x="24031" y="13477"/>
                  </a:lnTo>
                  <a:lnTo>
                    <a:pt x="19926" y="16201"/>
                  </a:lnTo>
                  <a:lnTo>
                    <a:pt x="17202" y="12095"/>
                  </a:lnTo>
                  <a:lnTo>
                    <a:pt x="19848" y="12630"/>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10257" name="Text Box 29"/>
            <p:cNvSpPr txBox="1">
              <a:spLocks noChangeAspect="1" noChangeArrowheads="1"/>
            </p:cNvSpPr>
            <p:nvPr/>
          </p:nvSpPr>
          <p:spPr bwMode="auto">
            <a:xfrm>
              <a:off x="2334" y="981"/>
              <a:ext cx="179"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b="1">
                  <a:solidFill>
                    <a:schemeClr val="tx1"/>
                  </a:solidFill>
                  <a:latin typeface="Verdana" pitchFamily="34" charset="0"/>
                </a:defRPr>
              </a:lvl1pPr>
              <a:lvl2pPr marL="742950" indent="-285750" eaLnBrk="0" hangingPunct="0">
                <a:defRPr b="1">
                  <a:solidFill>
                    <a:schemeClr val="tx1"/>
                  </a:solidFill>
                  <a:latin typeface="Verdana" pitchFamily="34" charset="0"/>
                </a:defRPr>
              </a:lvl2pPr>
              <a:lvl3pPr marL="1143000" indent="-228600" eaLnBrk="0" hangingPunct="0">
                <a:defRPr b="1">
                  <a:solidFill>
                    <a:schemeClr val="tx1"/>
                  </a:solidFill>
                  <a:latin typeface="Verdana" pitchFamily="34" charset="0"/>
                </a:defRPr>
              </a:lvl3pPr>
              <a:lvl4pPr marL="1600200" indent="-228600" eaLnBrk="0" hangingPunct="0">
                <a:defRPr b="1">
                  <a:solidFill>
                    <a:schemeClr val="tx1"/>
                  </a:solidFill>
                  <a:latin typeface="Verdana" pitchFamily="34" charset="0"/>
                </a:defRPr>
              </a:lvl4pPr>
              <a:lvl5pPr marL="2057400" indent="-228600" eaLnBrk="0" hangingPunct="0">
                <a:defRPr b="1">
                  <a:solidFill>
                    <a:schemeClr val="tx1"/>
                  </a:solidFill>
                  <a:latin typeface="Verdana" pitchFamily="34" charset="0"/>
                </a:defRPr>
              </a:lvl5pPr>
              <a:lvl6pPr marL="2514600" indent="-228600" eaLnBrk="0" fontAlgn="base" hangingPunct="0">
                <a:spcBef>
                  <a:spcPct val="0"/>
                </a:spcBef>
                <a:spcAft>
                  <a:spcPct val="0"/>
                </a:spcAft>
                <a:defRPr b="1">
                  <a:solidFill>
                    <a:schemeClr val="tx1"/>
                  </a:solidFill>
                  <a:latin typeface="Verdana" pitchFamily="34" charset="0"/>
                </a:defRPr>
              </a:lvl6pPr>
              <a:lvl7pPr marL="2971800" indent="-228600" eaLnBrk="0" fontAlgn="base" hangingPunct="0">
                <a:spcBef>
                  <a:spcPct val="0"/>
                </a:spcBef>
                <a:spcAft>
                  <a:spcPct val="0"/>
                </a:spcAft>
                <a:defRPr b="1">
                  <a:solidFill>
                    <a:schemeClr val="tx1"/>
                  </a:solidFill>
                  <a:latin typeface="Verdana" pitchFamily="34" charset="0"/>
                </a:defRPr>
              </a:lvl7pPr>
              <a:lvl8pPr marL="3429000" indent="-228600" eaLnBrk="0" fontAlgn="base" hangingPunct="0">
                <a:spcBef>
                  <a:spcPct val="0"/>
                </a:spcBef>
                <a:spcAft>
                  <a:spcPct val="0"/>
                </a:spcAft>
                <a:defRPr b="1">
                  <a:solidFill>
                    <a:schemeClr val="tx1"/>
                  </a:solidFill>
                  <a:latin typeface="Verdana" pitchFamily="34" charset="0"/>
                </a:defRPr>
              </a:lvl8pPr>
              <a:lvl9pPr marL="3886200" indent="-228600" eaLnBrk="0" fontAlgn="base" hangingPunct="0">
                <a:spcBef>
                  <a:spcPct val="0"/>
                </a:spcBef>
                <a:spcAft>
                  <a:spcPct val="0"/>
                </a:spcAft>
                <a:defRPr b="1">
                  <a:solidFill>
                    <a:schemeClr val="tx1"/>
                  </a:solidFill>
                  <a:latin typeface="Verdana" pitchFamily="34" charset="0"/>
                </a:defRPr>
              </a:lvl9pPr>
            </a:lstStyle>
            <a:p>
              <a:pPr eaLnBrk="1" hangingPunct="1"/>
              <a:endParaRPr lang="da-DK"/>
            </a:p>
          </p:txBody>
        </p:sp>
      </p:grpSp>
      <p:grpSp>
        <p:nvGrpSpPr>
          <p:cNvPr id="10247" name="Group 30"/>
          <p:cNvGrpSpPr>
            <a:grpSpLocks noChangeAspect="1"/>
          </p:cNvGrpSpPr>
          <p:nvPr/>
        </p:nvGrpSpPr>
        <p:grpSpPr bwMode="auto">
          <a:xfrm>
            <a:off x="3113088" y="2592388"/>
            <a:ext cx="2908300" cy="2898775"/>
            <a:chOff x="1430" y="1066"/>
            <a:chExt cx="2857" cy="2857"/>
          </a:xfrm>
        </p:grpSpPr>
        <p:sp>
          <p:nvSpPr>
            <p:cNvPr id="10254" name="AutoShape 31"/>
            <p:cNvSpPr>
              <a:spLocks noChangeAspect="1" noChangeArrowheads="1"/>
            </p:cNvSpPr>
            <p:nvPr/>
          </p:nvSpPr>
          <p:spPr bwMode="auto">
            <a:xfrm rot="3905393">
              <a:off x="1430" y="1066"/>
              <a:ext cx="2857" cy="2857"/>
            </a:xfrm>
            <a:custGeom>
              <a:avLst/>
              <a:gdLst>
                <a:gd name="T0" fmla="*/ 2571 w 21600"/>
                <a:gd name="T1" fmla="*/ 572 h 21600"/>
                <a:gd name="T2" fmla="*/ 1541 w 21600"/>
                <a:gd name="T3" fmla="*/ 108 h 21600"/>
                <a:gd name="T4" fmla="*/ 2406 w 21600"/>
                <a:gd name="T5" fmla="*/ 696 h 21600"/>
                <a:gd name="T6" fmla="*/ 3179 w 21600"/>
                <a:gd name="T7" fmla="*/ 1783 h 21600"/>
                <a:gd name="T8" fmla="*/ 2636 w 21600"/>
                <a:gd name="T9" fmla="*/ 2143 h 21600"/>
                <a:gd name="T10" fmla="*/ 2275 w 21600"/>
                <a:gd name="T11" fmla="*/ 1600 h 21600"/>
                <a:gd name="T12" fmla="*/ 0 60000 65536"/>
                <a:gd name="T13" fmla="*/ 0 60000 65536"/>
                <a:gd name="T14" fmla="*/ 0 60000 65536"/>
                <a:gd name="T15" fmla="*/ 0 60000 65536"/>
                <a:gd name="T16" fmla="*/ 0 60000 65536"/>
                <a:gd name="T17" fmla="*/ 0 60000 65536"/>
                <a:gd name="T18" fmla="*/ 3160 w 21600"/>
                <a:gd name="T19" fmla="*/ 3160 h 21600"/>
                <a:gd name="T20" fmla="*/ 18440 w 21600"/>
                <a:gd name="T21" fmla="*/ 1844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848" y="12630"/>
                  </a:moveTo>
                  <a:cubicBezTo>
                    <a:pt x="19970" y="12028"/>
                    <a:pt x="20032" y="11414"/>
                    <a:pt x="20032" y="10800"/>
                  </a:cubicBezTo>
                  <a:cubicBezTo>
                    <a:pt x="20032" y="6004"/>
                    <a:pt x="16359" y="2006"/>
                    <a:pt x="11580" y="1601"/>
                  </a:cubicBezTo>
                  <a:lnTo>
                    <a:pt x="11713" y="38"/>
                  </a:lnTo>
                  <a:cubicBezTo>
                    <a:pt x="17303" y="513"/>
                    <a:pt x="21600" y="5189"/>
                    <a:pt x="21600" y="10800"/>
                  </a:cubicBezTo>
                  <a:cubicBezTo>
                    <a:pt x="21600" y="11519"/>
                    <a:pt x="21528" y="12236"/>
                    <a:pt x="21385" y="12941"/>
                  </a:cubicBezTo>
                  <a:lnTo>
                    <a:pt x="24031" y="13477"/>
                  </a:lnTo>
                  <a:lnTo>
                    <a:pt x="19926" y="16201"/>
                  </a:lnTo>
                  <a:lnTo>
                    <a:pt x="17202" y="12095"/>
                  </a:lnTo>
                  <a:lnTo>
                    <a:pt x="19848" y="12630"/>
                  </a:lnTo>
                  <a:close/>
                </a:path>
              </a:pathLst>
            </a:cu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10255" name="Text Box 32"/>
            <p:cNvSpPr txBox="1">
              <a:spLocks noChangeAspect="1" noChangeArrowheads="1"/>
            </p:cNvSpPr>
            <p:nvPr/>
          </p:nvSpPr>
          <p:spPr bwMode="auto">
            <a:xfrm rot="17998949">
              <a:off x="3612" y="3186"/>
              <a:ext cx="455" cy="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defRPr b="1">
                  <a:solidFill>
                    <a:schemeClr val="tx1"/>
                  </a:solidFill>
                  <a:latin typeface="Verdana" pitchFamily="34" charset="0"/>
                </a:defRPr>
              </a:lvl1pPr>
              <a:lvl2pPr marL="742950" indent="-285750" eaLnBrk="0" hangingPunct="0">
                <a:defRPr b="1">
                  <a:solidFill>
                    <a:schemeClr val="tx1"/>
                  </a:solidFill>
                  <a:latin typeface="Verdana" pitchFamily="34" charset="0"/>
                </a:defRPr>
              </a:lvl2pPr>
              <a:lvl3pPr marL="1143000" indent="-228600" eaLnBrk="0" hangingPunct="0">
                <a:defRPr b="1">
                  <a:solidFill>
                    <a:schemeClr val="tx1"/>
                  </a:solidFill>
                  <a:latin typeface="Verdana" pitchFamily="34" charset="0"/>
                </a:defRPr>
              </a:lvl3pPr>
              <a:lvl4pPr marL="1600200" indent="-228600" eaLnBrk="0" hangingPunct="0">
                <a:defRPr b="1">
                  <a:solidFill>
                    <a:schemeClr val="tx1"/>
                  </a:solidFill>
                  <a:latin typeface="Verdana" pitchFamily="34" charset="0"/>
                </a:defRPr>
              </a:lvl4pPr>
              <a:lvl5pPr marL="2057400" indent="-228600" eaLnBrk="0" hangingPunct="0">
                <a:defRPr b="1">
                  <a:solidFill>
                    <a:schemeClr val="tx1"/>
                  </a:solidFill>
                  <a:latin typeface="Verdana" pitchFamily="34" charset="0"/>
                </a:defRPr>
              </a:lvl5pPr>
              <a:lvl6pPr marL="2514600" indent="-228600" eaLnBrk="0" fontAlgn="base" hangingPunct="0">
                <a:spcBef>
                  <a:spcPct val="0"/>
                </a:spcBef>
                <a:spcAft>
                  <a:spcPct val="0"/>
                </a:spcAft>
                <a:defRPr b="1">
                  <a:solidFill>
                    <a:schemeClr val="tx1"/>
                  </a:solidFill>
                  <a:latin typeface="Verdana" pitchFamily="34" charset="0"/>
                </a:defRPr>
              </a:lvl6pPr>
              <a:lvl7pPr marL="2971800" indent="-228600" eaLnBrk="0" fontAlgn="base" hangingPunct="0">
                <a:spcBef>
                  <a:spcPct val="0"/>
                </a:spcBef>
                <a:spcAft>
                  <a:spcPct val="0"/>
                </a:spcAft>
                <a:defRPr b="1">
                  <a:solidFill>
                    <a:schemeClr val="tx1"/>
                  </a:solidFill>
                  <a:latin typeface="Verdana" pitchFamily="34" charset="0"/>
                </a:defRPr>
              </a:lvl7pPr>
              <a:lvl8pPr marL="3429000" indent="-228600" eaLnBrk="0" fontAlgn="base" hangingPunct="0">
                <a:spcBef>
                  <a:spcPct val="0"/>
                </a:spcBef>
                <a:spcAft>
                  <a:spcPct val="0"/>
                </a:spcAft>
                <a:defRPr b="1">
                  <a:solidFill>
                    <a:schemeClr val="tx1"/>
                  </a:solidFill>
                  <a:latin typeface="Verdana" pitchFamily="34" charset="0"/>
                </a:defRPr>
              </a:lvl8pPr>
              <a:lvl9pPr marL="3886200" indent="-228600" eaLnBrk="0" fontAlgn="base" hangingPunct="0">
                <a:spcBef>
                  <a:spcPct val="0"/>
                </a:spcBef>
                <a:spcAft>
                  <a:spcPct val="0"/>
                </a:spcAft>
                <a:defRPr b="1">
                  <a:solidFill>
                    <a:schemeClr val="tx1"/>
                  </a:solidFill>
                  <a:latin typeface="Verdana" pitchFamily="34" charset="0"/>
                </a:defRPr>
              </a:lvl9pPr>
            </a:lstStyle>
            <a:p>
              <a:pPr eaLnBrk="1" hangingPunct="1"/>
              <a:endParaRPr lang="da-DK"/>
            </a:p>
          </p:txBody>
        </p:sp>
      </p:grpSp>
      <p:grpSp>
        <p:nvGrpSpPr>
          <p:cNvPr id="10248" name="Group 33"/>
          <p:cNvGrpSpPr>
            <a:grpSpLocks noChangeAspect="1"/>
          </p:cNvGrpSpPr>
          <p:nvPr/>
        </p:nvGrpSpPr>
        <p:grpSpPr bwMode="auto">
          <a:xfrm>
            <a:off x="2697720" y="2652713"/>
            <a:ext cx="3122055" cy="2930525"/>
            <a:chOff x="1122" y="1121"/>
            <a:chExt cx="3032" cy="2857"/>
          </a:xfrm>
        </p:grpSpPr>
        <p:sp>
          <p:nvSpPr>
            <p:cNvPr id="10252" name="AutoShape 34"/>
            <p:cNvSpPr>
              <a:spLocks noChangeAspect="1" noChangeArrowheads="1"/>
            </p:cNvSpPr>
            <p:nvPr/>
          </p:nvSpPr>
          <p:spPr bwMode="auto">
            <a:xfrm rot="-10598983">
              <a:off x="1297" y="1121"/>
              <a:ext cx="2857" cy="2857"/>
            </a:xfrm>
            <a:custGeom>
              <a:avLst/>
              <a:gdLst>
                <a:gd name="T0" fmla="*/ 2571 w 21600"/>
                <a:gd name="T1" fmla="*/ 572 h 21600"/>
                <a:gd name="T2" fmla="*/ 1541 w 21600"/>
                <a:gd name="T3" fmla="*/ 108 h 21600"/>
                <a:gd name="T4" fmla="*/ 2406 w 21600"/>
                <a:gd name="T5" fmla="*/ 696 h 21600"/>
                <a:gd name="T6" fmla="*/ 3179 w 21600"/>
                <a:gd name="T7" fmla="*/ 1783 h 21600"/>
                <a:gd name="T8" fmla="*/ 2636 w 21600"/>
                <a:gd name="T9" fmla="*/ 2143 h 21600"/>
                <a:gd name="T10" fmla="*/ 2275 w 21600"/>
                <a:gd name="T11" fmla="*/ 1600 h 21600"/>
                <a:gd name="T12" fmla="*/ 0 60000 65536"/>
                <a:gd name="T13" fmla="*/ 0 60000 65536"/>
                <a:gd name="T14" fmla="*/ 0 60000 65536"/>
                <a:gd name="T15" fmla="*/ 0 60000 65536"/>
                <a:gd name="T16" fmla="*/ 0 60000 65536"/>
                <a:gd name="T17" fmla="*/ 0 60000 65536"/>
                <a:gd name="T18" fmla="*/ 3160 w 21600"/>
                <a:gd name="T19" fmla="*/ 3160 h 21600"/>
                <a:gd name="T20" fmla="*/ 18440 w 21600"/>
                <a:gd name="T21" fmla="*/ 1844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848" y="12630"/>
                  </a:moveTo>
                  <a:cubicBezTo>
                    <a:pt x="19970" y="12028"/>
                    <a:pt x="20032" y="11414"/>
                    <a:pt x="20032" y="10800"/>
                  </a:cubicBezTo>
                  <a:cubicBezTo>
                    <a:pt x="20032" y="6004"/>
                    <a:pt x="16359" y="2006"/>
                    <a:pt x="11580" y="1601"/>
                  </a:cubicBezTo>
                  <a:lnTo>
                    <a:pt x="11713" y="38"/>
                  </a:lnTo>
                  <a:cubicBezTo>
                    <a:pt x="17303" y="513"/>
                    <a:pt x="21600" y="5189"/>
                    <a:pt x="21600" y="10800"/>
                  </a:cubicBezTo>
                  <a:cubicBezTo>
                    <a:pt x="21600" y="11519"/>
                    <a:pt x="21528" y="12236"/>
                    <a:pt x="21385" y="12941"/>
                  </a:cubicBezTo>
                  <a:lnTo>
                    <a:pt x="24031" y="13477"/>
                  </a:lnTo>
                  <a:lnTo>
                    <a:pt x="19926" y="16201"/>
                  </a:lnTo>
                  <a:lnTo>
                    <a:pt x="17202" y="12095"/>
                  </a:lnTo>
                  <a:lnTo>
                    <a:pt x="19848" y="12630"/>
                  </a:lnTo>
                  <a:close/>
                </a:path>
              </a:pathLst>
            </a:cu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10253" name="Text Box 35"/>
            <p:cNvSpPr txBox="1">
              <a:spLocks noChangeAspect="1" noChangeArrowheads="1"/>
            </p:cNvSpPr>
            <p:nvPr/>
          </p:nvSpPr>
          <p:spPr bwMode="auto">
            <a:xfrm rot="3489135">
              <a:off x="942" y="2961"/>
              <a:ext cx="450" cy="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spAutoFit/>
            </a:bodyPr>
            <a:lstStyle>
              <a:lvl1pPr eaLnBrk="0" hangingPunct="0">
                <a:defRPr b="1">
                  <a:solidFill>
                    <a:schemeClr val="tx1"/>
                  </a:solidFill>
                  <a:latin typeface="Verdana" pitchFamily="34" charset="0"/>
                </a:defRPr>
              </a:lvl1pPr>
              <a:lvl2pPr marL="742950" indent="-285750" eaLnBrk="0" hangingPunct="0">
                <a:defRPr b="1">
                  <a:solidFill>
                    <a:schemeClr val="tx1"/>
                  </a:solidFill>
                  <a:latin typeface="Verdana" pitchFamily="34" charset="0"/>
                </a:defRPr>
              </a:lvl2pPr>
              <a:lvl3pPr marL="1143000" indent="-228600" eaLnBrk="0" hangingPunct="0">
                <a:defRPr b="1">
                  <a:solidFill>
                    <a:schemeClr val="tx1"/>
                  </a:solidFill>
                  <a:latin typeface="Verdana" pitchFamily="34" charset="0"/>
                </a:defRPr>
              </a:lvl3pPr>
              <a:lvl4pPr marL="1600200" indent="-228600" eaLnBrk="0" hangingPunct="0">
                <a:defRPr b="1">
                  <a:solidFill>
                    <a:schemeClr val="tx1"/>
                  </a:solidFill>
                  <a:latin typeface="Verdana" pitchFamily="34" charset="0"/>
                </a:defRPr>
              </a:lvl4pPr>
              <a:lvl5pPr marL="2057400" indent="-228600" eaLnBrk="0" hangingPunct="0">
                <a:defRPr b="1">
                  <a:solidFill>
                    <a:schemeClr val="tx1"/>
                  </a:solidFill>
                  <a:latin typeface="Verdana" pitchFamily="34" charset="0"/>
                </a:defRPr>
              </a:lvl5pPr>
              <a:lvl6pPr marL="2514600" indent="-228600" eaLnBrk="0" fontAlgn="base" hangingPunct="0">
                <a:spcBef>
                  <a:spcPct val="0"/>
                </a:spcBef>
                <a:spcAft>
                  <a:spcPct val="0"/>
                </a:spcAft>
                <a:defRPr b="1">
                  <a:solidFill>
                    <a:schemeClr val="tx1"/>
                  </a:solidFill>
                  <a:latin typeface="Verdana" pitchFamily="34" charset="0"/>
                </a:defRPr>
              </a:lvl6pPr>
              <a:lvl7pPr marL="2971800" indent="-228600" eaLnBrk="0" fontAlgn="base" hangingPunct="0">
                <a:spcBef>
                  <a:spcPct val="0"/>
                </a:spcBef>
                <a:spcAft>
                  <a:spcPct val="0"/>
                </a:spcAft>
                <a:defRPr b="1">
                  <a:solidFill>
                    <a:schemeClr val="tx1"/>
                  </a:solidFill>
                  <a:latin typeface="Verdana" pitchFamily="34" charset="0"/>
                </a:defRPr>
              </a:lvl7pPr>
              <a:lvl8pPr marL="3429000" indent="-228600" eaLnBrk="0" fontAlgn="base" hangingPunct="0">
                <a:spcBef>
                  <a:spcPct val="0"/>
                </a:spcBef>
                <a:spcAft>
                  <a:spcPct val="0"/>
                </a:spcAft>
                <a:defRPr b="1">
                  <a:solidFill>
                    <a:schemeClr val="tx1"/>
                  </a:solidFill>
                  <a:latin typeface="Verdana" pitchFamily="34" charset="0"/>
                </a:defRPr>
              </a:lvl8pPr>
              <a:lvl9pPr marL="3886200" indent="-228600" eaLnBrk="0" fontAlgn="base" hangingPunct="0">
                <a:spcBef>
                  <a:spcPct val="0"/>
                </a:spcBef>
                <a:spcAft>
                  <a:spcPct val="0"/>
                </a:spcAft>
                <a:defRPr b="1">
                  <a:solidFill>
                    <a:schemeClr val="tx1"/>
                  </a:solidFill>
                  <a:latin typeface="Verdana" pitchFamily="34" charset="0"/>
                </a:defRPr>
              </a:lvl9pPr>
            </a:lstStyle>
            <a:p>
              <a:pPr eaLnBrk="1" hangingPunct="1"/>
              <a:endParaRPr lang="da-DK"/>
            </a:p>
          </p:txBody>
        </p:sp>
      </p:grpSp>
      <p:pic>
        <p:nvPicPr>
          <p:cNvPr id="10249" name="Picture 38" descr="e4hy3hme[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07263" y="5013325"/>
            <a:ext cx="1030287"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0" name="Picture 39" descr="atobbfvw[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0825" y="5013325"/>
            <a:ext cx="901700" cy="101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1" name="Picture 41" descr="vhhlkku1[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92725" y="1484313"/>
            <a:ext cx="865188" cy="84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86772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274638"/>
            <a:ext cx="8229600" cy="850106"/>
          </a:xfrm>
          <a:noFill/>
          <a:ln>
            <a:noFill/>
          </a:ln>
        </p:spPr>
        <p:txBody>
          <a:bodyPr vert="horz" lIns="91440" tIns="45720" rIns="91440" bIns="45720" rtlCol="0" anchor="b">
            <a:normAutofit fontScale="90000"/>
          </a:bodyPr>
          <a:lstStyle/>
          <a:p>
            <a:r>
              <a:rPr kumimoji="1" lang="tr-TR" sz="3600" b="1" dirty="0">
                <a:latin typeface="Arial" charset="0"/>
                <a:ea typeface="+mn-ea"/>
                <a:cs typeface="+mn-cs"/>
              </a:rPr>
              <a:t>Teknoloji: Gerekli yamaların yüklenmesi</a:t>
            </a:r>
          </a:p>
        </p:txBody>
      </p:sp>
      <p:sp>
        <p:nvSpPr>
          <p:cNvPr id="11267" name="Rectangle 3"/>
          <p:cNvSpPr>
            <a:spLocks noGrp="1" noChangeArrowheads="1"/>
          </p:cNvSpPr>
          <p:nvPr>
            <p:ph type="body" idx="1"/>
          </p:nvPr>
        </p:nvSpPr>
        <p:spPr/>
        <p:txBody>
          <a:bodyPr/>
          <a:lstStyle/>
          <a:p>
            <a:pPr eaLnBrk="1" hangingPunct="1"/>
            <a:r>
              <a:rPr lang="tr-TR" sz="2000" b="1" dirty="0" smtClean="0"/>
              <a:t>Microsoft ürün güncellemeleri</a:t>
            </a:r>
          </a:p>
          <a:p>
            <a:pPr lvl="1" eaLnBrk="1" hangingPunct="1"/>
            <a:r>
              <a:rPr lang="tr-TR" sz="2000" dirty="0" smtClean="0"/>
              <a:t>Service </a:t>
            </a:r>
            <a:r>
              <a:rPr lang="tr-TR" sz="2000" dirty="0" err="1" smtClean="0"/>
              <a:t>Packler</a:t>
            </a:r>
            <a:endParaRPr lang="tr-TR" sz="2000" dirty="0" smtClean="0"/>
          </a:p>
          <a:p>
            <a:pPr lvl="1" eaLnBrk="1" hangingPunct="1"/>
            <a:r>
              <a:rPr lang="tr-TR" sz="2000" dirty="0" err="1" smtClean="0"/>
              <a:t>Rollup-patchler</a:t>
            </a:r>
            <a:endParaRPr lang="tr-TR" sz="2000" dirty="0" smtClean="0"/>
          </a:p>
          <a:p>
            <a:pPr lvl="1" eaLnBrk="1" hangingPunct="1"/>
            <a:r>
              <a:rPr lang="tr-TR" sz="2000" dirty="0" err="1" smtClean="0"/>
              <a:t>Hotfixler</a:t>
            </a:r>
            <a:endParaRPr lang="tr-TR" sz="2000" dirty="0" smtClean="0"/>
          </a:p>
          <a:p>
            <a:pPr eaLnBrk="1" hangingPunct="1"/>
            <a:r>
              <a:rPr lang="tr-TR" sz="2000" b="1" dirty="0" smtClean="0"/>
              <a:t>Güvenlik </a:t>
            </a:r>
            <a:r>
              <a:rPr lang="tr-TR" sz="2000" b="1" dirty="0" err="1" smtClean="0"/>
              <a:t>hotfixleri</a:t>
            </a:r>
            <a:r>
              <a:rPr lang="tr-TR" sz="2000" b="1" dirty="0" smtClean="0"/>
              <a:t> uygulama yöntemleri</a:t>
            </a:r>
          </a:p>
          <a:p>
            <a:pPr lvl="1" eaLnBrk="1" hangingPunct="1"/>
            <a:r>
              <a:rPr lang="tr-TR" sz="2000" dirty="0" smtClean="0"/>
              <a:t>Windows Update</a:t>
            </a:r>
          </a:p>
          <a:p>
            <a:pPr lvl="1" eaLnBrk="1" hangingPunct="1"/>
            <a:r>
              <a:rPr lang="tr-TR" sz="2000" dirty="0" smtClean="0"/>
              <a:t>MBSA</a:t>
            </a:r>
          </a:p>
          <a:p>
            <a:pPr lvl="1" eaLnBrk="1" hangingPunct="1"/>
            <a:r>
              <a:rPr lang="tr-TR" sz="2000" dirty="0" smtClean="0"/>
              <a:t>Software Update Services (SUS)</a:t>
            </a:r>
          </a:p>
          <a:p>
            <a:pPr lvl="1" eaLnBrk="1" hangingPunct="1"/>
            <a:r>
              <a:rPr lang="tr-TR" sz="2000" dirty="0" smtClean="0"/>
              <a:t>Service Management Server (SMS)</a:t>
            </a:r>
          </a:p>
          <a:p>
            <a:pPr eaLnBrk="1" hangingPunct="1"/>
            <a:r>
              <a:rPr lang="tr-TR" sz="2000" b="1" dirty="0" smtClean="0"/>
              <a:t>Microsoft Destek Hattı </a:t>
            </a:r>
          </a:p>
          <a:p>
            <a:pPr lvl="1" eaLnBrk="1" hangingPunct="1"/>
            <a:r>
              <a:rPr lang="tr-TR" sz="2000" dirty="0" smtClean="0"/>
              <a:t>(212) 33 66 999 virüs ve </a:t>
            </a:r>
            <a:r>
              <a:rPr lang="tr-TR" sz="2000" dirty="0" err="1" smtClean="0"/>
              <a:t>güvenik</a:t>
            </a:r>
            <a:r>
              <a:rPr lang="tr-TR" sz="2000" dirty="0" smtClean="0"/>
              <a:t> konularında </a:t>
            </a:r>
            <a:r>
              <a:rPr lang="tr-TR" sz="2000" u="sng" dirty="0" smtClean="0"/>
              <a:t>ücretsiz destek</a:t>
            </a:r>
            <a:r>
              <a:rPr lang="tr-TR" sz="2000" dirty="0" smtClean="0"/>
              <a:t> </a:t>
            </a:r>
          </a:p>
        </p:txBody>
      </p:sp>
    </p:spTree>
    <p:extLst>
      <p:ext uri="{BB962C8B-B14F-4D97-AF65-F5344CB8AC3E}">
        <p14:creationId xmlns:p14="http://schemas.microsoft.com/office/powerpoint/2010/main" val="2594939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274638"/>
            <a:ext cx="8229600" cy="706090"/>
          </a:xfrm>
          <a:noFill/>
          <a:ln>
            <a:noFill/>
          </a:ln>
        </p:spPr>
        <p:txBody>
          <a:bodyPr vert="horz" lIns="91440" tIns="45720" rIns="91440" bIns="45720" rtlCol="0" anchor="b">
            <a:normAutofit fontScale="90000"/>
          </a:bodyPr>
          <a:lstStyle/>
          <a:p>
            <a:r>
              <a:rPr kumimoji="1" lang="tr-TR" sz="3600" b="1" dirty="0">
                <a:latin typeface="Arial" charset="0"/>
                <a:ea typeface="+mn-ea"/>
                <a:cs typeface="+mn-cs"/>
              </a:rPr>
              <a:t>İşlemler: Bütün sistemlerin gözlenmesi</a:t>
            </a:r>
          </a:p>
        </p:txBody>
      </p:sp>
      <p:sp>
        <p:nvSpPr>
          <p:cNvPr id="12291" name="Rectangle 3"/>
          <p:cNvSpPr>
            <a:spLocks noGrp="1" noChangeArrowheads="1"/>
          </p:cNvSpPr>
          <p:nvPr>
            <p:ph type="body" idx="1"/>
          </p:nvPr>
        </p:nvSpPr>
        <p:spPr>
          <a:xfrm>
            <a:off x="457200" y="1600200"/>
            <a:ext cx="7138988" cy="4525963"/>
          </a:xfrm>
        </p:spPr>
        <p:txBody>
          <a:bodyPr>
            <a:normAutofit fontScale="92500"/>
          </a:bodyPr>
          <a:lstStyle/>
          <a:p>
            <a:pPr eaLnBrk="1" hangingPunct="1"/>
            <a:r>
              <a:rPr lang="tr-TR" b="1" dirty="0" smtClean="0"/>
              <a:t>Sistemlerde nelerin gözleneceğinin belirlenmesi</a:t>
            </a:r>
          </a:p>
          <a:p>
            <a:pPr eaLnBrk="1" hangingPunct="1"/>
            <a:r>
              <a:rPr lang="tr-TR" b="1" dirty="0" smtClean="0"/>
              <a:t>Karar destek sistemlerinin oluşturulması</a:t>
            </a:r>
          </a:p>
          <a:p>
            <a:pPr lvl="1" eaLnBrk="1" hangingPunct="1"/>
            <a:r>
              <a:rPr lang="tr-TR" dirty="0" smtClean="0"/>
              <a:t>Microsoft Operations Manager (MOM)</a:t>
            </a:r>
          </a:p>
          <a:p>
            <a:pPr lvl="1" eaLnBrk="1" hangingPunct="1"/>
            <a:r>
              <a:rPr lang="tr-TR" dirty="0" smtClean="0"/>
              <a:t>Microsoft </a:t>
            </a:r>
            <a:r>
              <a:rPr lang="tr-TR" dirty="0" err="1" smtClean="0"/>
              <a:t>Audit</a:t>
            </a:r>
            <a:r>
              <a:rPr lang="tr-TR" dirty="0" smtClean="0"/>
              <a:t> </a:t>
            </a:r>
            <a:r>
              <a:rPr lang="tr-TR" dirty="0" err="1" smtClean="0"/>
              <a:t>Colletion</a:t>
            </a:r>
            <a:r>
              <a:rPr lang="tr-TR" dirty="0" smtClean="0"/>
              <a:t> </a:t>
            </a:r>
            <a:r>
              <a:rPr lang="tr-TR" dirty="0" err="1" smtClean="0"/>
              <a:t>System</a:t>
            </a:r>
            <a:r>
              <a:rPr lang="tr-TR" dirty="0" smtClean="0"/>
              <a:t> (MACS)</a:t>
            </a:r>
          </a:p>
          <a:p>
            <a:pPr eaLnBrk="1" hangingPunct="1"/>
            <a:r>
              <a:rPr lang="tr-TR" sz="3000" dirty="0" smtClean="0"/>
              <a:t>Sistemlerde nelerin </a:t>
            </a:r>
            <a:r>
              <a:rPr lang="tr-TR" sz="3000" dirty="0" err="1" smtClean="0"/>
              <a:t>loglarının</a:t>
            </a:r>
            <a:r>
              <a:rPr lang="tr-TR" sz="3000" dirty="0" smtClean="0"/>
              <a:t> tutulacağına ve ne kadar tutulacağına karar verilmesi</a:t>
            </a:r>
          </a:p>
          <a:p>
            <a:pPr eaLnBrk="1" hangingPunct="1"/>
            <a:r>
              <a:rPr lang="tr-TR" sz="2600" dirty="0" smtClean="0"/>
              <a:t>İzlenen sistemlerden gelen bilgilerin anlaşılabilir hale getirilmesi</a:t>
            </a:r>
          </a:p>
          <a:p>
            <a:pPr eaLnBrk="1" hangingPunct="1"/>
            <a:endParaRPr lang="tr-TR" dirty="0" smtClean="0"/>
          </a:p>
        </p:txBody>
      </p:sp>
      <p:pic>
        <p:nvPicPr>
          <p:cNvPr id="12292" name="Picture 4" descr="njtxtnb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64388" y="2133600"/>
            <a:ext cx="113982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3" name="Picture 5" descr="m1gr21ql[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4750" y="4365625"/>
            <a:ext cx="86677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36758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274638"/>
            <a:ext cx="8229600" cy="560215"/>
          </a:xfrm>
          <a:noFill/>
          <a:ln>
            <a:noFill/>
          </a:ln>
        </p:spPr>
        <p:txBody>
          <a:bodyPr vert="horz" lIns="91440" tIns="45720" rIns="91440" bIns="45720" rtlCol="0" anchor="b">
            <a:normAutofit fontScale="90000"/>
          </a:bodyPr>
          <a:lstStyle/>
          <a:p>
            <a:r>
              <a:rPr kumimoji="1" lang="tr-TR" sz="3600" b="1">
                <a:latin typeface="Arial" charset="0"/>
                <a:ea typeface="+mn-ea"/>
                <a:cs typeface="+mn-cs"/>
              </a:rPr>
              <a:t>İşlemler: Güvenlik politikaları oluşturmak</a:t>
            </a:r>
          </a:p>
        </p:txBody>
      </p:sp>
      <p:sp>
        <p:nvSpPr>
          <p:cNvPr id="13315" name="Rectangle 3"/>
          <p:cNvSpPr>
            <a:spLocks noGrp="1" noChangeArrowheads="1"/>
          </p:cNvSpPr>
          <p:nvPr>
            <p:ph type="body" idx="1"/>
          </p:nvPr>
        </p:nvSpPr>
        <p:spPr>
          <a:xfrm>
            <a:off x="457200" y="1600200"/>
            <a:ext cx="7427913" cy="4525963"/>
          </a:xfrm>
        </p:spPr>
        <p:txBody>
          <a:bodyPr>
            <a:normAutofit fontScale="92500" lnSpcReduction="20000"/>
          </a:bodyPr>
          <a:lstStyle/>
          <a:p>
            <a:pPr eaLnBrk="1" hangingPunct="1"/>
            <a:r>
              <a:rPr lang="tr-TR" b="1" dirty="0" smtClean="0"/>
              <a:t>Derinlemesine Güvenlik</a:t>
            </a:r>
          </a:p>
          <a:p>
            <a:pPr lvl="1" eaLnBrk="1" hangingPunct="1"/>
            <a:r>
              <a:rPr lang="tr-TR" dirty="0" smtClean="0"/>
              <a:t>Hazırlanan bütün güvenlik ilkeleri en az iki aşamalı olacak şekilde hazırlanmalıdır.</a:t>
            </a:r>
          </a:p>
          <a:p>
            <a:pPr eaLnBrk="1" hangingPunct="1"/>
            <a:r>
              <a:rPr lang="tr-TR" b="1" dirty="0" smtClean="0"/>
              <a:t>Bilgi güvenliği birimi</a:t>
            </a:r>
          </a:p>
          <a:p>
            <a:pPr lvl="1" eaLnBrk="1" hangingPunct="1"/>
            <a:r>
              <a:rPr lang="tr-TR" dirty="0" smtClean="0"/>
              <a:t>Üst yönetim tarafından desteklenmelidir.</a:t>
            </a:r>
          </a:p>
          <a:p>
            <a:pPr lvl="1" eaLnBrk="1" hangingPunct="1"/>
            <a:r>
              <a:rPr lang="tr-TR" dirty="0" smtClean="0"/>
              <a:t>Bu birim güvenlik stratejisini belirlemeli ve politikalarını oluşturmalıdır. Diğer birimler bu politikalara göre hareket etmelidir. </a:t>
            </a:r>
          </a:p>
          <a:p>
            <a:pPr lvl="1" eaLnBrk="1" hangingPunct="1"/>
            <a:r>
              <a:rPr lang="tr-TR" dirty="0" smtClean="0"/>
              <a:t>Personeli bilgilendirmek ve yeni alışkanlıklar kazandıracak kurslar, bilgilendirme panoları , e-posta bültenleri hazırlamalıdır.</a:t>
            </a:r>
          </a:p>
          <a:p>
            <a:pPr lvl="1" eaLnBrk="1" hangingPunct="1"/>
            <a:endParaRPr lang="tr-TR" dirty="0" smtClean="0"/>
          </a:p>
        </p:txBody>
      </p:sp>
      <p:pic>
        <p:nvPicPr>
          <p:cNvPr id="13316" name="Picture 4" descr="oxcdusnu[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96188" y="3860800"/>
            <a:ext cx="1214437" cy="141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up 1"/>
          <p:cNvGrpSpPr/>
          <p:nvPr/>
        </p:nvGrpSpPr>
        <p:grpSpPr>
          <a:xfrm>
            <a:off x="7236296" y="834853"/>
            <a:ext cx="1824234" cy="2494706"/>
            <a:chOff x="4716463" y="1270000"/>
            <a:chExt cx="3455987" cy="4751388"/>
          </a:xfrm>
        </p:grpSpPr>
        <p:sp>
          <p:nvSpPr>
            <p:cNvPr id="15" name="Rectangle 6"/>
            <p:cNvSpPr>
              <a:spLocks noChangeArrowheads="1"/>
            </p:cNvSpPr>
            <p:nvPr/>
          </p:nvSpPr>
          <p:spPr bwMode="auto">
            <a:xfrm>
              <a:off x="4716463" y="1270000"/>
              <a:ext cx="3455987" cy="4751388"/>
            </a:xfrm>
            <a:prstGeom prst="rect">
              <a:avLst/>
            </a:prstGeom>
            <a:gradFill rotWithShape="1">
              <a:gsLst>
                <a:gs pos="0">
                  <a:srgbClr val="000080"/>
                </a:gs>
                <a:gs pos="100000">
                  <a:schemeClr val="accent1"/>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sz="1200"/>
            </a:p>
          </p:txBody>
        </p:sp>
        <p:sp>
          <p:nvSpPr>
            <p:cNvPr id="16" name="Text Box 7"/>
            <p:cNvSpPr txBox="1">
              <a:spLocks noChangeArrowheads="1"/>
            </p:cNvSpPr>
            <p:nvPr/>
          </p:nvSpPr>
          <p:spPr bwMode="auto">
            <a:xfrm>
              <a:off x="5005388" y="5518149"/>
              <a:ext cx="2951162" cy="441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Verdana" pitchFamily="34" charset="0"/>
                </a:defRPr>
              </a:lvl1pPr>
              <a:lvl2pPr marL="742950" indent="-285750" eaLnBrk="0" hangingPunct="0">
                <a:defRPr b="1">
                  <a:solidFill>
                    <a:schemeClr val="tx1"/>
                  </a:solidFill>
                  <a:latin typeface="Verdana" pitchFamily="34" charset="0"/>
                </a:defRPr>
              </a:lvl2pPr>
              <a:lvl3pPr marL="1143000" indent="-228600" eaLnBrk="0" hangingPunct="0">
                <a:defRPr b="1">
                  <a:solidFill>
                    <a:schemeClr val="tx1"/>
                  </a:solidFill>
                  <a:latin typeface="Verdana" pitchFamily="34" charset="0"/>
                </a:defRPr>
              </a:lvl3pPr>
              <a:lvl4pPr marL="1600200" indent="-228600" eaLnBrk="0" hangingPunct="0">
                <a:defRPr b="1">
                  <a:solidFill>
                    <a:schemeClr val="tx1"/>
                  </a:solidFill>
                  <a:latin typeface="Verdana" pitchFamily="34" charset="0"/>
                </a:defRPr>
              </a:lvl4pPr>
              <a:lvl5pPr marL="2057400" indent="-228600" eaLnBrk="0" hangingPunct="0">
                <a:defRPr b="1">
                  <a:solidFill>
                    <a:schemeClr val="tx1"/>
                  </a:solidFill>
                  <a:latin typeface="Verdana" pitchFamily="34" charset="0"/>
                </a:defRPr>
              </a:lvl5pPr>
              <a:lvl6pPr marL="2514600" indent="-228600" eaLnBrk="0" fontAlgn="base" hangingPunct="0">
                <a:spcBef>
                  <a:spcPct val="0"/>
                </a:spcBef>
                <a:spcAft>
                  <a:spcPct val="0"/>
                </a:spcAft>
                <a:defRPr b="1">
                  <a:solidFill>
                    <a:schemeClr val="tx1"/>
                  </a:solidFill>
                  <a:latin typeface="Verdana" pitchFamily="34" charset="0"/>
                </a:defRPr>
              </a:lvl6pPr>
              <a:lvl7pPr marL="2971800" indent="-228600" eaLnBrk="0" fontAlgn="base" hangingPunct="0">
                <a:spcBef>
                  <a:spcPct val="0"/>
                </a:spcBef>
                <a:spcAft>
                  <a:spcPct val="0"/>
                </a:spcAft>
                <a:defRPr b="1">
                  <a:solidFill>
                    <a:schemeClr val="tx1"/>
                  </a:solidFill>
                  <a:latin typeface="Verdana" pitchFamily="34" charset="0"/>
                </a:defRPr>
              </a:lvl7pPr>
              <a:lvl8pPr marL="3429000" indent="-228600" eaLnBrk="0" fontAlgn="base" hangingPunct="0">
                <a:spcBef>
                  <a:spcPct val="0"/>
                </a:spcBef>
                <a:spcAft>
                  <a:spcPct val="0"/>
                </a:spcAft>
                <a:defRPr b="1">
                  <a:solidFill>
                    <a:schemeClr val="tx1"/>
                  </a:solidFill>
                  <a:latin typeface="Verdana" pitchFamily="34" charset="0"/>
                </a:defRPr>
              </a:lvl8pPr>
              <a:lvl9pPr marL="3886200" indent="-228600" eaLnBrk="0" fontAlgn="base" hangingPunct="0">
                <a:spcBef>
                  <a:spcPct val="0"/>
                </a:spcBef>
                <a:spcAft>
                  <a:spcPct val="0"/>
                </a:spcAft>
                <a:defRPr b="1">
                  <a:solidFill>
                    <a:schemeClr val="tx1"/>
                  </a:solidFill>
                  <a:latin typeface="Verdana" pitchFamily="34" charset="0"/>
                </a:defRPr>
              </a:lvl9pPr>
            </a:lstStyle>
            <a:p>
              <a:pPr eaLnBrk="1" hangingPunct="1">
                <a:spcBef>
                  <a:spcPct val="50000"/>
                </a:spcBef>
              </a:pPr>
              <a:r>
                <a:rPr lang="tr-TR" sz="900" dirty="0">
                  <a:solidFill>
                    <a:srgbClr val="FFFF00"/>
                  </a:solidFill>
                </a:rPr>
                <a:t>Güvenlik Politikaları</a:t>
              </a:r>
            </a:p>
          </p:txBody>
        </p:sp>
        <p:sp>
          <p:nvSpPr>
            <p:cNvPr id="17" name="Rectangle 8"/>
            <p:cNvSpPr>
              <a:spLocks noChangeArrowheads="1"/>
            </p:cNvSpPr>
            <p:nvPr/>
          </p:nvSpPr>
          <p:spPr bwMode="auto">
            <a:xfrm>
              <a:off x="4932363" y="4797425"/>
              <a:ext cx="2952750" cy="647700"/>
            </a:xfrm>
            <a:prstGeom prst="rect">
              <a:avLst/>
            </a:prstGeom>
            <a:ln/>
            <a:extLst/>
          </p:spPr>
          <p:style>
            <a:lnRef idx="2">
              <a:schemeClr val="dk1"/>
            </a:lnRef>
            <a:fillRef idx="1">
              <a:schemeClr val="lt1"/>
            </a:fillRef>
            <a:effectRef idx="0">
              <a:schemeClr val="dk1"/>
            </a:effectRef>
            <a:fontRef idx="minor">
              <a:schemeClr val="dk1"/>
            </a:fontRef>
          </p:style>
          <p:txBody>
            <a:bodyPr wrap="none" anchor="ctr"/>
            <a:lstStyle/>
            <a:p>
              <a:pPr algn="ctr"/>
              <a:r>
                <a:rPr lang="tr-TR" sz="1200" dirty="0"/>
                <a:t>Fiziksel Güvenlik</a:t>
              </a:r>
            </a:p>
          </p:txBody>
        </p:sp>
        <p:sp>
          <p:nvSpPr>
            <p:cNvPr id="18" name="Rectangle 9"/>
            <p:cNvSpPr>
              <a:spLocks noChangeArrowheads="1"/>
            </p:cNvSpPr>
            <p:nvPr/>
          </p:nvSpPr>
          <p:spPr bwMode="auto">
            <a:xfrm>
              <a:off x="4932363" y="4149725"/>
              <a:ext cx="2952750" cy="649288"/>
            </a:xfrm>
            <a:prstGeom prst="rect">
              <a:avLst/>
            </a:prstGeom>
            <a:ln/>
            <a:extLst/>
          </p:spPr>
          <p:style>
            <a:lnRef idx="2">
              <a:schemeClr val="dk1"/>
            </a:lnRef>
            <a:fillRef idx="1">
              <a:schemeClr val="lt1"/>
            </a:fillRef>
            <a:effectRef idx="0">
              <a:schemeClr val="dk1"/>
            </a:effectRef>
            <a:fontRef idx="minor">
              <a:schemeClr val="dk1"/>
            </a:fontRef>
          </p:style>
          <p:txBody>
            <a:bodyPr wrap="none" anchor="ctr"/>
            <a:lstStyle/>
            <a:p>
              <a:pPr algn="ctr"/>
              <a:r>
                <a:rPr lang="tr-TR" sz="1200" dirty="0"/>
                <a:t>Ağ Güvenliği</a:t>
              </a:r>
            </a:p>
          </p:txBody>
        </p:sp>
        <p:sp>
          <p:nvSpPr>
            <p:cNvPr id="19" name="Rectangle 10"/>
            <p:cNvSpPr>
              <a:spLocks noChangeArrowheads="1"/>
            </p:cNvSpPr>
            <p:nvPr/>
          </p:nvSpPr>
          <p:spPr bwMode="auto">
            <a:xfrm>
              <a:off x="4932363" y="2205038"/>
              <a:ext cx="2952750" cy="649287"/>
            </a:xfrm>
            <a:prstGeom prst="rect">
              <a:avLst/>
            </a:prstGeom>
            <a:ln/>
            <a:extLst/>
          </p:spPr>
          <p:style>
            <a:lnRef idx="2">
              <a:schemeClr val="dk1"/>
            </a:lnRef>
            <a:fillRef idx="1">
              <a:schemeClr val="lt1"/>
            </a:fillRef>
            <a:effectRef idx="0">
              <a:schemeClr val="dk1"/>
            </a:effectRef>
            <a:fontRef idx="minor">
              <a:schemeClr val="dk1"/>
            </a:fontRef>
          </p:style>
          <p:txBody>
            <a:bodyPr wrap="none" anchor="ctr"/>
            <a:lstStyle/>
            <a:p>
              <a:pPr algn="ctr"/>
              <a:r>
                <a:rPr lang="tr-TR" sz="1200" dirty="0"/>
                <a:t>Uygulama Güvenliği</a:t>
              </a:r>
            </a:p>
          </p:txBody>
        </p:sp>
        <p:sp>
          <p:nvSpPr>
            <p:cNvPr id="20" name="Rectangle 11"/>
            <p:cNvSpPr>
              <a:spLocks noChangeArrowheads="1"/>
            </p:cNvSpPr>
            <p:nvPr/>
          </p:nvSpPr>
          <p:spPr bwMode="auto">
            <a:xfrm>
              <a:off x="4932363" y="2852738"/>
              <a:ext cx="2952750" cy="649287"/>
            </a:xfrm>
            <a:prstGeom prst="rect">
              <a:avLst/>
            </a:prstGeom>
            <a:ln/>
            <a:extLst/>
          </p:spPr>
          <p:style>
            <a:lnRef idx="2">
              <a:schemeClr val="dk1"/>
            </a:lnRef>
            <a:fillRef idx="1">
              <a:schemeClr val="lt1"/>
            </a:fillRef>
            <a:effectRef idx="0">
              <a:schemeClr val="dk1"/>
            </a:effectRef>
            <a:fontRef idx="minor">
              <a:schemeClr val="dk1"/>
            </a:fontRef>
          </p:style>
          <p:txBody>
            <a:bodyPr wrap="none" anchor="ctr"/>
            <a:lstStyle/>
            <a:p>
              <a:pPr algn="ctr"/>
              <a:r>
                <a:rPr lang="tr-TR" sz="1200" dirty="0"/>
                <a:t>Sunucu Güvenliği</a:t>
              </a:r>
            </a:p>
          </p:txBody>
        </p:sp>
        <p:sp>
          <p:nvSpPr>
            <p:cNvPr id="21" name="Rectangle 13"/>
            <p:cNvSpPr>
              <a:spLocks noChangeArrowheads="1"/>
            </p:cNvSpPr>
            <p:nvPr/>
          </p:nvSpPr>
          <p:spPr bwMode="auto">
            <a:xfrm>
              <a:off x="4932363" y="3502025"/>
              <a:ext cx="2952750" cy="649288"/>
            </a:xfrm>
            <a:prstGeom prst="rect">
              <a:avLst/>
            </a:prstGeom>
            <a:ln/>
            <a:extLst/>
          </p:spPr>
          <p:style>
            <a:lnRef idx="2">
              <a:schemeClr val="dk1"/>
            </a:lnRef>
            <a:fillRef idx="1">
              <a:schemeClr val="lt1"/>
            </a:fillRef>
            <a:effectRef idx="0">
              <a:schemeClr val="dk1"/>
            </a:effectRef>
            <a:fontRef idx="minor">
              <a:schemeClr val="dk1"/>
            </a:fontRef>
          </p:style>
          <p:txBody>
            <a:bodyPr wrap="none" anchor="ctr"/>
            <a:lstStyle/>
            <a:p>
              <a:pPr algn="ctr"/>
              <a:r>
                <a:rPr lang="tr-TR" sz="1200" dirty="0"/>
                <a:t>Çevresel Güvenlik</a:t>
              </a:r>
            </a:p>
          </p:txBody>
        </p:sp>
        <p:sp>
          <p:nvSpPr>
            <p:cNvPr id="22" name="Rectangle 15"/>
            <p:cNvSpPr>
              <a:spLocks noChangeArrowheads="1"/>
            </p:cNvSpPr>
            <p:nvPr/>
          </p:nvSpPr>
          <p:spPr bwMode="auto">
            <a:xfrm>
              <a:off x="4932363" y="1557338"/>
              <a:ext cx="2952750" cy="649287"/>
            </a:xfrm>
            <a:prstGeom prst="rect">
              <a:avLst/>
            </a:prstGeom>
            <a:ln/>
            <a:extLst/>
          </p:spPr>
          <p:style>
            <a:lnRef idx="2">
              <a:schemeClr val="dk1"/>
            </a:lnRef>
            <a:fillRef idx="1">
              <a:schemeClr val="lt1"/>
            </a:fillRef>
            <a:effectRef idx="0">
              <a:schemeClr val="dk1"/>
            </a:effectRef>
            <a:fontRef idx="minor">
              <a:schemeClr val="dk1"/>
            </a:fontRef>
          </p:style>
          <p:txBody>
            <a:bodyPr wrap="none" anchor="ctr"/>
            <a:lstStyle/>
            <a:p>
              <a:pPr algn="ctr"/>
              <a:r>
                <a:rPr lang="tr-TR" sz="1200" dirty="0"/>
                <a:t>Veri Güvenliği</a:t>
              </a:r>
            </a:p>
          </p:txBody>
        </p:sp>
      </p:grpSp>
    </p:spTree>
    <p:extLst>
      <p:ext uri="{BB962C8B-B14F-4D97-AF65-F5344CB8AC3E}">
        <p14:creationId xmlns:p14="http://schemas.microsoft.com/office/powerpoint/2010/main" val="684844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274638"/>
            <a:ext cx="8229600" cy="706090"/>
          </a:xfrm>
          <a:noFill/>
          <a:ln>
            <a:noFill/>
          </a:ln>
        </p:spPr>
        <p:txBody>
          <a:bodyPr vert="horz" lIns="91440" tIns="45720" rIns="91440" bIns="45720" rtlCol="0" anchor="b">
            <a:normAutofit/>
          </a:bodyPr>
          <a:lstStyle/>
          <a:p>
            <a:r>
              <a:rPr kumimoji="1" lang="tr-TR" sz="2400" b="1" dirty="0">
                <a:latin typeface="Arial" charset="0"/>
                <a:ea typeface="+mn-ea"/>
                <a:cs typeface="+mn-cs"/>
              </a:rPr>
              <a:t>İşlemler ve İnsanlar: Güvenlik politikaları oluşturmak</a:t>
            </a:r>
          </a:p>
        </p:txBody>
      </p:sp>
      <p:sp>
        <p:nvSpPr>
          <p:cNvPr id="14339" name="Rectangle 3"/>
          <p:cNvSpPr>
            <a:spLocks noGrp="1" noChangeArrowheads="1"/>
          </p:cNvSpPr>
          <p:nvPr>
            <p:ph type="body" idx="1"/>
          </p:nvPr>
        </p:nvSpPr>
        <p:spPr>
          <a:xfrm>
            <a:off x="395288" y="1196975"/>
            <a:ext cx="8229600" cy="5111750"/>
          </a:xfrm>
        </p:spPr>
        <p:txBody>
          <a:bodyPr/>
          <a:lstStyle/>
          <a:p>
            <a:pPr eaLnBrk="1" hangingPunct="1"/>
            <a:r>
              <a:rPr lang="tr-TR" sz="2000" b="1" dirty="0" smtClean="0"/>
              <a:t>Yerel ağ güvenlik politikaları</a:t>
            </a:r>
          </a:p>
          <a:p>
            <a:pPr lvl="1" eaLnBrk="1" hangingPunct="1"/>
            <a:r>
              <a:rPr lang="tr-TR" sz="2000" dirty="0" smtClean="0"/>
              <a:t>Kullanılacak güvenlik doğrulama protokolleri</a:t>
            </a:r>
          </a:p>
          <a:p>
            <a:pPr lvl="1" eaLnBrk="1" hangingPunct="1"/>
            <a:r>
              <a:rPr lang="tr-TR" sz="2000" dirty="0" smtClean="0"/>
              <a:t>Bağlanacak uçların özellikleri</a:t>
            </a:r>
          </a:p>
          <a:p>
            <a:pPr eaLnBrk="1" hangingPunct="1"/>
            <a:r>
              <a:rPr lang="tr-TR" sz="2000" b="1" dirty="0" smtClean="0"/>
              <a:t>Dış bağlantı güvenlik politikaları</a:t>
            </a:r>
          </a:p>
          <a:p>
            <a:pPr lvl="1" eaLnBrk="1" hangingPunct="1"/>
            <a:r>
              <a:rPr lang="tr-TR" sz="2000" dirty="0" smtClean="0"/>
              <a:t>Internet erişim politikaları</a:t>
            </a:r>
          </a:p>
          <a:p>
            <a:pPr lvl="1" eaLnBrk="1" hangingPunct="1"/>
            <a:r>
              <a:rPr lang="tr-TR" sz="2000" dirty="0" smtClean="0"/>
              <a:t>Internet’ten erişim politikaları</a:t>
            </a:r>
          </a:p>
          <a:p>
            <a:pPr eaLnBrk="1" hangingPunct="1"/>
            <a:r>
              <a:rPr lang="tr-TR" sz="2000" b="1" dirty="0" smtClean="0"/>
              <a:t>Laptop güvenlik politikaları</a:t>
            </a:r>
          </a:p>
          <a:p>
            <a:pPr eaLnBrk="1" hangingPunct="1"/>
            <a:r>
              <a:rPr lang="tr-TR" sz="2000" b="1" dirty="0" smtClean="0"/>
              <a:t>Kullanıcı hakları politikaları</a:t>
            </a:r>
          </a:p>
          <a:p>
            <a:pPr lvl="1" eaLnBrk="1" hangingPunct="1"/>
            <a:r>
              <a:rPr lang="tr-TR" sz="2000" dirty="0" smtClean="0"/>
              <a:t>Kullanıcı bilgisayarlarında olması gereken yazılımlar</a:t>
            </a:r>
          </a:p>
          <a:p>
            <a:pPr lvl="1" eaLnBrk="1" hangingPunct="1"/>
            <a:r>
              <a:rPr lang="tr-TR" sz="2000" dirty="0" smtClean="0"/>
              <a:t>Kullanıcı bilgisayarları yetkilendirmeleri</a:t>
            </a:r>
          </a:p>
          <a:p>
            <a:pPr eaLnBrk="1" hangingPunct="1"/>
            <a:r>
              <a:rPr lang="tr-TR" sz="2000" b="1" dirty="0" smtClean="0"/>
              <a:t>Fiziksel güvenlik politikaları</a:t>
            </a:r>
          </a:p>
          <a:p>
            <a:pPr lvl="1" eaLnBrk="1" hangingPunct="1"/>
            <a:r>
              <a:rPr lang="tr-TR" sz="2000" dirty="0" smtClean="0"/>
              <a:t>Bilgisayar odaları standartları</a:t>
            </a:r>
          </a:p>
          <a:p>
            <a:pPr lvl="1" eaLnBrk="1" hangingPunct="1"/>
            <a:r>
              <a:rPr lang="tr-TR" sz="2000" dirty="0" smtClean="0"/>
              <a:t>Yetkili personel görevleri</a:t>
            </a:r>
          </a:p>
          <a:p>
            <a:pPr lvl="1" eaLnBrk="1" hangingPunct="1"/>
            <a:endParaRPr lang="tr-TR" sz="2000" dirty="0" smtClean="0"/>
          </a:p>
          <a:p>
            <a:pPr lvl="1" eaLnBrk="1" hangingPunct="1"/>
            <a:endParaRPr lang="tr-TR" sz="2000" dirty="0" smtClean="0"/>
          </a:p>
        </p:txBody>
      </p:sp>
      <p:pic>
        <p:nvPicPr>
          <p:cNvPr id="14340" name="Picture 5" descr="tncjssi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43663" y="2492375"/>
            <a:ext cx="1258887" cy="134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Lock"/>
          <p:cNvSpPr>
            <a:spLocks noEditPoints="1" noChangeArrowheads="1"/>
          </p:cNvSpPr>
          <p:nvPr/>
        </p:nvSpPr>
        <p:spPr bwMode="auto">
          <a:xfrm>
            <a:off x="6877050" y="2852738"/>
            <a:ext cx="431800" cy="525462"/>
          </a:xfrm>
          <a:custGeom>
            <a:avLst/>
            <a:gdLst>
              <a:gd name="T0" fmla="*/ 215900 w 21600"/>
              <a:gd name="T1" fmla="*/ 0 h 21600"/>
              <a:gd name="T2" fmla="*/ 431800 w 21600"/>
              <a:gd name="T3" fmla="*/ 233685 h 21600"/>
              <a:gd name="T4" fmla="*/ 215900 w 21600"/>
              <a:gd name="T5" fmla="*/ 525462 h 21600"/>
              <a:gd name="T6" fmla="*/ 0 w 21600"/>
              <a:gd name="T7" fmla="*/ 233685 h 21600"/>
              <a:gd name="T8" fmla="*/ 0 60000 65536"/>
              <a:gd name="T9" fmla="*/ 0 60000 65536"/>
              <a:gd name="T10" fmla="*/ 0 60000 65536"/>
              <a:gd name="T11" fmla="*/ 0 60000 65536"/>
              <a:gd name="T12" fmla="*/ 744 w 21600"/>
              <a:gd name="T13" fmla="*/ 9904 h 21600"/>
              <a:gd name="T14" fmla="*/ 21134 w 21600"/>
              <a:gd name="T15" fmla="*/ 15335 h 21600"/>
            </a:gdLst>
            <a:ahLst/>
            <a:cxnLst>
              <a:cxn ang="T8">
                <a:pos x="T0" y="T1"/>
              </a:cxn>
              <a:cxn ang="T9">
                <a:pos x="T2" y="T3"/>
              </a:cxn>
              <a:cxn ang="T10">
                <a:pos x="T4" y="T5"/>
              </a:cxn>
              <a:cxn ang="T11">
                <a:pos x="T6" y="T7"/>
              </a:cxn>
            </a:cxnLst>
            <a:rect l="T12" t="T13" r="T14" b="T15"/>
            <a:pathLst>
              <a:path w="21600" h="21600" extrusionOk="0">
                <a:moveTo>
                  <a:pt x="93" y="9606"/>
                </a:moveTo>
                <a:lnTo>
                  <a:pt x="2048" y="9606"/>
                </a:lnTo>
                <a:lnTo>
                  <a:pt x="2048" y="4713"/>
                </a:lnTo>
                <a:lnTo>
                  <a:pt x="2420" y="3818"/>
                </a:lnTo>
                <a:lnTo>
                  <a:pt x="2979" y="3028"/>
                </a:lnTo>
                <a:lnTo>
                  <a:pt x="3537" y="2446"/>
                </a:lnTo>
                <a:lnTo>
                  <a:pt x="3956" y="1998"/>
                </a:lnTo>
                <a:lnTo>
                  <a:pt x="4492" y="1581"/>
                </a:lnTo>
                <a:lnTo>
                  <a:pt x="5143" y="1238"/>
                </a:lnTo>
                <a:lnTo>
                  <a:pt x="5912" y="880"/>
                </a:lnTo>
                <a:lnTo>
                  <a:pt x="6587" y="641"/>
                </a:lnTo>
                <a:lnTo>
                  <a:pt x="7518" y="372"/>
                </a:lnTo>
                <a:lnTo>
                  <a:pt x="8425" y="208"/>
                </a:lnTo>
                <a:lnTo>
                  <a:pt x="9496" y="59"/>
                </a:lnTo>
                <a:lnTo>
                  <a:pt x="10637" y="14"/>
                </a:lnTo>
                <a:lnTo>
                  <a:pt x="11614" y="59"/>
                </a:lnTo>
                <a:lnTo>
                  <a:pt x="12382" y="119"/>
                </a:lnTo>
                <a:lnTo>
                  <a:pt x="13034" y="253"/>
                </a:lnTo>
                <a:lnTo>
                  <a:pt x="13779" y="417"/>
                </a:lnTo>
                <a:lnTo>
                  <a:pt x="14500" y="611"/>
                </a:lnTo>
                <a:lnTo>
                  <a:pt x="14733" y="686"/>
                </a:lnTo>
                <a:lnTo>
                  <a:pt x="14989" y="790"/>
                </a:lnTo>
                <a:lnTo>
                  <a:pt x="15175" y="865"/>
                </a:lnTo>
                <a:lnTo>
                  <a:pt x="15385" y="954"/>
                </a:lnTo>
                <a:lnTo>
                  <a:pt x="15431" y="969"/>
                </a:lnTo>
                <a:lnTo>
                  <a:pt x="15594" y="1059"/>
                </a:lnTo>
                <a:lnTo>
                  <a:pt x="15757" y="1148"/>
                </a:lnTo>
                <a:lnTo>
                  <a:pt x="15920" y="1267"/>
                </a:lnTo>
                <a:lnTo>
                  <a:pt x="16106" y="1372"/>
                </a:lnTo>
                <a:lnTo>
                  <a:pt x="16665" y="1730"/>
                </a:lnTo>
                <a:lnTo>
                  <a:pt x="17014" y="1998"/>
                </a:lnTo>
                <a:lnTo>
                  <a:pt x="17480" y="2356"/>
                </a:lnTo>
                <a:lnTo>
                  <a:pt x="17852" y="2804"/>
                </a:lnTo>
                <a:lnTo>
                  <a:pt x="18178" y="3192"/>
                </a:lnTo>
                <a:lnTo>
                  <a:pt x="18527" y="3639"/>
                </a:lnTo>
                <a:lnTo>
                  <a:pt x="18806" y="4132"/>
                </a:lnTo>
                <a:lnTo>
                  <a:pt x="19086" y="4713"/>
                </a:lnTo>
                <a:lnTo>
                  <a:pt x="19272" y="5191"/>
                </a:lnTo>
                <a:lnTo>
                  <a:pt x="19295" y="9606"/>
                </a:lnTo>
                <a:lnTo>
                  <a:pt x="21600" y="9606"/>
                </a:lnTo>
                <a:lnTo>
                  <a:pt x="21600" y="16289"/>
                </a:lnTo>
                <a:lnTo>
                  <a:pt x="21413" y="17184"/>
                </a:lnTo>
                <a:lnTo>
                  <a:pt x="21041" y="17900"/>
                </a:lnTo>
                <a:lnTo>
                  <a:pt x="20668" y="18377"/>
                </a:lnTo>
                <a:lnTo>
                  <a:pt x="20343" y="18855"/>
                </a:lnTo>
                <a:lnTo>
                  <a:pt x="19924" y="19332"/>
                </a:lnTo>
                <a:lnTo>
                  <a:pt x="19388" y="19809"/>
                </a:lnTo>
                <a:lnTo>
                  <a:pt x="18806" y="20242"/>
                </a:lnTo>
                <a:lnTo>
                  <a:pt x="18062" y="20585"/>
                </a:lnTo>
                <a:lnTo>
                  <a:pt x="17270" y="20883"/>
                </a:lnTo>
                <a:lnTo>
                  <a:pt x="16525" y="21182"/>
                </a:lnTo>
                <a:lnTo>
                  <a:pt x="15548" y="21420"/>
                </a:lnTo>
                <a:lnTo>
                  <a:pt x="14803" y="21540"/>
                </a:lnTo>
                <a:lnTo>
                  <a:pt x="13662" y="21674"/>
                </a:lnTo>
                <a:lnTo>
                  <a:pt x="8379" y="21659"/>
                </a:lnTo>
                <a:lnTo>
                  <a:pt x="7168" y="21540"/>
                </a:lnTo>
                <a:lnTo>
                  <a:pt x="6098" y="21331"/>
                </a:lnTo>
                <a:lnTo>
                  <a:pt x="5050" y="21092"/>
                </a:lnTo>
                <a:lnTo>
                  <a:pt x="4003" y="20764"/>
                </a:lnTo>
                <a:lnTo>
                  <a:pt x="3258" y="20391"/>
                </a:lnTo>
                <a:lnTo>
                  <a:pt x="2769" y="20123"/>
                </a:lnTo>
                <a:lnTo>
                  <a:pt x="2281" y="19720"/>
                </a:lnTo>
                <a:lnTo>
                  <a:pt x="1862" y="19407"/>
                </a:lnTo>
                <a:lnTo>
                  <a:pt x="1489" y="19079"/>
                </a:lnTo>
                <a:lnTo>
                  <a:pt x="1070" y="18676"/>
                </a:lnTo>
                <a:lnTo>
                  <a:pt x="744" y="18258"/>
                </a:lnTo>
                <a:lnTo>
                  <a:pt x="325" y="17661"/>
                </a:lnTo>
                <a:lnTo>
                  <a:pt x="162" y="17035"/>
                </a:lnTo>
                <a:lnTo>
                  <a:pt x="93" y="16468"/>
                </a:lnTo>
                <a:lnTo>
                  <a:pt x="93" y="9606"/>
                </a:lnTo>
                <a:close/>
                <a:moveTo>
                  <a:pt x="6098" y="9591"/>
                </a:moveTo>
                <a:lnTo>
                  <a:pt x="6098" y="5220"/>
                </a:lnTo>
                <a:lnTo>
                  <a:pt x="6191" y="4907"/>
                </a:lnTo>
                <a:lnTo>
                  <a:pt x="6307" y="4639"/>
                </a:lnTo>
                <a:lnTo>
                  <a:pt x="6517" y="4370"/>
                </a:lnTo>
                <a:lnTo>
                  <a:pt x="6680" y="4087"/>
                </a:lnTo>
                <a:lnTo>
                  <a:pt x="6889" y="3878"/>
                </a:lnTo>
                <a:lnTo>
                  <a:pt x="7308" y="3520"/>
                </a:lnTo>
                <a:lnTo>
                  <a:pt x="7843" y="3281"/>
                </a:lnTo>
                <a:lnTo>
                  <a:pt x="8402" y="3013"/>
                </a:lnTo>
                <a:lnTo>
                  <a:pt x="9031" y="2834"/>
                </a:lnTo>
                <a:lnTo>
                  <a:pt x="9659" y="2700"/>
                </a:lnTo>
                <a:lnTo>
                  <a:pt x="10497" y="2625"/>
                </a:lnTo>
                <a:lnTo>
                  <a:pt x="11125" y="2655"/>
                </a:lnTo>
                <a:lnTo>
                  <a:pt x="11987" y="2789"/>
                </a:lnTo>
                <a:lnTo>
                  <a:pt x="12522" y="2893"/>
                </a:lnTo>
                <a:lnTo>
                  <a:pt x="13011" y="3028"/>
                </a:lnTo>
                <a:lnTo>
                  <a:pt x="13290" y="3192"/>
                </a:lnTo>
                <a:lnTo>
                  <a:pt x="13709" y="3371"/>
                </a:lnTo>
                <a:lnTo>
                  <a:pt x="13872" y="3505"/>
                </a:lnTo>
                <a:lnTo>
                  <a:pt x="14058" y="3639"/>
                </a:lnTo>
                <a:lnTo>
                  <a:pt x="14291" y="3788"/>
                </a:lnTo>
                <a:lnTo>
                  <a:pt x="14431" y="3953"/>
                </a:lnTo>
                <a:lnTo>
                  <a:pt x="14617" y="4102"/>
                </a:lnTo>
                <a:lnTo>
                  <a:pt x="14826" y="4311"/>
                </a:lnTo>
                <a:lnTo>
                  <a:pt x="14919" y="4534"/>
                </a:lnTo>
                <a:lnTo>
                  <a:pt x="15036" y="4773"/>
                </a:lnTo>
                <a:lnTo>
                  <a:pt x="15175" y="5027"/>
                </a:lnTo>
                <a:lnTo>
                  <a:pt x="15245" y="5220"/>
                </a:lnTo>
                <a:lnTo>
                  <a:pt x="15245" y="9591"/>
                </a:lnTo>
                <a:lnTo>
                  <a:pt x="6098" y="9591"/>
                </a:lnTo>
                <a:close/>
              </a:path>
              <a:path w="21600" h="21600" extrusionOk="0">
                <a:moveTo>
                  <a:pt x="93" y="9606"/>
                </a:moveTo>
                <a:lnTo>
                  <a:pt x="21600" y="9606"/>
                </a:lnTo>
                <a:lnTo>
                  <a:pt x="93" y="9606"/>
                </a:lnTo>
                <a:close/>
              </a:path>
              <a:path w="21600" h="21600" extrusionOk="0">
                <a:moveTo>
                  <a:pt x="11684" y="17109"/>
                </a:moveTo>
                <a:lnTo>
                  <a:pt x="12266" y="19317"/>
                </a:lnTo>
                <a:lnTo>
                  <a:pt x="9659" y="19317"/>
                </a:lnTo>
                <a:lnTo>
                  <a:pt x="10287" y="17124"/>
                </a:lnTo>
                <a:lnTo>
                  <a:pt x="10008" y="16975"/>
                </a:lnTo>
                <a:lnTo>
                  <a:pt x="9799" y="16722"/>
                </a:lnTo>
                <a:lnTo>
                  <a:pt x="9752" y="16408"/>
                </a:lnTo>
                <a:lnTo>
                  <a:pt x="9822" y="16170"/>
                </a:lnTo>
                <a:lnTo>
                  <a:pt x="10008" y="16006"/>
                </a:lnTo>
                <a:lnTo>
                  <a:pt x="10148" y="15871"/>
                </a:lnTo>
                <a:lnTo>
                  <a:pt x="10381" y="15782"/>
                </a:lnTo>
                <a:lnTo>
                  <a:pt x="10660" y="15692"/>
                </a:lnTo>
                <a:lnTo>
                  <a:pt x="11009" y="15677"/>
                </a:lnTo>
                <a:lnTo>
                  <a:pt x="11288" y="15722"/>
                </a:lnTo>
                <a:lnTo>
                  <a:pt x="11614" y="15782"/>
                </a:lnTo>
                <a:lnTo>
                  <a:pt x="11893" y="15946"/>
                </a:lnTo>
                <a:lnTo>
                  <a:pt x="12033" y="16080"/>
                </a:lnTo>
                <a:lnTo>
                  <a:pt x="12173" y="16229"/>
                </a:lnTo>
                <a:lnTo>
                  <a:pt x="12196" y="16408"/>
                </a:lnTo>
                <a:lnTo>
                  <a:pt x="12103" y="16722"/>
                </a:lnTo>
                <a:lnTo>
                  <a:pt x="11987" y="16856"/>
                </a:lnTo>
                <a:lnTo>
                  <a:pt x="11847" y="16975"/>
                </a:lnTo>
                <a:lnTo>
                  <a:pt x="11684" y="17109"/>
                </a:lnTo>
              </a:path>
            </a:pathLst>
          </a:custGeom>
          <a:solidFill>
            <a:srgbClr val="C0C0C0"/>
          </a:solidFill>
          <a:ln w="38100">
            <a:solidFill>
              <a:srgbClr val="000000"/>
            </a:solidFill>
            <a:miter lim="800000"/>
            <a:headEnd/>
            <a:tailEnd/>
          </a:ln>
        </p:spPr>
        <p:txBody>
          <a:bodyPr/>
          <a:lstStyle/>
          <a:p>
            <a:endParaRPr lang="tr-TR"/>
          </a:p>
        </p:txBody>
      </p:sp>
    </p:spTree>
    <p:extLst>
      <p:ext uri="{BB962C8B-B14F-4D97-AF65-F5344CB8AC3E}">
        <p14:creationId xmlns:p14="http://schemas.microsoft.com/office/powerpoint/2010/main" val="2571943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274638"/>
            <a:ext cx="8229600" cy="634082"/>
          </a:xfrm>
          <a:noFill/>
          <a:ln>
            <a:noFill/>
          </a:ln>
        </p:spPr>
        <p:txBody>
          <a:bodyPr vert="horz" lIns="91440" tIns="45720" rIns="91440" bIns="45720" rtlCol="0" anchor="b">
            <a:normAutofit/>
          </a:bodyPr>
          <a:lstStyle/>
          <a:p>
            <a:r>
              <a:rPr kumimoji="1" lang="tr-TR" sz="2400" b="1" dirty="0">
                <a:latin typeface="Arial" charset="0"/>
                <a:ea typeface="+mn-ea"/>
                <a:cs typeface="+mn-cs"/>
              </a:rPr>
              <a:t>İşlemler: Genel güvenlik ilkelerini izlemek</a:t>
            </a:r>
          </a:p>
        </p:txBody>
      </p:sp>
      <p:sp>
        <p:nvSpPr>
          <p:cNvPr id="15363" name="Rectangle 3"/>
          <p:cNvSpPr>
            <a:spLocks noGrp="1" noChangeArrowheads="1"/>
          </p:cNvSpPr>
          <p:nvPr>
            <p:ph type="body" idx="1"/>
          </p:nvPr>
        </p:nvSpPr>
        <p:spPr/>
        <p:txBody>
          <a:bodyPr>
            <a:normAutofit fontScale="92500" lnSpcReduction="10000"/>
          </a:bodyPr>
          <a:lstStyle/>
          <a:p>
            <a:pPr marL="457200" indent="-457200" eaLnBrk="1" hangingPunct="1"/>
            <a:r>
              <a:rPr lang="tr-TR" b="1" dirty="0" smtClean="0"/>
              <a:t>Temel bilgi güvenliği yasaları</a:t>
            </a:r>
          </a:p>
          <a:p>
            <a:pPr marL="914400" lvl="1" indent="-457200" eaLnBrk="1" hangingPunct="1">
              <a:buFontTx/>
              <a:buAutoNum type="arabicParenR"/>
            </a:pPr>
            <a:r>
              <a:rPr lang="tr-TR" dirty="0" smtClean="0"/>
              <a:t>Herkes güvenlik konusunda başına gelinceye kadar kendini güvende zanneder.</a:t>
            </a:r>
          </a:p>
          <a:p>
            <a:pPr marL="914400" lvl="1" indent="-457200" eaLnBrk="1" hangingPunct="1">
              <a:buFontTx/>
              <a:buAutoNum type="arabicParenR"/>
            </a:pPr>
            <a:r>
              <a:rPr lang="tr-TR" dirty="0" smtClean="0"/>
              <a:t>Güvenlik sadece, güvenli yol aynı zamanda en kolay yol ise sağlanabilir.</a:t>
            </a:r>
          </a:p>
          <a:p>
            <a:pPr marL="914400" lvl="1" indent="-457200" eaLnBrk="1" hangingPunct="1">
              <a:buFontTx/>
              <a:buAutoNum type="arabicParenR"/>
            </a:pPr>
            <a:r>
              <a:rPr lang="tr-TR" dirty="0" smtClean="0"/>
              <a:t>Güvenlik yamalarını yüklemezseniz, bilgisayar ağınız uzun süre sizin kontrolünüzde kalmaz.</a:t>
            </a:r>
          </a:p>
          <a:p>
            <a:pPr marL="914400" lvl="1" indent="-457200" eaLnBrk="1" hangingPunct="1">
              <a:buFontTx/>
              <a:buAutoNum type="arabicParenR"/>
            </a:pPr>
            <a:r>
              <a:rPr lang="tr-TR" dirty="0" smtClean="0"/>
              <a:t>Baştan güvenliği sağlanmamış, bilgisayarlara </a:t>
            </a:r>
            <a:r>
              <a:rPr lang="tr-TR" dirty="0" err="1" smtClean="0"/>
              <a:t>hotfix</a:t>
            </a:r>
            <a:r>
              <a:rPr lang="tr-TR" dirty="0" smtClean="0"/>
              <a:t> yüklemek, o bilgisayarı güvenli yapmaz.</a:t>
            </a:r>
          </a:p>
          <a:p>
            <a:pPr marL="914400" lvl="1" indent="-457200" eaLnBrk="1" hangingPunct="1">
              <a:buFontTx/>
              <a:buAutoNum type="arabicParenR"/>
            </a:pPr>
            <a:r>
              <a:rPr lang="tr-TR" dirty="0" smtClean="0"/>
              <a:t>Güvende olmak ancak sürekli uyanık ve tetikte olarak sağlanabilir.</a:t>
            </a:r>
          </a:p>
          <a:p>
            <a:pPr marL="914400" lvl="1" indent="-457200" eaLnBrk="1" hangingPunct="1">
              <a:buFontTx/>
              <a:buAutoNum type="arabicParenR"/>
            </a:pPr>
            <a:endParaRPr lang="tr-TR" sz="1800" dirty="0" smtClean="0"/>
          </a:p>
          <a:p>
            <a:pPr marL="914400" lvl="1" indent="-457200" eaLnBrk="1" hangingPunct="1">
              <a:buFontTx/>
              <a:buNone/>
            </a:pPr>
            <a:endParaRPr lang="tr-TR" sz="1800" dirty="0" smtClean="0"/>
          </a:p>
        </p:txBody>
      </p:sp>
    </p:spTree>
    <p:extLst>
      <p:ext uri="{BB962C8B-B14F-4D97-AF65-F5344CB8AC3E}">
        <p14:creationId xmlns:p14="http://schemas.microsoft.com/office/powerpoint/2010/main" val="2778525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274638"/>
            <a:ext cx="8229600" cy="490066"/>
          </a:xfrm>
          <a:noFill/>
          <a:ln>
            <a:noFill/>
          </a:ln>
        </p:spPr>
        <p:txBody>
          <a:bodyPr vert="horz" lIns="91440" tIns="45720" rIns="91440" bIns="45720" rtlCol="0" anchor="b">
            <a:normAutofit/>
          </a:bodyPr>
          <a:lstStyle/>
          <a:p>
            <a:r>
              <a:rPr kumimoji="1" lang="tr-TR" sz="2400" b="1">
                <a:latin typeface="Arial" charset="0"/>
                <a:ea typeface="+mn-ea"/>
                <a:cs typeface="+mn-cs"/>
              </a:rPr>
              <a:t>İşlemler: Genel güvenlik ilkelerini izlemek</a:t>
            </a:r>
          </a:p>
        </p:txBody>
      </p:sp>
      <p:sp>
        <p:nvSpPr>
          <p:cNvPr id="16387" name="Rectangle 3"/>
          <p:cNvSpPr>
            <a:spLocks noGrp="1" noChangeArrowheads="1"/>
          </p:cNvSpPr>
          <p:nvPr>
            <p:ph type="body" idx="1"/>
          </p:nvPr>
        </p:nvSpPr>
        <p:spPr/>
        <p:txBody>
          <a:bodyPr>
            <a:normAutofit fontScale="92500" lnSpcReduction="20000"/>
          </a:bodyPr>
          <a:lstStyle/>
          <a:p>
            <a:pPr marL="457200" indent="-457200" eaLnBrk="1" hangingPunct="1">
              <a:buFontTx/>
              <a:buAutoNum type="arabicParenR" startAt="6"/>
            </a:pPr>
            <a:r>
              <a:rPr lang="tr-TR" smtClean="0"/>
              <a:t>Parolanızı bulmaya çalışan biri mutlaka vardır.</a:t>
            </a:r>
          </a:p>
          <a:p>
            <a:pPr marL="457200" indent="-457200" eaLnBrk="1" hangingPunct="1">
              <a:buFontTx/>
              <a:buAutoNum type="arabicParenR" startAt="6"/>
            </a:pPr>
            <a:r>
              <a:rPr lang="tr-TR" smtClean="0"/>
              <a:t>En güvenli ağ, en iyi yönetilen ağdır.</a:t>
            </a:r>
          </a:p>
          <a:p>
            <a:pPr marL="457200" indent="-457200" eaLnBrk="1" hangingPunct="1">
              <a:buFontTx/>
              <a:buAutoNum type="arabicParenR" startAt="6"/>
            </a:pPr>
            <a:r>
              <a:rPr lang="tr-TR" smtClean="0"/>
              <a:t>Ağın güvenliğini sağlamak, ağın karmaşıklığına paralel olarak zorlaşır.</a:t>
            </a:r>
          </a:p>
          <a:p>
            <a:pPr marL="457200" indent="-457200" eaLnBrk="1" hangingPunct="1">
              <a:buFontTx/>
              <a:buAutoNum type="arabicParenR" startAt="6"/>
            </a:pPr>
            <a:r>
              <a:rPr lang="tr-TR" smtClean="0"/>
              <a:t>Güvenlik, riskleri azaltmak değil, riskleri yönetmekle gerçekleşir.</a:t>
            </a:r>
          </a:p>
          <a:p>
            <a:pPr marL="457200" indent="-457200" eaLnBrk="1" hangingPunct="1">
              <a:buFontTx/>
              <a:buAutoNum type="arabicParenR" startAt="6"/>
            </a:pPr>
            <a:r>
              <a:rPr lang="tr-TR" smtClean="0"/>
              <a:t>Teknoloji, bütün güvenlik sorunlarına çözüm olamaz.</a:t>
            </a:r>
          </a:p>
          <a:p>
            <a:pPr marL="457200" indent="-457200" eaLnBrk="1" hangingPunct="1">
              <a:buFontTx/>
              <a:buAutoNum type="arabicParenR" startAt="6"/>
            </a:pPr>
            <a:endParaRPr lang="tr-TR" smtClean="0"/>
          </a:p>
          <a:p>
            <a:pPr marL="457200" indent="-457200" algn="ctr" eaLnBrk="1" hangingPunct="1">
              <a:buFontTx/>
              <a:buNone/>
            </a:pPr>
            <a:r>
              <a:rPr lang="tr-TR" b="1" i="1" smtClean="0"/>
              <a:t>Güvenlik bir hedef değil, yolculuktur.</a:t>
            </a:r>
          </a:p>
          <a:p>
            <a:pPr marL="457200" indent="-457200" eaLnBrk="1" hangingPunct="1">
              <a:buFontTx/>
              <a:buAutoNum type="arabicParenR" startAt="6"/>
            </a:pPr>
            <a:endParaRPr lang="tr-TR" b="1" smtClean="0"/>
          </a:p>
          <a:p>
            <a:pPr marL="457200" indent="-457200" eaLnBrk="1" hangingPunct="1">
              <a:buFontTx/>
              <a:buAutoNum type="arabicParenR" startAt="6"/>
            </a:pPr>
            <a:endParaRPr lang="tr-TR" smtClean="0"/>
          </a:p>
        </p:txBody>
      </p:sp>
    </p:spTree>
    <p:extLst>
      <p:ext uri="{BB962C8B-B14F-4D97-AF65-F5344CB8AC3E}">
        <p14:creationId xmlns:p14="http://schemas.microsoft.com/office/powerpoint/2010/main" val="29441095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İzlenecek Yol</a:t>
            </a:r>
          </a:p>
        </p:txBody>
      </p:sp>
      <p:sp>
        <p:nvSpPr>
          <p:cNvPr id="313353" name="AutoShape 9"/>
          <p:cNvSpPr>
            <a:spLocks noChangeArrowheads="1"/>
          </p:cNvSpPr>
          <p:nvPr/>
        </p:nvSpPr>
        <p:spPr bwMode="auto">
          <a:xfrm>
            <a:off x="609600" y="2971800"/>
            <a:ext cx="1905000" cy="1143000"/>
          </a:xfrm>
          <a:prstGeom prst="roundRect">
            <a:avLst>
              <a:gd name="adj" fmla="val 16667"/>
            </a:avLst>
          </a:prstGeom>
          <a:gradFill rotWithShape="0">
            <a:gsLst>
              <a:gs pos="0">
                <a:srgbClr val="7FC2E7"/>
              </a:gs>
              <a:gs pos="100000">
                <a:schemeClr val="tx2"/>
              </a:gs>
            </a:gsLst>
            <a:path path="shape">
              <a:fillToRect l="50000" t="50000" r="50000" b="50000"/>
            </a:path>
          </a:gradFill>
          <a:ln>
            <a:noFill/>
          </a:ln>
          <a:effectLst/>
          <a:scene3d>
            <a:camera prst="legacyObliqueBottomLeft"/>
            <a:lightRig rig="legacyFlat3" dir="t"/>
          </a:scene3d>
          <a:sp3d extrusionH="430200" prstMaterial="legacyMatte">
            <a:bevelT w="13500" h="13500" prst="angle"/>
            <a:bevelB w="13500" h="13500" prst="angle"/>
            <a:extrusionClr>
              <a:schemeClr val="tx2"/>
            </a:extrusionClr>
          </a:sp3d>
          <a:extLst>
            <a:ext uri="{91240B29-F687-4F45-9708-019B960494DF}">
              <a14:hiddenLine xmlns:a14="http://schemas.microsoft.com/office/drawing/2010/main" w="25400">
                <a:no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tr-TR" b="1">
                <a:solidFill>
                  <a:schemeClr val="bg1"/>
                </a:solidFill>
              </a:rPr>
              <a:t>Politika</a:t>
            </a:r>
          </a:p>
          <a:p>
            <a:pPr algn="ctr">
              <a:defRPr/>
            </a:pPr>
            <a:r>
              <a:rPr lang="tr-TR" b="1">
                <a:solidFill>
                  <a:schemeClr val="bg1"/>
                </a:solidFill>
              </a:rPr>
              <a:t>Geliştirilmesi</a:t>
            </a:r>
          </a:p>
        </p:txBody>
      </p:sp>
      <p:sp>
        <p:nvSpPr>
          <p:cNvPr id="313354" name="Rectangle 10"/>
          <p:cNvSpPr>
            <a:spLocks noChangeArrowheads="1"/>
          </p:cNvSpPr>
          <p:nvPr/>
        </p:nvSpPr>
        <p:spPr bwMode="auto">
          <a:xfrm>
            <a:off x="3746500" y="1981200"/>
            <a:ext cx="4960938" cy="2895600"/>
          </a:xfrm>
          <a:prstGeom prst="rect">
            <a:avLst/>
          </a:prstGeom>
          <a:gradFill rotWithShape="0">
            <a:gsLst>
              <a:gs pos="0">
                <a:schemeClr val="bg1"/>
              </a:gs>
              <a:gs pos="100000">
                <a:srgbClr val="66CCFF"/>
              </a:gs>
            </a:gsLst>
            <a:path path="shape">
              <a:fillToRect l="50000" t="50000" r="50000" b="50000"/>
            </a:path>
          </a:gra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66CCFF"/>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tr-TR">
              <a:solidFill>
                <a:schemeClr val="bg1"/>
              </a:solidFill>
            </a:endParaRPr>
          </a:p>
        </p:txBody>
      </p:sp>
      <p:grpSp>
        <p:nvGrpSpPr>
          <p:cNvPr id="313355" name="Group 11"/>
          <p:cNvGrpSpPr>
            <a:grpSpLocks/>
          </p:cNvGrpSpPr>
          <p:nvPr/>
        </p:nvGrpSpPr>
        <p:grpSpPr bwMode="auto">
          <a:xfrm>
            <a:off x="2362200" y="2057400"/>
            <a:ext cx="1295400" cy="2895600"/>
            <a:chOff x="1488" y="1296"/>
            <a:chExt cx="816" cy="1824"/>
          </a:xfrm>
        </p:grpSpPr>
        <p:sp>
          <p:nvSpPr>
            <p:cNvPr id="19465" name="Line 12"/>
            <p:cNvSpPr>
              <a:spLocks noChangeShapeType="1"/>
            </p:cNvSpPr>
            <p:nvPr/>
          </p:nvSpPr>
          <p:spPr bwMode="auto">
            <a:xfrm flipV="1">
              <a:off x="1488" y="1296"/>
              <a:ext cx="816" cy="57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19466" name="Line 13"/>
            <p:cNvSpPr>
              <a:spLocks noChangeShapeType="1"/>
            </p:cNvSpPr>
            <p:nvPr/>
          </p:nvSpPr>
          <p:spPr bwMode="auto">
            <a:xfrm>
              <a:off x="1488" y="2592"/>
              <a:ext cx="816" cy="528"/>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grpSp>
      <p:sp>
        <p:nvSpPr>
          <p:cNvPr id="313358" name="AutoShape 14"/>
          <p:cNvSpPr>
            <a:spLocks noChangeArrowheads="1"/>
          </p:cNvSpPr>
          <p:nvPr/>
        </p:nvSpPr>
        <p:spPr bwMode="auto">
          <a:xfrm>
            <a:off x="609600" y="1371600"/>
            <a:ext cx="1905000" cy="1143000"/>
          </a:xfrm>
          <a:prstGeom prst="roundRect">
            <a:avLst>
              <a:gd name="adj" fmla="val 16667"/>
            </a:avLst>
          </a:prstGeom>
          <a:gradFill rotWithShape="0">
            <a:gsLst>
              <a:gs pos="0">
                <a:srgbClr val="7FC2E7"/>
              </a:gs>
              <a:gs pos="100000">
                <a:schemeClr val="tx2"/>
              </a:gs>
            </a:gsLst>
            <a:path path="shape">
              <a:fillToRect l="50000" t="50000" r="50000" b="50000"/>
            </a:path>
          </a:gradFill>
          <a:ln>
            <a:noFill/>
          </a:ln>
          <a:effectLst/>
          <a:scene3d>
            <a:camera prst="legacyObliqueBottomLeft"/>
            <a:lightRig rig="legacyFlat3" dir="t"/>
          </a:scene3d>
          <a:sp3d extrusionH="430200" prstMaterial="legacyMatte">
            <a:bevelT w="13500" h="13500" prst="angle"/>
            <a:bevelB w="13500" h="13500" prst="angle"/>
            <a:extrusionClr>
              <a:schemeClr val="tx2"/>
            </a:extrusionClr>
          </a:sp3d>
          <a:extLst>
            <a:ext uri="{91240B29-F687-4F45-9708-019B960494DF}">
              <a14:hiddenLine xmlns:a14="http://schemas.microsoft.com/office/drawing/2010/main" w="25400">
                <a:no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tr-TR" sz="2000" b="1">
                <a:solidFill>
                  <a:schemeClr val="bg1"/>
                </a:solidFill>
              </a:rPr>
              <a:t>Risk Analizi</a:t>
            </a:r>
          </a:p>
        </p:txBody>
      </p:sp>
      <p:sp>
        <p:nvSpPr>
          <p:cNvPr id="313359" name="Line 15"/>
          <p:cNvSpPr>
            <a:spLocks noChangeShapeType="1"/>
          </p:cNvSpPr>
          <p:nvPr/>
        </p:nvSpPr>
        <p:spPr bwMode="auto">
          <a:xfrm>
            <a:off x="1524000" y="2514600"/>
            <a:ext cx="0" cy="4572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313360" name="Text Box 16"/>
          <p:cNvSpPr txBox="1">
            <a:spLocks noChangeArrowheads="1"/>
          </p:cNvSpPr>
          <p:nvPr/>
        </p:nvSpPr>
        <p:spPr bwMode="auto">
          <a:xfrm>
            <a:off x="4114800" y="2438400"/>
            <a:ext cx="42672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75000"/>
              </a:spcBef>
            </a:pPr>
            <a:r>
              <a:rPr lang="tr-TR" dirty="0"/>
              <a:t>Hedefler / Kapsam </a:t>
            </a:r>
          </a:p>
          <a:p>
            <a:pPr>
              <a:spcBef>
                <a:spcPct val="75000"/>
              </a:spcBef>
            </a:pPr>
            <a:r>
              <a:rPr lang="tr-TR" dirty="0"/>
              <a:t>Sorumluluklar / Cezalar</a:t>
            </a:r>
          </a:p>
          <a:p>
            <a:pPr>
              <a:spcBef>
                <a:spcPct val="75000"/>
              </a:spcBef>
            </a:pPr>
            <a:r>
              <a:rPr lang="tr-TR" dirty="0"/>
              <a:t>Önlemler</a:t>
            </a:r>
          </a:p>
        </p:txBody>
      </p:sp>
    </p:spTree>
    <p:extLst>
      <p:ext uri="{BB962C8B-B14F-4D97-AF65-F5344CB8AC3E}">
        <p14:creationId xmlns:p14="http://schemas.microsoft.com/office/powerpoint/2010/main" val="5247040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13359"/>
                                        </p:tgtEl>
                                        <p:attrNameLst>
                                          <p:attrName>style.visibility</p:attrName>
                                        </p:attrNameLst>
                                      </p:cBhvr>
                                      <p:to>
                                        <p:strVal val="visible"/>
                                      </p:to>
                                    </p:set>
                                    <p:animEffect transition="in" filter="wipe(up)">
                                      <p:cBhvr>
                                        <p:cTn id="7" dur="500"/>
                                        <p:tgtEl>
                                          <p:spTgt spid="3133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313353"/>
                                        </p:tgtEl>
                                        <p:attrNameLst>
                                          <p:attrName>style.visibility</p:attrName>
                                        </p:attrNameLst>
                                      </p:cBhvr>
                                      <p:to>
                                        <p:strVal val="visible"/>
                                      </p:to>
                                    </p:set>
                                    <p:animEffect transition="in" filter="slide(fromLeft)">
                                      <p:cBhvr>
                                        <p:cTn id="12" dur="500"/>
                                        <p:tgtEl>
                                          <p:spTgt spid="3133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13355"/>
                                        </p:tgtEl>
                                        <p:attrNameLst>
                                          <p:attrName>style.visibility</p:attrName>
                                        </p:attrNameLst>
                                      </p:cBhvr>
                                      <p:to>
                                        <p:strVal val="visible"/>
                                      </p:to>
                                    </p:set>
                                    <p:animEffect transition="in" filter="wipe(left)">
                                      <p:cBhvr>
                                        <p:cTn id="17" dur="500"/>
                                        <p:tgtEl>
                                          <p:spTgt spid="31335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2" fill="hold" grpId="0" nodeType="clickEffect">
                                  <p:stCondLst>
                                    <p:cond delay="0"/>
                                  </p:stCondLst>
                                  <p:childTnLst>
                                    <p:set>
                                      <p:cBhvr>
                                        <p:cTn id="21" dur="1" fill="hold">
                                          <p:stCondLst>
                                            <p:cond delay="0"/>
                                          </p:stCondLst>
                                        </p:cTn>
                                        <p:tgtEl>
                                          <p:spTgt spid="313354"/>
                                        </p:tgtEl>
                                        <p:attrNameLst>
                                          <p:attrName>style.visibility</p:attrName>
                                        </p:attrNameLst>
                                      </p:cBhvr>
                                      <p:to>
                                        <p:strVal val="visible"/>
                                      </p:to>
                                    </p:set>
                                    <p:anim calcmode="lin" valueType="num">
                                      <p:cBhvr additive="base">
                                        <p:cTn id="22" dur="500" fill="hold"/>
                                        <p:tgtEl>
                                          <p:spTgt spid="313354"/>
                                        </p:tgtEl>
                                        <p:attrNameLst>
                                          <p:attrName>ppt_x</p:attrName>
                                        </p:attrNameLst>
                                      </p:cBhvr>
                                      <p:tavLst>
                                        <p:tav tm="0">
                                          <p:val>
                                            <p:strVal val="1+#ppt_w/2"/>
                                          </p:val>
                                        </p:tav>
                                        <p:tav tm="100000">
                                          <p:val>
                                            <p:strVal val="#ppt_x"/>
                                          </p:val>
                                        </p:tav>
                                      </p:tavLst>
                                    </p:anim>
                                    <p:anim calcmode="lin" valueType="num">
                                      <p:cBhvr additive="base">
                                        <p:cTn id="23" dur="500" fill="hold"/>
                                        <p:tgtEl>
                                          <p:spTgt spid="313354"/>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13360">
                                            <p:txEl>
                                              <p:pRg st="0" end="0"/>
                                            </p:txEl>
                                          </p:spTgt>
                                        </p:tgtEl>
                                        <p:attrNameLst>
                                          <p:attrName>style.visibility</p:attrName>
                                        </p:attrNameLst>
                                      </p:cBhvr>
                                      <p:to>
                                        <p:strVal val="visible"/>
                                      </p:to>
                                    </p:set>
                                    <p:animEffect transition="in" filter="wipe(left)">
                                      <p:cBhvr>
                                        <p:cTn id="28" dur="500"/>
                                        <p:tgtEl>
                                          <p:spTgt spid="313360">
                                            <p:txEl>
                                              <p:pRg st="0" end="0"/>
                                            </p:txEl>
                                          </p:spTgt>
                                        </p:tgtEl>
                                      </p:cBhvr>
                                    </p:animEffect>
                                  </p:childTnLst>
                                  <p:subTnLst>
                                    <p:animClr clrSpc="rgb" dir="cw">
                                      <p:cBhvr override="childStyle">
                                        <p:cTn dur="1" fill="hold" display="0" masterRel="nextClick" afterEffect="1"/>
                                        <p:tgtEl>
                                          <p:spTgt spid="313360">
                                            <p:txEl>
                                              <p:pRg st="0" end="0"/>
                                            </p:txEl>
                                          </p:spTgt>
                                        </p:tgtEl>
                                        <p:attrNameLst>
                                          <p:attrName>ppt_c</p:attrName>
                                        </p:attrNameLst>
                                      </p:cBhvr>
                                      <p:to>
                                        <a:schemeClr val="bg1"/>
                                      </p:to>
                                    </p:animClr>
                                  </p:sub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13360">
                                            <p:txEl>
                                              <p:pRg st="1" end="1"/>
                                            </p:txEl>
                                          </p:spTgt>
                                        </p:tgtEl>
                                        <p:attrNameLst>
                                          <p:attrName>style.visibility</p:attrName>
                                        </p:attrNameLst>
                                      </p:cBhvr>
                                      <p:to>
                                        <p:strVal val="visible"/>
                                      </p:to>
                                    </p:set>
                                    <p:animEffect transition="in" filter="wipe(left)">
                                      <p:cBhvr>
                                        <p:cTn id="33" dur="500"/>
                                        <p:tgtEl>
                                          <p:spTgt spid="313360">
                                            <p:txEl>
                                              <p:pRg st="1" end="1"/>
                                            </p:txEl>
                                          </p:spTgt>
                                        </p:tgtEl>
                                      </p:cBhvr>
                                    </p:animEffect>
                                  </p:childTnLst>
                                  <p:subTnLst>
                                    <p:animClr clrSpc="rgb" dir="cw">
                                      <p:cBhvr override="childStyle">
                                        <p:cTn dur="1" fill="hold" display="0" masterRel="nextClick" afterEffect="1"/>
                                        <p:tgtEl>
                                          <p:spTgt spid="313360">
                                            <p:txEl>
                                              <p:pRg st="1" end="1"/>
                                            </p:txEl>
                                          </p:spTgt>
                                        </p:tgtEl>
                                        <p:attrNameLst>
                                          <p:attrName>ppt_c</p:attrName>
                                        </p:attrNameLst>
                                      </p:cBhvr>
                                      <p:to>
                                        <a:schemeClr val="bg1"/>
                                      </p:to>
                                    </p:animClr>
                                  </p:sub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13360">
                                            <p:txEl>
                                              <p:pRg st="2" end="2"/>
                                            </p:txEl>
                                          </p:spTgt>
                                        </p:tgtEl>
                                        <p:attrNameLst>
                                          <p:attrName>style.visibility</p:attrName>
                                        </p:attrNameLst>
                                      </p:cBhvr>
                                      <p:to>
                                        <p:strVal val="visible"/>
                                      </p:to>
                                    </p:set>
                                    <p:animEffect transition="in" filter="wipe(left)">
                                      <p:cBhvr>
                                        <p:cTn id="38" dur="500"/>
                                        <p:tgtEl>
                                          <p:spTgt spid="313360">
                                            <p:txEl>
                                              <p:pRg st="2" end="2"/>
                                            </p:txEl>
                                          </p:spTgt>
                                        </p:tgtEl>
                                      </p:cBhvr>
                                    </p:animEffect>
                                  </p:childTnLst>
                                  <p:subTnLst>
                                    <p:animClr clrSpc="rgb" dir="cw">
                                      <p:cBhvr override="childStyle">
                                        <p:cTn dur="1" fill="hold" display="0" masterRel="nextClick" afterEffect="1"/>
                                        <p:tgtEl>
                                          <p:spTgt spid="313360">
                                            <p:txEl>
                                              <p:pRg st="2" end="2"/>
                                            </p:txEl>
                                          </p:spTgt>
                                        </p:tgtEl>
                                        <p:attrNameLst>
                                          <p:attrName>ppt_c</p:attrName>
                                        </p:attrNameLst>
                                      </p:cBhvr>
                                      <p:to>
                                        <a:schemeClr val="bg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53" grpId="0" animBg="1" autoUpdateAnimBg="0"/>
      <p:bldP spid="313354" grpId="0" animBg="1"/>
      <p:bldP spid="313359" grpId="0" animBg="1"/>
      <p:bldP spid="313360"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İzlenecek Yol</a:t>
            </a:r>
          </a:p>
        </p:txBody>
      </p:sp>
      <p:sp>
        <p:nvSpPr>
          <p:cNvPr id="314379" name="AutoShape 11"/>
          <p:cNvSpPr>
            <a:spLocks noChangeArrowheads="1"/>
          </p:cNvSpPr>
          <p:nvPr/>
        </p:nvSpPr>
        <p:spPr bwMode="auto">
          <a:xfrm>
            <a:off x="609600" y="2971800"/>
            <a:ext cx="1905000" cy="1143000"/>
          </a:xfrm>
          <a:prstGeom prst="roundRect">
            <a:avLst>
              <a:gd name="adj" fmla="val 16667"/>
            </a:avLst>
          </a:prstGeom>
          <a:gradFill rotWithShape="0">
            <a:gsLst>
              <a:gs pos="0">
                <a:srgbClr val="7FC2E7"/>
              </a:gs>
              <a:gs pos="100000">
                <a:schemeClr val="tx2"/>
              </a:gs>
            </a:gsLst>
            <a:path path="shape">
              <a:fillToRect l="50000" t="50000" r="50000" b="50000"/>
            </a:path>
          </a:gradFill>
          <a:ln>
            <a:noFill/>
          </a:ln>
          <a:effectLst/>
          <a:scene3d>
            <a:camera prst="legacyObliqueBottomLeft"/>
            <a:lightRig rig="legacyFlat3" dir="t"/>
          </a:scene3d>
          <a:sp3d extrusionH="430200" prstMaterial="legacyMatte">
            <a:bevelT w="13500" h="13500" prst="angle"/>
            <a:bevelB w="13500" h="13500" prst="angle"/>
            <a:extrusionClr>
              <a:schemeClr val="tx2"/>
            </a:extrusionClr>
          </a:sp3d>
          <a:extLst>
            <a:ext uri="{91240B29-F687-4F45-9708-019B960494DF}">
              <a14:hiddenLine xmlns:a14="http://schemas.microsoft.com/office/drawing/2010/main" w="25400">
                <a:no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tr-TR"/>
              <a:t>Politika</a:t>
            </a:r>
          </a:p>
          <a:p>
            <a:pPr algn="ctr">
              <a:defRPr/>
            </a:pPr>
            <a:r>
              <a:rPr lang="tr-TR"/>
              <a:t>Geliştirilmesi</a:t>
            </a:r>
          </a:p>
        </p:txBody>
      </p:sp>
      <p:sp>
        <p:nvSpPr>
          <p:cNvPr id="314380" name="Rectangle 12"/>
          <p:cNvSpPr>
            <a:spLocks noChangeArrowheads="1"/>
          </p:cNvSpPr>
          <p:nvPr/>
        </p:nvSpPr>
        <p:spPr bwMode="auto">
          <a:xfrm>
            <a:off x="3746500" y="1981200"/>
            <a:ext cx="4960938" cy="2895600"/>
          </a:xfrm>
          <a:prstGeom prst="rect">
            <a:avLst/>
          </a:prstGeom>
          <a:gradFill rotWithShape="0">
            <a:gsLst>
              <a:gs pos="0">
                <a:schemeClr val="bg1"/>
              </a:gs>
              <a:gs pos="100000">
                <a:srgbClr val="66CCFF"/>
              </a:gs>
            </a:gsLst>
            <a:path path="shape">
              <a:fillToRect l="50000" t="50000" r="50000" b="50000"/>
            </a:path>
          </a:gradFill>
          <a:ln w="9525">
            <a:miter lim="800000"/>
            <a:headEnd/>
            <a:tailEnd/>
          </a:ln>
          <a:effectLst/>
          <a:scene3d>
            <a:camera prst="legacyObliqueBottomLeft"/>
            <a:lightRig rig="legacyFlat3" dir="t"/>
          </a:scene3d>
          <a:sp3d extrusionH="430200" prstMaterial="legacyMatte">
            <a:bevelT w="13500" h="13500" prst="angle"/>
            <a:bevelB w="13500" h="13500" prst="angle"/>
            <a:extrusionClr>
              <a:srgbClr val="66CCFF"/>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tr-TR"/>
          </a:p>
        </p:txBody>
      </p:sp>
      <p:sp>
        <p:nvSpPr>
          <p:cNvPr id="314381" name="Text Box 13"/>
          <p:cNvSpPr txBox="1">
            <a:spLocks noChangeArrowheads="1"/>
          </p:cNvSpPr>
          <p:nvPr/>
        </p:nvSpPr>
        <p:spPr bwMode="auto">
          <a:xfrm>
            <a:off x="4114800" y="2438400"/>
            <a:ext cx="42672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75000"/>
              </a:spcBef>
            </a:pPr>
            <a:r>
              <a:rPr lang="tr-TR"/>
              <a:t>Yönetsel Prosedürler </a:t>
            </a:r>
          </a:p>
          <a:p>
            <a:pPr>
              <a:spcBef>
                <a:spcPct val="75000"/>
              </a:spcBef>
            </a:pPr>
            <a:r>
              <a:rPr lang="tr-TR"/>
              <a:t>Mekanizmalar </a:t>
            </a:r>
          </a:p>
          <a:p>
            <a:pPr>
              <a:spcBef>
                <a:spcPct val="75000"/>
              </a:spcBef>
            </a:pPr>
            <a:r>
              <a:rPr lang="tr-TR"/>
              <a:t>Uygulatma Sorumluluğu</a:t>
            </a:r>
          </a:p>
        </p:txBody>
      </p:sp>
      <p:grpSp>
        <p:nvGrpSpPr>
          <p:cNvPr id="314382" name="Group 14"/>
          <p:cNvGrpSpPr>
            <a:grpSpLocks/>
          </p:cNvGrpSpPr>
          <p:nvPr/>
        </p:nvGrpSpPr>
        <p:grpSpPr bwMode="auto">
          <a:xfrm>
            <a:off x="2362200" y="2057400"/>
            <a:ext cx="1295400" cy="3657600"/>
            <a:chOff x="1488" y="1296"/>
            <a:chExt cx="816" cy="2304"/>
          </a:xfrm>
        </p:grpSpPr>
        <p:sp>
          <p:nvSpPr>
            <p:cNvPr id="20491" name="Line 15"/>
            <p:cNvSpPr>
              <a:spLocks noChangeShapeType="1"/>
            </p:cNvSpPr>
            <p:nvPr/>
          </p:nvSpPr>
          <p:spPr bwMode="auto">
            <a:xfrm flipV="1">
              <a:off x="1488" y="1296"/>
              <a:ext cx="816" cy="1584"/>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20492" name="Line 16"/>
            <p:cNvSpPr>
              <a:spLocks noChangeShapeType="1"/>
            </p:cNvSpPr>
            <p:nvPr/>
          </p:nvSpPr>
          <p:spPr bwMode="auto">
            <a:xfrm flipV="1">
              <a:off x="1488" y="3120"/>
              <a:ext cx="816" cy="48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grpSp>
      <p:sp>
        <p:nvSpPr>
          <p:cNvPr id="314385" name="AutoShape 17"/>
          <p:cNvSpPr>
            <a:spLocks noChangeArrowheads="1"/>
          </p:cNvSpPr>
          <p:nvPr/>
        </p:nvSpPr>
        <p:spPr bwMode="auto">
          <a:xfrm>
            <a:off x="609600" y="1371600"/>
            <a:ext cx="1905000" cy="1143000"/>
          </a:xfrm>
          <a:prstGeom prst="roundRect">
            <a:avLst>
              <a:gd name="adj" fmla="val 16667"/>
            </a:avLst>
          </a:prstGeom>
          <a:gradFill rotWithShape="0">
            <a:gsLst>
              <a:gs pos="0">
                <a:srgbClr val="7FC2E7"/>
              </a:gs>
              <a:gs pos="100000">
                <a:schemeClr val="tx2"/>
              </a:gs>
            </a:gsLst>
            <a:path path="shape">
              <a:fillToRect l="50000" t="50000" r="50000" b="50000"/>
            </a:path>
          </a:gradFill>
          <a:ln>
            <a:noFill/>
          </a:ln>
          <a:effectLst/>
          <a:scene3d>
            <a:camera prst="legacyObliqueBottomLeft"/>
            <a:lightRig rig="legacyFlat3" dir="t"/>
          </a:scene3d>
          <a:sp3d extrusionH="430200" prstMaterial="legacyMatte">
            <a:bevelT w="13500" h="13500" prst="angle"/>
            <a:bevelB w="13500" h="13500" prst="angle"/>
            <a:extrusionClr>
              <a:schemeClr val="tx2"/>
            </a:extrusionClr>
          </a:sp3d>
          <a:extLst>
            <a:ext uri="{91240B29-F687-4F45-9708-019B960494DF}">
              <a14:hiddenLine xmlns:a14="http://schemas.microsoft.com/office/drawing/2010/main" w="25400">
                <a:no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tr-TR"/>
              <a:t>Risk Analizi</a:t>
            </a:r>
          </a:p>
        </p:txBody>
      </p:sp>
      <p:sp>
        <p:nvSpPr>
          <p:cNvPr id="314386" name="AutoShape 18"/>
          <p:cNvSpPr>
            <a:spLocks noChangeArrowheads="1"/>
          </p:cNvSpPr>
          <p:nvPr/>
        </p:nvSpPr>
        <p:spPr bwMode="auto">
          <a:xfrm>
            <a:off x="609600" y="4572000"/>
            <a:ext cx="1905000" cy="1143000"/>
          </a:xfrm>
          <a:prstGeom prst="roundRect">
            <a:avLst>
              <a:gd name="adj" fmla="val 16667"/>
            </a:avLst>
          </a:prstGeom>
          <a:gradFill rotWithShape="0">
            <a:gsLst>
              <a:gs pos="0">
                <a:srgbClr val="7FC2E7"/>
              </a:gs>
              <a:gs pos="100000">
                <a:schemeClr val="tx2"/>
              </a:gs>
            </a:gsLst>
            <a:path path="shape">
              <a:fillToRect l="50000" t="50000" r="50000" b="50000"/>
            </a:path>
          </a:gradFill>
          <a:ln>
            <a:noFill/>
          </a:ln>
          <a:effectLst/>
          <a:scene3d>
            <a:camera prst="legacyObliqueBottomLeft"/>
            <a:lightRig rig="legacyFlat3" dir="t"/>
          </a:scene3d>
          <a:sp3d extrusionH="430200" prstMaterial="legacyMatte">
            <a:bevelT w="13500" h="13500" prst="angle"/>
            <a:bevelB w="13500" h="13500" prst="angle"/>
            <a:extrusionClr>
              <a:schemeClr val="tx2"/>
            </a:extrusionClr>
          </a:sp3d>
          <a:extLst>
            <a:ext uri="{91240B29-F687-4F45-9708-019B960494DF}">
              <a14:hiddenLine xmlns:a14="http://schemas.microsoft.com/office/drawing/2010/main" w="25400">
                <a:no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tr-TR"/>
              <a:t>Önlemlerin</a:t>
            </a:r>
          </a:p>
          <a:p>
            <a:pPr algn="ctr">
              <a:defRPr/>
            </a:pPr>
            <a:r>
              <a:rPr lang="tr-TR"/>
              <a:t>Uygulanması</a:t>
            </a:r>
          </a:p>
        </p:txBody>
      </p:sp>
      <p:sp>
        <p:nvSpPr>
          <p:cNvPr id="20489" name="Line 19"/>
          <p:cNvSpPr>
            <a:spLocks noChangeShapeType="1"/>
          </p:cNvSpPr>
          <p:nvPr/>
        </p:nvSpPr>
        <p:spPr bwMode="auto">
          <a:xfrm>
            <a:off x="1524000" y="2514600"/>
            <a:ext cx="0" cy="4572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314388" name="Line 20"/>
          <p:cNvSpPr>
            <a:spLocks noChangeShapeType="1"/>
          </p:cNvSpPr>
          <p:nvPr/>
        </p:nvSpPr>
        <p:spPr bwMode="auto">
          <a:xfrm>
            <a:off x="1524000" y="4114800"/>
            <a:ext cx="0" cy="4572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Tree>
    <p:extLst>
      <p:ext uri="{BB962C8B-B14F-4D97-AF65-F5344CB8AC3E}">
        <p14:creationId xmlns:p14="http://schemas.microsoft.com/office/powerpoint/2010/main" val="27225977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14388"/>
                                        </p:tgtEl>
                                        <p:attrNameLst>
                                          <p:attrName>style.visibility</p:attrName>
                                        </p:attrNameLst>
                                      </p:cBhvr>
                                      <p:to>
                                        <p:strVal val="visible"/>
                                      </p:to>
                                    </p:set>
                                    <p:animEffect transition="in" filter="wipe(up)">
                                      <p:cBhvr>
                                        <p:cTn id="7" dur="500"/>
                                        <p:tgtEl>
                                          <p:spTgt spid="3143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314386"/>
                                        </p:tgtEl>
                                        <p:attrNameLst>
                                          <p:attrName>style.visibility</p:attrName>
                                        </p:attrNameLst>
                                      </p:cBhvr>
                                      <p:to>
                                        <p:strVal val="visible"/>
                                      </p:to>
                                    </p:set>
                                    <p:anim calcmode="lin" valueType="num">
                                      <p:cBhvr additive="base">
                                        <p:cTn id="12" dur="500" fill="hold"/>
                                        <p:tgtEl>
                                          <p:spTgt spid="314386"/>
                                        </p:tgtEl>
                                        <p:attrNameLst>
                                          <p:attrName>ppt_x</p:attrName>
                                        </p:attrNameLst>
                                      </p:cBhvr>
                                      <p:tavLst>
                                        <p:tav tm="0">
                                          <p:val>
                                            <p:strVal val="0-#ppt_w/2"/>
                                          </p:val>
                                        </p:tav>
                                        <p:tav tm="100000">
                                          <p:val>
                                            <p:strVal val="#ppt_x"/>
                                          </p:val>
                                        </p:tav>
                                      </p:tavLst>
                                    </p:anim>
                                    <p:anim calcmode="lin" valueType="num">
                                      <p:cBhvr additive="base">
                                        <p:cTn id="13" dur="500" fill="hold"/>
                                        <p:tgtEl>
                                          <p:spTgt spid="314386"/>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314382"/>
                                        </p:tgtEl>
                                        <p:attrNameLst>
                                          <p:attrName>style.visibility</p:attrName>
                                        </p:attrNameLst>
                                      </p:cBhvr>
                                      <p:to>
                                        <p:strVal val="visible"/>
                                      </p:to>
                                    </p:set>
                                    <p:animEffect transition="in" filter="wipe(left)">
                                      <p:cBhvr>
                                        <p:cTn id="18" dur="500"/>
                                        <p:tgtEl>
                                          <p:spTgt spid="31438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314380"/>
                                        </p:tgtEl>
                                        <p:attrNameLst>
                                          <p:attrName>style.visibility</p:attrName>
                                        </p:attrNameLst>
                                      </p:cBhvr>
                                      <p:to>
                                        <p:strVal val="visible"/>
                                      </p:to>
                                    </p:set>
                                    <p:anim calcmode="lin" valueType="num">
                                      <p:cBhvr additive="base">
                                        <p:cTn id="23" dur="500" fill="hold"/>
                                        <p:tgtEl>
                                          <p:spTgt spid="314380"/>
                                        </p:tgtEl>
                                        <p:attrNameLst>
                                          <p:attrName>ppt_x</p:attrName>
                                        </p:attrNameLst>
                                      </p:cBhvr>
                                      <p:tavLst>
                                        <p:tav tm="0">
                                          <p:val>
                                            <p:strVal val="1+#ppt_w/2"/>
                                          </p:val>
                                        </p:tav>
                                        <p:tav tm="100000">
                                          <p:val>
                                            <p:strVal val="#ppt_x"/>
                                          </p:val>
                                        </p:tav>
                                      </p:tavLst>
                                    </p:anim>
                                    <p:anim calcmode="lin" valueType="num">
                                      <p:cBhvr additive="base">
                                        <p:cTn id="24" dur="500" fill="hold"/>
                                        <p:tgtEl>
                                          <p:spTgt spid="314380"/>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14381">
                                            <p:txEl>
                                              <p:pRg st="0" end="0"/>
                                            </p:txEl>
                                          </p:spTgt>
                                        </p:tgtEl>
                                        <p:attrNameLst>
                                          <p:attrName>style.visibility</p:attrName>
                                        </p:attrNameLst>
                                      </p:cBhvr>
                                      <p:to>
                                        <p:strVal val="visible"/>
                                      </p:to>
                                    </p:set>
                                    <p:animEffect transition="in" filter="wipe(left)">
                                      <p:cBhvr>
                                        <p:cTn id="29" dur="500"/>
                                        <p:tgtEl>
                                          <p:spTgt spid="314381">
                                            <p:txEl>
                                              <p:pRg st="0" end="0"/>
                                            </p:txEl>
                                          </p:spTgt>
                                        </p:tgtEl>
                                      </p:cBhvr>
                                    </p:animEffect>
                                  </p:childTnLst>
                                  <p:subTnLst>
                                    <p:animClr clrSpc="rgb" dir="cw">
                                      <p:cBhvr override="childStyle">
                                        <p:cTn dur="1" fill="hold" display="0" masterRel="nextClick" afterEffect="1"/>
                                        <p:tgtEl>
                                          <p:spTgt spid="314381">
                                            <p:txEl>
                                              <p:pRg st="0" end="0"/>
                                            </p:txEl>
                                          </p:spTgt>
                                        </p:tgtEl>
                                        <p:attrNameLst>
                                          <p:attrName>ppt_c</p:attrName>
                                        </p:attrNameLst>
                                      </p:cBhvr>
                                      <p:to>
                                        <a:schemeClr val="bg1"/>
                                      </p:to>
                                    </p:animClr>
                                  </p:sub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14381">
                                            <p:txEl>
                                              <p:pRg st="1" end="1"/>
                                            </p:txEl>
                                          </p:spTgt>
                                        </p:tgtEl>
                                        <p:attrNameLst>
                                          <p:attrName>style.visibility</p:attrName>
                                        </p:attrNameLst>
                                      </p:cBhvr>
                                      <p:to>
                                        <p:strVal val="visible"/>
                                      </p:to>
                                    </p:set>
                                    <p:animEffect transition="in" filter="wipe(left)">
                                      <p:cBhvr>
                                        <p:cTn id="34" dur="500"/>
                                        <p:tgtEl>
                                          <p:spTgt spid="314381">
                                            <p:txEl>
                                              <p:pRg st="1" end="1"/>
                                            </p:txEl>
                                          </p:spTgt>
                                        </p:tgtEl>
                                      </p:cBhvr>
                                    </p:animEffect>
                                  </p:childTnLst>
                                  <p:subTnLst>
                                    <p:animClr clrSpc="rgb" dir="cw">
                                      <p:cBhvr override="childStyle">
                                        <p:cTn dur="1" fill="hold" display="0" masterRel="nextClick" afterEffect="1"/>
                                        <p:tgtEl>
                                          <p:spTgt spid="314381">
                                            <p:txEl>
                                              <p:pRg st="1" end="1"/>
                                            </p:txEl>
                                          </p:spTgt>
                                        </p:tgtEl>
                                        <p:attrNameLst>
                                          <p:attrName>ppt_c</p:attrName>
                                        </p:attrNameLst>
                                      </p:cBhvr>
                                      <p:to>
                                        <a:schemeClr val="bg1"/>
                                      </p:to>
                                    </p:animClr>
                                  </p:sub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14381">
                                            <p:txEl>
                                              <p:pRg st="2" end="2"/>
                                            </p:txEl>
                                          </p:spTgt>
                                        </p:tgtEl>
                                        <p:attrNameLst>
                                          <p:attrName>style.visibility</p:attrName>
                                        </p:attrNameLst>
                                      </p:cBhvr>
                                      <p:to>
                                        <p:strVal val="visible"/>
                                      </p:to>
                                    </p:set>
                                    <p:animEffect transition="in" filter="wipe(left)">
                                      <p:cBhvr>
                                        <p:cTn id="39" dur="500"/>
                                        <p:tgtEl>
                                          <p:spTgt spid="314381">
                                            <p:txEl>
                                              <p:pRg st="2" end="2"/>
                                            </p:txEl>
                                          </p:spTgt>
                                        </p:tgtEl>
                                      </p:cBhvr>
                                    </p:animEffect>
                                  </p:childTnLst>
                                  <p:subTnLst>
                                    <p:animClr clrSpc="rgb" dir="cw">
                                      <p:cBhvr override="childStyle">
                                        <p:cTn dur="1" fill="hold" display="0" masterRel="nextClick" afterEffect="1"/>
                                        <p:tgtEl>
                                          <p:spTgt spid="314381">
                                            <p:txEl>
                                              <p:pRg st="2" end="2"/>
                                            </p:txEl>
                                          </p:spTgt>
                                        </p:tgtEl>
                                        <p:attrNameLst>
                                          <p:attrName>ppt_c</p:attrName>
                                        </p:attrNameLst>
                                      </p:cBhvr>
                                      <p:to>
                                        <a:schemeClr val="bg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80" grpId="0" animBg="1"/>
      <p:bldP spid="314381" grpId="0" build="p" autoUpdateAnimBg="0"/>
      <p:bldP spid="314386" grpId="0" animBg="1" autoUpdateAnimBg="0"/>
      <p:bldP spid="31438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İçerik Yer Tutucusu 2"/>
          <p:cNvSpPr>
            <a:spLocks noGrp="1"/>
          </p:cNvSpPr>
          <p:nvPr>
            <p:ph idx="1"/>
          </p:nvPr>
        </p:nvSpPr>
        <p:spPr/>
        <p:txBody>
          <a:bodyPr/>
          <a:lstStyle/>
          <a:p>
            <a:r>
              <a:rPr lang="tr-TR" dirty="0"/>
              <a:t>Yönetim Süreçleri</a:t>
            </a:r>
          </a:p>
          <a:p>
            <a:pPr lvl="1"/>
            <a:r>
              <a:rPr lang="tr-TR" dirty="0" smtClean="0"/>
              <a:t>Kapsamlı Güvenlik</a:t>
            </a:r>
          </a:p>
          <a:p>
            <a:pPr lvl="2"/>
            <a:r>
              <a:rPr lang="tr-TR" dirty="0" smtClean="0"/>
              <a:t>Tek yönlü düşünülmemelidir</a:t>
            </a:r>
          </a:p>
          <a:p>
            <a:pPr lvl="1"/>
            <a:r>
              <a:rPr lang="tr-TR" dirty="0" smtClean="0"/>
              <a:t>Zayıf Bağlantı Başarısızlıkları</a:t>
            </a:r>
          </a:p>
          <a:p>
            <a:pPr lvl="1"/>
            <a:r>
              <a:rPr lang="tr-TR" dirty="0" smtClean="0"/>
              <a:t>Bir çok kaynağı koruma ihtiyacı </a:t>
            </a:r>
            <a:endParaRPr lang="tr-TR"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7" y="4365104"/>
            <a:ext cx="4467225"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32246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Politika Temel Taşları</a:t>
            </a:r>
          </a:p>
        </p:txBody>
      </p:sp>
      <p:sp>
        <p:nvSpPr>
          <p:cNvPr id="3" name="İçerik Yer Tutucusu 2"/>
          <p:cNvSpPr>
            <a:spLocks noGrp="1"/>
          </p:cNvSpPr>
          <p:nvPr>
            <p:ph idx="1"/>
          </p:nvPr>
        </p:nvSpPr>
        <p:spPr/>
        <p:txBody>
          <a:bodyPr>
            <a:normAutofit fontScale="85000" lnSpcReduction="10000"/>
          </a:bodyPr>
          <a:lstStyle/>
          <a:p>
            <a:pPr>
              <a:spcBef>
                <a:spcPct val="100000"/>
              </a:spcBef>
              <a:buClr>
                <a:schemeClr val="tx1"/>
              </a:buClr>
              <a:buSzPct val="90000"/>
              <a:buFont typeface="Marlett" pitchFamily="2" charset="2"/>
              <a:buChar char="h"/>
              <a:defRPr/>
            </a:pPr>
            <a:r>
              <a:rPr lang="tr-TR" dirty="0"/>
              <a:t>Tanım</a:t>
            </a:r>
          </a:p>
          <a:p>
            <a:pPr>
              <a:spcBef>
                <a:spcPct val="100000"/>
              </a:spcBef>
              <a:buClr>
                <a:schemeClr val="tx1"/>
              </a:buClr>
              <a:buSzPct val="90000"/>
              <a:buFont typeface="Marlett" pitchFamily="2" charset="2"/>
              <a:buChar char="h"/>
              <a:defRPr/>
            </a:pPr>
            <a:r>
              <a:rPr lang="tr-TR" dirty="0"/>
              <a:t>Hedefler</a:t>
            </a:r>
          </a:p>
          <a:p>
            <a:pPr>
              <a:spcBef>
                <a:spcPct val="100000"/>
              </a:spcBef>
              <a:buClr>
                <a:schemeClr val="tx1"/>
              </a:buClr>
              <a:buSzPct val="90000"/>
              <a:buFont typeface="Marlett" pitchFamily="2" charset="2"/>
              <a:buChar char="h"/>
              <a:defRPr/>
            </a:pPr>
            <a:r>
              <a:rPr lang="tr-TR" dirty="0"/>
              <a:t>Yapı</a:t>
            </a:r>
          </a:p>
          <a:p>
            <a:pPr>
              <a:spcBef>
                <a:spcPct val="100000"/>
              </a:spcBef>
              <a:buClr>
                <a:schemeClr val="tx1"/>
              </a:buClr>
              <a:buSzPct val="90000"/>
              <a:buFont typeface="Marlett" pitchFamily="2" charset="2"/>
              <a:buChar char="h"/>
              <a:defRPr/>
            </a:pPr>
            <a:r>
              <a:rPr lang="tr-TR" dirty="0"/>
              <a:t>İçerik</a:t>
            </a:r>
          </a:p>
          <a:p>
            <a:pPr>
              <a:spcBef>
                <a:spcPct val="100000"/>
              </a:spcBef>
              <a:buClr>
                <a:schemeClr val="tx1"/>
              </a:buClr>
              <a:buSzPct val="90000"/>
              <a:buFont typeface="Marlett" pitchFamily="2" charset="2"/>
              <a:buChar char="h"/>
              <a:defRPr/>
            </a:pPr>
            <a:r>
              <a:rPr lang="tr-TR" dirty="0"/>
              <a:t>Yaşam Döngüsü</a:t>
            </a:r>
          </a:p>
          <a:p>
            <a:pPr>
              <a:spcBef>
                <a:spcPct val="100000"/>
              </a:spcBef>
              <a:buClr>
                <a:schemeClr val="tx1"/>
              </a:buClr>
              <a:buSzPct val="90000"/>
              <a:buFont typeface="Marlett" pitchFamily="2" charset="2"/>
              <a:buChar char="h"/>
              <a:defRPr/>
            </a:pPr>
            <a:r>
              <a:rPr lang="tr-TR" dirty="0"/>
              <a:t>Özellikler</a:t>
            </a:r>
          </a:p>
          <a:p>
            <a:endParaRPr lang="tr-TR" dirty="0"/>
          </a:p>
        </p:txBody>
      </p:sp>
    </p:spTree>
    <p:extLst>
      <p:ext uri="{BB962C8B-B14F-4D97-AF65-F5344CB8AC3E}">
        <p14:creationId xmlns:p14="http://schemas.microsoft.com/office/powerpoint/2010/main" val="5406917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Politika Tanımı</a:t>
            </a:r>
          </a:p>
        </p:txBody>
      </p:sp>
      <p:sp>
        <p:nvSpPr>
          <p:cNvPr id="224259" name="Rectangle 3"/>
          <p:cNvSpPr>
            <a:spLocks noChangeArrowheads="1"/>
          </p:cNvSpPr>
          <p:nvPr/>
        </p:nvSpPr>
        <p:spPr bwMode="auto">
          <a:xfrm>
            <a:off x="533400" y="1371600"/>
            <a:ext cx="8153400" cy="457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a:lnSpc>
                <a:spcPct val="150000"/>
              </a:lnSpc>
              <a:spcBef>
                <a:spcPct val="100000"/>
              </a:spcBef>
              <a:buClr>
                <a:schemeClr val="tx1"/>
              </a:buClr>
              <a:buSzPct val="90000"/>
              <a:buFont typeface="Marlett" pitchFamily="2" charset="2"/>
              <a:buNone/>
              <a:defRPr/>
            </a:pPr>
            <a:r>
              <a:rPr lang="tr-TR"/>
              <a:t>	“Bir kurumun değerli bilgilerinin yönetimini, korunmasını, dağıtımını ve önemli işlevlerinin korunmasını düzenleyen kurallar ve uygulamalar bütünüdür.”</a:t>
            </a:r>
          </a:p>
          <a:p>
            <a:pPr marL="342900" indent="-342900">
              <a:lnSpc>
                <a:spcPct val="150000"/>
              </a:lnSpc>
              <a:spcBef>
                <a:spcPct val="100000"/>
              </a:spcBef>
              <a:buClr>
                <a:schemeClr val="tx1"/>
              </a:buClr>
              <a:buSzPct val="90000"/>
              <a:buFont typeface="Marlett" pitchFamily="2" charset="2"/>
              <a:buNone/>
              <a:defRPr/>
            </a:pPr>
            <a:r>
              <a:rPr lang="tr-TR"/>
              <a:t>	“Politikası olmayan kurum, nereye gideceğini bilmeyen insana benzer.” [Branstad, 1997]</a:t>
            </a:r>
          </a:p>
        </p:txBody>
      </p:sp>
    </p:spTree>
    <p:extLst>
      <p:ext uri="{BB962C8B-B14F-4D97-AF65-F5344CB8AC3E}">
        <p14:creationId xmlns:p14="http://schemas.microsoft.com/office/powerpoint/2010/main" val="36695123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24259">
                                            <p:txEl>
                                              <p:pRg st="0" end="0"/>
                                            </p:txEl>
                                          </p:spTgt>
                                        </p:tgtEl>
                                        <p:attrNameLst>
                                          <p:attrName>style.visibility</p:attrName>
                                        </p:attrNameLst>
                                      </p:cBhvr>
                                      <p:to>
                                        <p:strVal val="visible"/>
                                      </p:to>
                                    </p:set>
                                    <p:anim calcmode="lin" valueType="num">
                                      <p:cBhvr additive="base">
                                        <p:cTn id="7" dur="500" fill="hold"/>
                                        <p:tgtEl>
                                          <p:spTgt spid="2242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4259">
                                            <p:txEl>
                                              <p:pRg st="0" end="0"/>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24259">
                                            <p:txEl>
                                              <p:pRg st="0" end="0"/>
                                            </p:txEl>
                                          </p:spTgt>
                                        </p:tgtEl>
                                        <p:attrNameLst>
                                          <p:attrName>ppt_c</p:attrName>
                                        </p:attrNameLst>
                                      </p:cBhvr>
                                      <p:to>
                                        <a:srgbClr val="66CCFF"/>
                                      </p:to>
                                    </p:animClr>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224259">
                                            <p:txEl>
                                              <p:pRg st="1" end="1"/>
                                            </p:txEl>
                                          </p:spTgt>
                                        </p:tgtEl>
                                        <p:attrNameLst>
                                          <p:attrName>style.visibility</p:attrName>
                                        </p:attrNameLst>
                                      </p:cBhvr>
                                      <p:to>
                                        <p:strVal val="visible"/>
                                      </p:to>
                                    </p:set>
                                    <p:anim calcmode="lin" valueType="num">
                                      <p:cBhvr additive="base">
                                        <p:cTn id="13" dur="500" fill="hold"/>
                                        <p:tgtEl>
                                          <p:spTgt spid="2242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4259">
                                            <p:txEl>
                                              <p:pRg st="1" end="1"/>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24259">
                                            <p:txEl>
                                              <p:pRg st="1" end="1"/>
                                            </p:txEl>
                                          </p:spTgt>
                                        </p:tgtEl>
                                        <p:attrNameLst>
                                          <p:attrName>ppt_c</p:attrName>
                                        </p:attrNameLst>
                                      </p:cBhvr>
                                      <p:to>
                                        <a:srgbClr val="66CCFF"/>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9"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Politika Hedefleri</a:t>
            </a:r>
          </a:p>
        </p:txBody>
      </p:sp>
      <p:sp>
        <p:nvSpPr>
          <p:cNvPr id="3" name="İçerik Yer Tutucusu 2"/>
          <p:cNvSpPr>
            <a:spLocks noGrp="1"/>
          </p:cNvSpPr>
          <p:nvPr>
            <p:ph idx="1"/>
          </p:nvPr>
        </p:nvSpPr>
        <p:spPr>
          <a:xfrm>
            <a:off x="457200" y="1484784"/>
            <a:ext cx="8229600" cy="4525963"/>
          </a:xfrm>
        </p:spPr>
        <p:txBody>
          <a:bodyPr/>
          <a:lstStyle/>
          <a:p>
            <a:r>
              <a:rPr lang="tr-TR" dirty="0"/>
              <a:t>Yönetimin perspektifini çalışanlara aktarmak</a:t>
            </a:r>
          </a:p>
          <a:p>
            <a:r>
              <a:rPr lang="tr-TR" dirty="0"/>
              <a:t>Yönetimin çalışanlara verdiği desteği göstermek</a:t>
            </a:r>
          </a:p>
          <a:p>
            <a:r>
              <a:rPr lang="tr-TR" dirty="0"/>
              <a:t>Etkinliklerin koordinasyonunu sağlamak</a:t>
            </a:r>
          </a:p>
          <a:p>
            <a:r>
              <a:rPr lang="tr-TR" dirty="0"/>
              <a:t>Etkinlikler arasında tutarlılık sağlamak</a:t>
            </a:r>
          </a:p>
          <a:p>
            <a:r>
              <a:rPr lang="tr-TR" dirty="0"/>
              <a:t>Disiplin suçları için temel oluşturmak</a:t>
            </a:r>
          </a:p>
          <a:p>
            <a:r>
              <a:rPr lang="tr-TR" dirty="0"/>
              <a:t>Davalara karşı önlem almak</a:t>
            </a:r>
          </a:p>
          <a:p>
            <a:endParaRPr lang="tr-TR" dirty="0"/>
          </a:p>
        </p:txBody>
      </p:sp>
    </p:spTree>
    <p:extLst>
      <p:ext uri="{BB962C8B-B14F-4D97-AF65-F5344CB8AC3E}">
        <p14:creationId xmlns:p14="http://schemas.microsoft.com/office/powerpoint/2010/main" val="10257029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Politika Özellikleri</a:t>
            </a:r>
          </a:p>
        </p:txBody>
      </p:sp>
      <p:sp>
        <p:nvSpPr>
          <p:cNvPr id="290820" name="Rectangle 4"/>
          <p:cNvSpPr>
            <a:spLocks noChangeArrowheads="1"/>
          </p:cNvSpPr>
          <p:nvPr/>
        </p:nvSpPr>
        <p:spPr bwMode="auto">
          <a:xfrm>
            <a:off x="457200" y="1266825"/>
            <a:ext cx="8534400" cy="4970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a:spcBef>
                <a:spcPct val="60000"/>
              </a:spcBef>
              <a:buClr>
                <a:schemeClr val="tx1"/>
              </a:buClr>
              <a:buSzPct val="90000"/>
              <a:buFont typeface="Marlett" pitchFamily="2" charset="2"/>
              <a:buNone/>
              <a:defRPr/>
            </a:pPr>
            <a:r>
              <a:rPr lang="tr-TR" dirty="0"/>
              <a:t>Yönergeler ;</a:t>
            </a:r>
          </a:p>
          <a:p>
            <a:pPr marL="342900" indent="-342900">
              <a:spcBef>
                <a:spcPct val="100000"/>
              </a:spcBef>
              <a:buClr>
                <a:schemeClr val="tx1"/>
              </a:buClr>
              <a:buSzPct val="90000"/>
              <a:buFont typeface="Marlett" pitchFamily="2" charset="2"/>
              <a:buChar char="h"/>
              <a:defRPr/>
            </a:pPr>
            <a:r>
              <a:rPr lang="tr-TR" dirty="0"/>
              <a:t>kanunların karşısında olmamalıdır,</a:t>
            </a:r>
          </a:p>
          <a:p>
            <a:pPr marL="342900" indent="-342900">
              <a:spcBef>
                <a:spcPct val="100000"/>
              </a:spcBef>
              <a:buClr>
                <a:schemeClr val="tx1"/>
              </a:buClr>
              <a:buSzPct val="90000"/>
              <a:buFont typeface="Marlett" pitchFamily="2" charset="2"/>
              <a:buChar char="h"/>
              <a:defRPr/>
            </a:pPr>
            <a:r>
              <a:rPr lang="tr-TR" dirty="0"/>
              <a:t>kurum özellikleri dikkate alınarak geliştirilmelidir,</a:t>
            </a:r>
          </a:p>
          <a:p>
            <a:pPr marL="342900" indent="-342900">
              <a:spcBef>
                <a:spcPct val="100000"/>
              </a:spcBef>
              <a:buClr>
                <a:schemeClr val="tx1"/>
              </a:buClr>
              <a:buSzPct val="90000"/>
              <a:buFont typeface="Marlett" pitchFamily="2" charset="2"/>
              <a:buChar char="h"/>
              <a:defRPr/>
            </a:pPr>
            <a:r>
              <a:rPr lang="tr-TR" dirty="0"/>
              <a:t>ilişkilendirilip bir bütün haline getirilmelidir,</a:t>
            </a:r>
          </a:p>
          <a:p>
            <a:pPr marL="342900" indent="-342900">
              <a:spcBef>
                <a:spcPct val="100000"/>
              </a:spcBef>
              <a:buClr>
                <a:schemeClr val="tx1"/>
              </a:buClr>
              <a:buSzPct val="90000"/>
              <a:buFont typeface="Marlett" pitchFamily="2" charset="2"/>
              <a:buChar char="h"/>
              <a:defRPr/>
            </a:pPr>
            <a:r>
              <a:rPr lang="tr-TR" dirty="0"/>
              <a:t>zaman içinde değişiklik gerektirir,</a:t>
            </a:r>
          </a:p>
          <a:p>
            <a:pPr marL="342900" indent="-342900">
              <a:spcBef>
                <a:spcPct val="100000"/>
              </a:spcBef>
              <a:buClr>
                <a:schemeClr val="tx1"/>
              </a:buClr>
              <a:buSzPct val="90000"/>
              <a:buFont typeface="Marlett" pitchFamily="2" charset="2"/>
              <a:buChar char="h"/>
              <a:defRPr/>
            </a:pPr>
            <a:r>
              <a:rPr lang="tr-TR" dirty="0"/>
              <a:t>uygulatılabilirse başarılı olur.</a:t>
            </a:r>
          </a:p>
        </p:txBody>
      </p:sp>
    </p:spTree>
    <p:extLst>
      <p:ext uri="{BB962C8B-B14F-4D97-AF65-F5344CB8AC3E}">
        <p14:creationId xmlns:p14="http://schemas.microsoft.com/office/powerpoint/2010/main" val="35260270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90820">
                                            <p:txEl>
                                              <p:pRg st="0" end="0"/>
                                            </p:txEl>
                                          </p:spTgt>
                                        </p:tgtEl>
                                        <p:attrNameLst>
                                          <p:attrName>style.visibility</p:attrName>
                                        </p:attrNameLst>
                                      </p:cBhvr>
                                      <p:to>
                                        <p:strVal val="visible"/>
                                      </p:to>
                                    </p:set>
                                    <p:anim calcmode="lin" valueType="num">
                                      <p:cBhvr additive="base">
                                        <p:cTn id="7" dur="500" fill="hold"/>
                                        <p:tgtEl>
                                          <p:spTgt spid="29082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0820">
                                            <p:txEl>
                                              <p:pRg st="0" end="0"/>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90820">
                                            <p:txEl>
                                              <p:pRg st="0" end="0"/>
                                            </p:txEl>
                                          </p:spTgt>
                                        </p:tgtEl>
                                        <p:attrNameLst>
                                          <p:attrName>ppt_c</p:attrName>
                                        </p:attrNameLst>
                                      </p:cBhvr>
                                      <p:to>
                                        <a:srgbClr val="66CCFF"/>
                                      </p:to>
                                    </p:animClr>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290820">
                                            <p:txEl>
                                              <p:pRg st="1" end="1"/>
                                            </p:txEl>
                                          </p:spTgt>
                                        </p:tgtEl>
                                        <p:attrNameLst>
                                          <p:attrName>style.visibility</p:attrName>
                                        </p:attrNameLst>
                                      </p:cBhvr>
                                      <p:to>
                                        <p:strVal val="visible"/>
                                      </p:to>
                                    </p:set>
                                    <p:anim calcmode="lin" valueType="num">
                                      <p:cBhvr additive="base">
                                        <p:cTn id="13" dur="500" fill="hold"/>
                                        <p:tgtEl>
                                          <p:spTgt spid="29082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0820">
                                            <p:txEl>
                                              <p:pRg st="1" end="1"/>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90820">
                                            <p:txEl>
                                              <p:pRg st="1" end="1"/>
                                            </p:txEl>
                                          </p:spTgt>
                                        </p:tgtEl>
                                        <p:attrNameLst>
                                          <p:attrName>ppt_c</p:attrName>
                                        </p:attrNameLst>
                                      </p:cBhvr>
                                      <p:to>
                                        <a:srgbClr val="66CCFF"/>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290820">
                                            <p:txEl>
                                              <p:pRg st="2" end="2"/>
                                            </p:txEl>
                                          </p:spTgt>
                                        </p:tgtEl>
                                        <p:attrNameLst>
                                          <p:attrName>style.visibility</p:attrName>
                                        </p:attrNameLst>
                                      </p:cBhvr>
                                      <p:to>
                                        <p:strVal val="visible"/>
                                      </p:to>
                                    </p:set>
                                    <p:anim calcmode="lin" valueType="num">
                                      <p:cBhvr additive="base">
                                        <p:cTn id="19" dur="500" fill="hold"/>
                                        <p:tgtEl>
                                          <p:spTgt spid="29082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90820">
                                            <p:txEl>
                                              <p:pRg st="2" end="2"/>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90820">
                                            <p:txEl>
                                              <p:pRg st="2" end="2"/>
                                            </p:txEl>
                                          </p:spTgt>
                                        </p:tgtEl>
                                        <p:attrNameLst>
                                          <p:attrName>ppt_c</p:attrName>
                                        </p:attrNameLst>
                                      </p:cBhvr>
                                      <p:to>
                                        <a:srgbClr val="66CCFF"/>
                                      </p:to>
                                    </p:animClr>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290820">
                                            <p:txEl>
                                              <p:pRg st="3" end="3"/>
                                            </p:txEl>
                                          </p:spTgt>
                                        </p:tgtEl>
                                        <p:attrNameLst>
                                          <p:attrName>style.visibility</p:attrName>
                                        </p:attrNameLst>
                                      </p:cBhvr>
                                      <p:to>
                                        <p:strVal val="visible"/>
                                      </p:to>
                                    </p:set>
                                    <p:anim calcmode="lin" valueType="num">
                                      <p:cBhvr additive="base">
                                        <p:cTn id="25" dur="500" fill="hold"/>
                                        <p:tgtEl>
                                          <p:spTgt spid="29082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90820">
                                            <p:txEl>
                                              <p:pRg st="3" end="3"/>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90820">
                                            <p:txEl>
                                              <p:pRg st="3" end="3"/>
                                            </p:txEl>
                                          </p:spTgt>
                                        </p:tgtEl>
                                        <p:attrNameLst>
                                          <p:attrName>ppt_c</p:attrName>
                                        </p:attrNameLst>
                                      </p:cBhvr>
                                      <p:to>
                                        <a:srgbClr val="66CCFF"/>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290820">
                                            <p:txEl>
                                              <p:pRg st="4" end="4"/>
                                            </p:txEl>
                                          </p:spTgt>
                                        </p:tgtEl>
                                        <p:attrNameLst>
                                          <p:attrName>style.visibility</p:attrName>
                                        </p:attrNameLst>
                                      </p:cBhvr>
                                      <p:to>
                                        <p:strVal val="visible"/>
                                      </p:to>
                                    </p:set>
                                    <p:anim calcmode="lin" valueType="num">
                                      <p:cBhvr additive="base">
                                        <p:cTn id="31" dur="500" fill="hold"/>
                                        <p:tgtEl>
                                          <p:spTgt spid="29082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90820">
                                            <p:txEl>
                                              <p:pRg st="4" end="4"/>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90820">
                                            <p:txEl>
                                              <p:pRg st="4" end="4"/>
                                            </p:txEl>
                                          </p:spTgt>
                                        </p:tgtEl>
                                        <p:attrNameLst>
                                          <p:attrName>ppt_c</p:attrName>
                                        </p:attrNameLst>
                                      </p:cBhvr>
                                      <p:to>
                                        <a:srgbClr val="66CCFF"/>
                                      </p:to>
                                    </p:animClr>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1" fill="hold" grpId="0" nodeType="clickEffect">
                                  <p:stCondLst>
                                    <p:cond delay="0"/>
                                  </p:stCondLst>
                                  <p:childTnLst>
                                    <p:set>
                                      <p:cBhvr>
                                        <p:cTn id="36" dur="1" fill="hold">
                                          <p:stCondLst>
                                            <p:cond delay="0"/>
                                          </p:stCondLst>
                                        </p:cTn>
                                        <p:tgtEl>
                                          <p:spTgt spid="290820">
                                            <p:txEl>
                                              <p:pRg st="5" end="5"/>
                                            </p:txEl>
                                          </p:spTgt>
                                        </p:tgtEl>
                                        <p:attrNameLst>
                                          <p:attrName>style.visibility</p:attrName>
                                        </p:attrNameLst>
                                      </p:cBhvr>
                                      <p:to>
                                        <p:strVal val="visible"/>
                                      </p:to>
                                    </p:set>
                                    <p:anim calcmode="lin" valueType="num">
                                      <p:cBhvr additive="base">
                                        <p:cTn id="37" dur="500" fill="hold"/>
                                        <p:tgtEl>
                                          <p:spTgt spid="29082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90820">
                                            <p:txEl>
                                              <p:pRg st="5" end="5"/>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90820">
                                            <p:txEl>
                                              <p:pRg st="5" end="5"/>
                                            </p:txEl>
                                          </p:spTgt>
                                        </p:tgtEl>
                                        <p:attrNameLst>
                                          <p:attrName>ppt_c</p:attrName>
                                        </p:attrNameLst>
                                      </p:cBhvr>
                                      <p:to>
                                        <a:srgbClr val="66CCFF"/>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20"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Politika Yapısı</a:t>
            </a:r>
          </a:p>
        </p:txBody>
      </p:sp>
      <p:grpSp>
        <p:nvGrpSpPr>
          <p:cNvPr id="223235" name="Group 3"/>
          <p:cNvGrpSpPr>
            <a:grpSpLocks/>
          </p:cNvGrpSpPr>
          <p:nvPr/>
        </p:nvGrpSpPr>
        <p:grpSpPr bwMode="auto">
          <a:xfrm>
            <a:off x="2984500" y="4421188"/>
            <a:ext cx="3613150" cy="882650"/>
            <a:chOff x="1733" y="2836"/>
            <a:chExt cx="2276" cy="556"/>
          </a:xfrm>
        </p:grpSpPr>
        <p:sp>
          <p:nvSpPr>
            <p:cNvPr id="25624" name="Freeform 4"/>
            <p:cNvSpPr>
              <a:spLocks/>
            </p:cNvSpPr>
            <p:nvPr/>
          </p:nvSpPr>
          <p:spPr bwMode="auto">
            <a:xfrm>
              <a:off x="3607" y="2836"/>
              <a:ext cx="402" cy="556"/>
            </a:xfrm>
            <a:custGeom>
              <a:avLst/>
              <a:gdLst>
                <a:gd name="T0" fmla="*/ 189 w 402"/>
                <a:gd name="T1" fmla="*/ 555 h 556"/>
                <a:gd name="T2" fmla="*/ 0 w 402"/>
                <a:gd name="T3" fmla="*/ 236 h 556"/>
                <a:gd name="T4" fmla="*/ 177 w 402"/>
                <a:gd name="T5" fmla="*/ 0 h 556"/>
                <a:gd name="T6" fmla="*/ 401 w 402"/>
                <a:gd name="T7" fmla="*/ 276 h 556"/>
                <a:gd name="T8" fmla="*/ 189 w 402"/>
                <a:gd name="T9" fmla="*/ 555 h 5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2" h="556">
                  <a:moveTo>
                    <a:pt x="189" y="555"/>
                  </a:moveTo>
                  <a:lnTo>
                    <a:pt x="0" y="236"/>
                  </a:lnTo>
                  <a:lnTo>
                    <a:pt x="177" y="0"/>
                  </a:lnTo>
                  <a:lnTo>
                    <a:pt x="401" y="276"/>
                  </a:lnTo>
                  <a:lnTo>
                    <a:pt x="189" y="555"/>
                  </a:lnTo>
                </a:path>
              </a:pathLst>
            </a:custGeom>
            <a:solidFill>
              <a:srgbClr val="FF5FB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25625" name="Freeform 5"/>
            <p:cNvSpPr>
              <a:spLocks/>
            </p:cNvSpPr>
            <p:nvPr/>
          </p:nvSpPr>
          <p:spPr bwMode="auto">
            <a:xfrm>
              <a:off x="1915" y="2836"/>
              <a:ext cx="1870" cy="238"/>
            </a:xfrm>
            <a:custGeom>
              <a:avLst/>
              <a:gdLst>
                <a:gd name="T0" fmla="*/ 0 w 1870"/>
                <a:gd name="T1" fmla="*/ 237 h 238"/>
                <a:gd name="T2" fmla="*/ 1692 w 1870"/>
                <a:gd name="T3" fmla="*/ 237 h 238"/>
                <a:gd name="T4" fmla="*/ 1869 w 1870"/>
                <a:gd name="T5" fmla="*/ 0 h 238"/>
                <a:gd name="T6" fmla="*/ 239 w 1870"/>
                <a:gd name="T7" fmla="*/ 0 h 238"/>
                <a:gd name="T8" fmla="*/ 0 w 1870"/>
                <a:gd name="T9" fmla="*/ 237 h 2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0" h="238">
                  <a:moveTo>
                    <a:pt x="0" y="237"/>
                  </a:moveTo>
                  <a:lnTo>
                    <a:pt x="1692" y="237"/>
                  </a:lnTo>
                  <a:lnTo>
                    <a:pt x="1869" y="0"/>
                  </a:lnTo>
                  <a:lnTo>
                    <a:pt x="239" y="0"/>
                  </a:lnTo>
                  <a:lnTo>
                    <a:pt x="0" y="237"/>
                  </a:lnTo>
                </a:path>
              </a:pathLst>
            </a:custGeom>
            <a:solidFill>
              <a:srgbClr val="80008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25626" name="Freeform 6"/>
            <p:cNvSpPr>
              <a:spLocks/>
            </p:cNvSpPr>
            <p:nvPr/>
          </p:nvSpPr>
          <p:spPr bwMode="auto">
            <a:xfrm>
              <a:off x="1733" y="3072"/>
              <a:ext cx="2065" cy="320"/>
            </a:xfrm>
            <a:custGeom>
              <a:avLst/>
              <a:gdLst>
                <a:gd name="T0" fmla="*/ 181 w 2065"/>
                <a:gd name="T1" fmla="*/ 0 h 320"/>
                <a:gd name="T2" fmla="*/ 1873 w 2065"/>
                <a:gd name="T3" fmla="*/ 0 h 320"/>
                <a:gd name="T4" fmla="*/ 2064 w 2065"/>
                <a:gd name="T5" fmla="*/ 319 h 320"/>
                <a:gd name="T6" fmla="*/ 0 w 2065"/>
                <a:gd name="T7" fmla="*/ 319 h 320"/>
                <a:gd name="T8" fmla="*/ 181 w 2065"/>
                <a:gd name="T9" fmla="*/ 0 h 3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65" h="320">
                  <a:moveTo>
                    <a:pt x="181" y="0"/>
                  </a:moveTo>
                  <a:lnTo>
                    <a:pt x="1873" y="0"/>
                  </a:lnTo>
                  <a:lnTo>
                    <a:pt x="2064" y="319"/>
                  </a:lnTo>
                  <a:lnTo>
                    <a:pt x="0" y="319"/>
                  </a:lnTo>
                  <a:lnTo>
                    <a:pt x="181" y="0"/>
                  </a:lnTo>
                </a:path>
              </a:pathLst>
            </a:custGeom>
            <a:solidFill>
              <a:srgbClr val="FF00F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grpSp>
      <p:grpSp>
        <p:nvGrpSpPr>
          <p:cNvPr id="223239" name="Group 7"/>
          <p:cNvGrpSpPr>
            <a:grpSpLocks/>
          </p:cNvGrpSpPr>
          <p:nvPr/>
        </p:nvGrpSpPr>
        <p:grpSpPr bwMode="auto">
          <a:xfrm>
            <a:off x="3325813" y="3921125"/>
            <a:ext cx="2867025" cy="798513"/>
            <a:chOff x="1948" y="2521"/>
            <a:chExt cx="1806" cy="503"/>
          </a:xfrm>
        </p:grpSpPr>
        <p:sp>
          <p:nvSpPr>
            <p:cNvPr id="25621" name="Freeform 8"/>
            <p:cNvSpPr>
              <a:spLocks/>
            </p:cNvSpPr>
            <p:nvPr/>
          </p:nvSpPr>
          <p:spPr bwMode="auto">
            <a:xfrm>
              <a:off x="3398" y="2521"/>
              <a:ext cx="356" cy="503"/>
            </a:xfrm>
            <a:custGeom>
              <a:avLst/>
              <a:gdLst>
                <a:gd name="T0" fmla="*/ 181 w 356"/>
                <a:gd name="T1" fmla="*/ 502 h 503"/>
                <a:gd name="T2" fmla="*/ 0 w 356"/>
                <a:gd name="T3" fmla="*/ 176 h 503"/>
                <a:gd name="T4" fmla="*/ 133 w 356"/>
                <a:gd name="T5" fmla="*/ 0 h 503"/>
                <a:gd name="T6" fmla="*/ 355 w 356"/>
                <a:gd name="T7" fmla="*/ 277 h 503"/>
                <a:gd name="T8" fmla="*/ 181 w 356"/>
                <a:gd name="T9" fmla="*/ 502 h 50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503">
                  <a:moveTo>
                    <a:pt x="181" y="502"/>
                  </a:moveTo>
                  <a:lnTo>
                    <a:pt x="0" y="176"/>
                  </a:lnTo>
                  <a:lnTo>
                    <a:pt x="133" y="0"/>
                  </a:lnTo>
                  <a:lnTo>
                    <a:pt x="355" y="277"/>
                  </a:lnTo>
                  <a:lnTo>
                    <a:pt x="181" y="502"/>
                  </a:lnTo>
                </a:path>
              </a:pathLst>
            </a:custGeom>
            <a:solidFill>
              <a:srgbClr val="FF5F7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25622" name="Freeform 9"/>
            <p:cNvSpPr>
              <a:spLocks/>
            </p:cNvSpPr>
            <p:nvPr/>
          </p:nvSpPr>
          <p:spPr bwMode="auto">
            <a:xfrm>
              <a:off x="2127" y="2521"/>
              <a:ext cx="1405" cy="178"/>
            </a:xfrm>
            <a:custGeom>
              <a:avLst/>
              <a:gdLst>
                <a:gd name="T0" fmla="*/ 0 w 1405"/>
                <a:gd name="T1" fmla="*/ 177 h 178"/>
                <a:gd name="T2" fmla="*/ 1272 w 1405"/>
                <a:gd name="T3" fmla="*/ 177 h 178"/>
                <a:gd name="T4" fmla="*/ 1404 w 1405"/>
                <a:gd name="T5" fmla="*/ 0 h 178"/>
                <a:gd name="T6" fmla="*/ 251 w 1405"/>
                <a:gd name="T7" fmla="*/ 1 h 178"/>
                <a:gd name="T8" fmla="*/ 0 w 1405"/>
                <a:gd name="T9" fmla="*/ 177 h 1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5" h="178">
                  <a:moveTo>
                    <a:pt x="0" y="177"/>
                  </a:moveTo>
                  <a:lnTo>
                    <a:pt x="1272" y="177"/>
                  </a:lnTo>
                  <a:lnTo>
                    <a:pt x="1404" y="0"/>
                  </a:lnTo>
                  <a:lnTo>
                    <a:pt x="251" y="1"/>
                  </a:lnTo>
                  <a:lnTo>
                    <a:pt x="0" y="177"/>
                  </a:lnTo>
                </a:path>
              </a:pathLst>
            </a:custGeom>
            <a:solidFill>
              <a:srgbClr val="80000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25623" name="Freeform 10"/>
            <p:cNvSpPr>
              <a:spLocks/>
            </p:cNvSpPr>
            <p:nvPr/>
          </p:nvSpPr>
          <p:spPr bwMode="auto">
            <a:xfrm>
              <a:off x="1948" y="2697"/>
              <a:ext cx="1632" cy="327"/>
            </a:xfrm>
            <a:custGeom>
              <a:avLst/>
              <a:gdLst>
                <a:gd name="T0" fmla="*/ 0 w 1632"/>
                <a:gd name="T1" fmla="*/ 326 h 327"/>
                <a:gd name="T2" fmla="*/ 1631 w 1632"/>
                <a:gd name="T3" fmla="*/ 326 h 327"/>
                <a:gd name="T4" fmla="*/ 1450 w 1632"/>
                <a:gd name="T5" fmla="*/ 0 h 327"/>
                <a:gd name="T6" fmla="*/ 179 w 1632"/>
                <a:gd name="T7" fmla="*/ 0 h 327"/>
                <a:gd name="T8" fmla="*/ 0 w 1632"/>
                <a:gd name="T9" fmla="*/ 326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32" h="327">
                  <a:moveTo>
                    <a:pt x="0" y="326"/>
                  </a:moveTo>
                  <a:lnTo>
                    <a:pt x="1631" y="326"/>
                  </a:lnTo>
                  <a:lnTo>
                    <a:pt x="1450" y="0"/>
                  </a:lnTo>
                  <a:lnTo>
                    <a:pt x="179" y="0"/>
                  </a:lnTo>
                  <a:lnTo>
                    <a:pt x="0" y="326"/>
                  </a:lnTo>
                </a:path>
              </a:pathLst>
            </a:custGeom>
            <a:solidFill>
              <a:srgbClr val="FF001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grpSp>
      <p:grpSp>
        <p:nvGrpSpPr>
          <p:cNvPr id="223243" name="Group 11"/>
          <p:cNvGrpSpPr>
            <a:grpSpLocks/>
          </p:cNvGrpSpPr>
          <p:nvPr/>
        </p:nvGrpSpPr>
        <p:grpSpPr bwMode="auto">
          <a:xfrm>
            <a:off x="3657600" y="3429000"/>
            <a:ext cx="2128838" cy="692150"/>
            <a:chOff x="2157" y="2211"/>
            <a:chExt cx="1341" cy="436"/>
          </a:xfrm>
        </p:grpSpPr>
        <p:sp>
          <p:nvSpPr>
            <p:cNvPr id="25618" name="Freeform 12"/>
            <p:cNvSpPr>
              <a:spLocks/>
            </p:cNvSpPr>
            <p:nvPr/>
          </p:nvSpPr>
          <p:spPr bwMode="auto">
            <a:xfrm>
              <a:off x="3188" y="2211"/>
              <a:ext cx="310" cy="435"/>
            </a:xfrm>
            <a:custGeom>
              <a:avLst/>
              <a:gdLst>
                <a:gd name="T0" fmla="*/ 0 w 310"/>
                <a:gd name="T1" fmla="*/ 118 h 435"/>
                <a:gd name="T2" fmla="*/ 183 w 310"/>
                <a:gd name="T3" fmla="*/ 434 h 435"/>
                <a:gd name="T4" fmla="*/ 309 w 310"/>
                <a:gd name="T5" fmla="*/ 272 h 435"/>
                <a:gd name="T6" fmla="*/ 89 w 310"/>
                <a:gd name="T7" fmla="*/ 0 h 435"/>
                <a:gd name="T8" fmla="*/ 0 w 310"/>
                <a:gd name="T9" fmla="*/ 118 h 4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0" h="435">
                  <a:moveTo>
                    <a:pt x="0" y="118"/>
                  </a:moveTo>
                  <a:lnTo>
                    <a:pt x="183" y="434"/>
                  </a:lnTo>
                  <a:lnTo>
                    <a:pt x="309" y="272"/>
                  </a:lnTo>
                  <a:lnTo>
                    <a:pt x="89" y="0"/>
                  </a:lnTo>
                  <a:lnTo>
                    <a:pt x="0" y="118"/>
                  </a:lnTo>
                </a:path>
              </a:pathLst>
            </a:custGeom>
            <a:solidFill>
              <a:srgbClr val="BF5FF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25619" name="Freeform 13"/>
            <p:cNvSpPr>
              <a:spLocks/>
            </p:cNvSpPr>
            <p:nvPr/>
          </p:nvSpPr>
          <p:spPr bwMode="auto">
            <a:xfrm>
              <a:off x="2338" y="2211"/>
              <a:ext cx="939" cy="118"/>
            </a:xfrm>
            <a:custGeom>
              <a:avLst/>
              <a:gdLst>
                <a:gd name="T0" fmla="*/ 0 w 939"/>
                <a:gd name="T1" fmla="*/ 117 h 118"/>
                <a:gd name="T2" fmla="*/ 849 w 939"/>
                <a:gd name="T3" fmla="*/ 117 h 118"/>
                <a:gd name="T4" fmla="*/ 938 w 939"/>
                <a:gd name="T5" fmla="*/ 0 h 118"/>
                <a:gd name="T6" fmla="*/ 237 w 939"/>
                <a:gd name="T7" fmla="*/ 0 h 118"/>
                <a:gd name="T8" fmla="*/ 0 w 939"/>
                <a:gd name="T9" fmla="*/ 117 h 1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9" h="118">
                  <a:moveTo>
                    <a:pt x="0" y="117"/>
                  </a:moveTo>
                  <a:lnTo>
                    <a:pt x="849" y="117"/>
                  </a:lnTo>
                  <a:lnTo>
                    <a:pt x="938" y="0"/>
                  </a:lnTo>
                  <a:lnTo>
                    <a:pt x="237" y="0"/>
                  </a:lnTo>
                  <a:lnTo>
                    <a:pt x="0" y="117"/>
                  </a:lnTo>
                </a:path>
              </a:pathLst>
            </a:custGeom>
            <a:solidFill>
              <a:srgbClr val="5F009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25620" name="Freeform 14"/>
            <p:cNvSpPr>
              <a:spLocks/>
            </p:cNvSpPr>
            <p:nvPr/>
          </p:nvSpPr>
          <p:spPr bwMode="auto">
            <a:xfrm>
              <a:off x="2157" y="2328"/>
              <a:ext cx="1215" cy="319"/>
            </a:xfrm>
            <a:custGeom>
              <a:avLst/>
              <a:gdLst>
                <a:gd name="T0" fmla="*/ 0 w 1215"/>
                <a:gd name="T1" fmla="*/ 318 h 319"/>
                <a:gd name="T2" fmla="*/ 1214 w 1215"/>
                <a:gd name="T3" fmla="*/ 318 h 319"/>
                <a:gd name="T4" fmla="*/ 1030 w 1215"/>
                <a:gd name="T5" fmla="*/ 0 h 319"/>
                <a:gd name="T6" fmla="*/ 181 w 1215"/>
                <a:gd name="T7" fmla="*/ 0 h 319"/>
                <a:gd name="T8" fmla="*/ 0 w 1215"/>
                <a:gd name="T9" fmla="*/ 318 h 3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5" h="319">
                  <a:moveTo>
                    <a:pt x="0" y="318"/>
                  </a:moveTo>
                  <a:lnTo>
                    <a:pt x="1214" y="318"/>
                  </a:lnTo>
                  <a:lnTo>
                    <a:pt x="1030" y="0"/>
                  </a:lnTo>
                  <a:lnTo>
                    <a:pt x="181" y="0"/>
                  </a:lnTo>
                  <a:lnTo>
                    <a:pt x="0" y="318"/>
                  </a:lnTo>
                </a:path>
              </a:pathLst>
            </a:custGeom>
            <a:solidFill>
              <a:srgbClr val="9F3FD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grpSp>
      <p:grpSp>
        <p:nvGrpSpPr>
          <p:cNvPr id="223247" name="Group 15"/>
          <p:cNvGrpSpPr>
            <a:grpSpLocks/>
          </p:cNvGrpSpPr>
          <p:nvPr/>
        </p:nvGrpSpPr>
        <p:grpSpPr bwMode="auto">
          <a:xfrm>
            <a:off x="3994150" y="2925763"/>
            <a:ext cx="1387475" cy="606425"/>
            <a:chOff x="2369" y="1894"/>
            <a:chExt cx="874" cy="382"/>
          </a:xfrm>
        </p:grpSpPr>
        <p:sp>
          <p:nvSpPr>
            <p:cNvPr id="25615" name="Freeform 16"/>
            <p:cNvSpPr>
              <a:spLocks/>
            </p:cNvSpPr>
            <p:nvPr/>
          </p:nvSpPr>
          <p:spPr bwMode="auto">
            <a:xfrm>
              <a:off x="2976" y="1895"/>
              <a:ext cx="267" cy="381"/>
            </a:xfrm>
            <a:custGeom>
              <a:avLst/>
              <a:gdLst>
                <a:gd name="T0" fmla="*/ 182 w 267"/>
                <a:gd name="T1" fmla="*/ 380 h 381"/>
                <a:gd name="T2" fmla="*/ 266 w 267"/>
                <a:gd name="T3" fmla="*/ 271 h 381"/>
                <a:gd name="T4" fmla="*/ 46 w 267"/>
                <a:gd name="T5" fmla="*/ 0 h 381"/>
                <a:gd name="T6" fmla="*/ 0 w 267"/>
                <a:gd name="T7" fmla="*/ 57 h 381"/>
                <a:gd name="T8" fmla="*/ 182 w 267"/>
                <a:gd name="T9" fmla="*/ 380 h 3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7" h="381">
                  <a:moveTo>
                    <a:pt x="182" y="380"/>
                  </a:moveTo>
                  <a:lnTo>
                    <a:pt x="266" y="271"/>
                  </a:lnTo>
                  <a:lnTo>
                    <a:pt x="46" y="0"/>
                  </a:lnTo>
                  <a:lnTo>
                    <a:pt x="0" y="57"/>
                  </a:lnTo>
                  <a:lnTo>
                    <a:pt x="182" y="380"/>
                  </a:lnTo>
                </a:path>
              </a:pathLst>
            </a:custGeom>
            <a:solidFill>
              <a:srgbClr val="FF9F7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25616" name="Freeform 17"/>
            <p:cNvSpPr>
              <a:spLocks/>
            </p:cNvSpPr>
            <p:nvPr/>
          </p:nvSpPr>
          <p:spPr bwMode="auto">
            <a:xfrm>
              <a:off x="2553" y="1894"/>
              <a:ext cx="469" cy="58"/>
            </a:xfrm>
            <a:custGeom>
              <a:avLst/>
              <a:gdLst>
                <a:gd name="T0" fmla="*/ 0 w 469"/>
                <a:gd name="T1" fmla="*/ 57 h 58"/>
                <a:gd name="T2" fmla="*/ 422 w 469"/>
                <a:gd name="T3" fmla="*/ 57 h 58"/>
                <a:gd name="T4" fmla="*/ 468 w 469"/>
                <a:gd name="T5" fmla="*/ 0 h 58"/>
                <a:gd name="T6" fmla="*/ 146 w 469"/>
                <a:gd name="T7" fmla="*/ 0 h 58"/>
                <a:gd name="T8" fmla="*/ 0 w 469"/>
                <a:gd name="T9" fmla="*/ 57 h 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9" h="58">
                  <a:moveTo>
                    <a:pt x="0" y="57"/>
                  </a:moveTo>
                  <a:lnTo>
                    <a:pt x="422" y="57"/>
                  </a:lnTo>
                  <a:lnTo>
                    <a:pt x="468" y="0"/>
                  </a:lnTo>
                  <a:lnTo>
                    <a:pt x="146" y="0"/>
                  </a:lnTo>
                  <a:lnTo>
                    <a:pt x="0" y="57"/>
                  </a:lnTo>
                </a:path>
              </a:pathLst>
            </a:custGeom>
            <a:solidFill>
              <a:srgbClr val="BF3F0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25617" name="Freeform 18"/>
            <p:cNvSpPr>
              <a:spLocks/>
            </p:cNvSpPr>
            <p:nvPr/>
          </p:nvSpPr>
          <p:spPr bwMode="auto">
            <a:xfrm>
              <a:off x="2369" y="1951"/>
              <a:ext cx="790" cy="325"/>
            </a:xfrm>
            <a:custGeom>
              <a:avLst/>
              <a:gdLst>
                <a:gd name="T0" fmla="*/ 0 w 790"/>
                <a:gd name="T1" fmla="*/ 324 h 325"/>
                <a:gd name="T2" fmla="*/ 789 w 790"/>
                <a:gd name="T3" fmla="*/ 324 h 325"/>
                <a:gd name="T4" fmla="*/ 606 w 790"/>
                <a:gd name="T5" fmla="*/ 0 h 325"/>
                <a:gd name="T6" fmla="*/ 183 w 790"/>
                <a:gd name="T7" fmla="*/ 0 h 325"/>
                <a:gd name="T8" fmla="*/ 0 w 790"/>
                <a:gd name="T9" fmla="*/ 324 h 3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0" h="325">
                  <a:moveTo>
                    <a:pt x="0" y="324"/>
                  </a:moveTo>
                  <a:lnTo>
                    <a:pt x="789" y="324"/>
                  </a:lnTo>
                  <a:lnTo>
                    <a:pt x="606" y="0"/>
                  </a:lnTo>
                  <a:lnTo>
                    <a:pt x="183" y="0"/>
                  </a:lnTo>
                  <a:lnTo>
                    <a:pt x="0" y="324"/>
                  </a:lnTo>
                </a:path>
              </a:pathLst>
            </a:custGeom>
            <a:solidFill>
              <a:srgbClr val="FF5F0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grpSp>
      <p:grpSp>
        <p:nvGrpSpPr>
          <p:cNvPr id="223251" name="Group 19"/>
          <p:cNvGrpSpPr>
            <a:grpSpLocks/>
          </p:cNvGrpSpPr>
          <p:nvPr/>
        </p:nvGrpSpPr>
        <p:grpSpPr bwMode="auto">
          <a:xfrm>
            <a:off x="4329113" y="2427288"/>
            <a:ext cx="649287" cy="512762"/>
            <a:chOff x="2580" y="1580"/>
            <a:chExt cx="409" cy="323"/>
          </a:xfrm>
        </p:grpSpPr>
        <p:sp>
          <p:nvSpPr>
            <p:cNvPr id="25613" name="Freeform 20"/>
            <p:cNvSpPr>
              <a:spLocks/>
            </p:cNvSpPr>
            <p:nvPr/>
          </p:nvSpPr>
          <p:spPr bwMode="auto">
            <a:xfrm>
              <a:off x="2763" y="1580"/>
              <a:ext cx="226" cy="323"/>
            </a:xfrm>
            <a:custGeom>
              <a:avLst/>
              <a:gdLst>
                <a:gd name="T0" fmla="*/ 183 w 226"/>
                <a:gd name="T1" fmla="*/ 322 h 323"/>
                <a:gd name="T2" fmla="*/ 225 w 226"/>
                <a:gd name="T3" fmla="*/ 272 h 323"/>
                <a:gd name="T4" fmla="*/ 0 w 226"/>
                <a:gd name="T5" fmla="*/ 0 h 323"/>
                <a:gd name="T6" fmla="*/ 183 w 226"/>
                <a:gd name="T7" fmla="*/ 322 h 3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6" h="323">
                  <a:moveTo>
                    <a:pt x="183" y="322"/>
                  </a:moveTo>
                  <a:lnTo>
                    <a:pt x="225" y="272"/>
                  </a:lnTo>
                  <a:lnTo>
                    <a:pt x="0" y="0"/>
                  </a:lnTo>
                  <a:lnTo>
                    <a:pt x="183" y="322"/>
                  </a:lnTo>
                </a:path>
              </a:pathLst>
            </a:custGeom>
            <a:solidFill>
              <a:srgbClr val="FFBF1F"/>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25614" name="Freeform 21"/>
            <p:cNvSpPr>
              <a:spLocks/>
            </p:cNvSpPr>
            <p:nvPr/>
          </p:nvSpPr>
          <p:spPr bwMode="auto">
            <a:xfrm>
              <a:off x="2580" y="1580"/>
              <a:ext cx="367" cy="323"/>
            </a:xfrm>
            <a:custGeom>
              <a:avLst/>
              <a:gdLst>
                <a:gd name="T0" fmla="*/ 0 w 367"/>
                <a:gd name="T1" fmla="*/ 322 h 323"/>
                <a:gd name="T2" fmla="*/ 366 w 367"/>
                <a:gd name="T3" fmla="*/ 322 h 323"/>
                <a:gd name="T4" fmla="*/ 183 w 367"/>
                <a:gd name="T5" fmla="*/ 0 h 323"/>
                <a:gd name="T6" fmla="*/ 0 w 367"/>
                <a:gd name="T7" fmla="*/ 322 h 3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7" h="323">
                  <a:moveTo>
                    <a:pt x="0" y="322"/>
                  </a:moveTo>
                  <a:lnTo>
                    <a:pt x="366" y="322"/>
                  </a:lnTo>
                  <a:lnTo>
                    <a:pt x="183" y="0"/>
                  </a:lnTo>
                  <a:lnTo>
                    <a:pt x="0" y="322"/>
                  </a:lnTo>
                </a:path>
              </a:pathLst>
            </a:custGeom>
            <a:solidFill>
              <a:srgbClr val="FF9F00"/>
            </a:solidFill>
            <a:ln w="12700" cap="rnd"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grpSp>
      <p:sp>
        <p:nvSpPr>
          <p:cNvPr id="223254" name="Rectangle 22"/>
          <p:cNvSpPr>
            <a:spLocks noChangeArrowheads="1"/>
          </p:cNvSpPr>
          <p:nvPr/>
        </p:nvSpPr>
        <p:spPr bwMode="auto">
          <a:xfrm>
            <a:off x="3505200" y="1828800"/>
            <a:ext cx="1480918"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a:defRPr/>
            </a:pPr>
            <a:r>
              <a:rPr lang="tr-TR"/>
              <a:t>Temel Politika</a:t>
            </a:r>
          </a:p>
        </p:txBody>
      </p:sp>
      <p:sp>
        <p:nvSpPr>
          <p:cNvPr id="223255" name="Rectangle 23"/>
          <p:cNvSpPr>
            <a:spLocks noChangeArrowheads="1"/>
          </p:cNvSpPr>
          <p:nvPr/>
        </p:nvSpPr>
        <p:spPr bwMode="auto">
          <a:xfrm>
            <a:off x="1828800" y="3200400"/>
            <a:ext cx="1243610"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a:defRPr/>
            </a:pPr>
            <a:r>
              <a:rPr lang="tr-TR"/>
              <a:t>Gereksinim</a:t>
            </a:r>
          </a:p>
          <a:p>
            <a:pPr defTabSz="762000">
              <a:defRPr/>
            </a:pPr>
            <a:r>
              <a:rPr lang="tr-TR"/>
              <a:t>Politikası</a:t>
            </a:r>
          </a:p>
        </p:txBody>
      </p:sp>
      <p:sp>
        <p:nvSpPr>
          <p:cNvPr id="223256" name="Rectangle 24"/>
          <p:cNvSpPr>
            <a:spLocks noChangeArrowheads="1"/>
          </p:cNvSpPr>
          <p:nvPr/>
        </p:nvSpPr>
        <p:spPr bwMode="auto">
          <a:xfrm>
            <a:off x="609600" y="4800600"/>
            <a:ext cx="1514069"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a:defRPr/>
            </a:pPr>
            <a:r>
              <a:rPr lang="tr-TR"/>
              <a:t>Mekanizmalar</a:t>
            </a:r>
          </a:p>
        </p:txBody>
      </p:sp>
      <p:sp>
        <p:nvSpPr>
          <p:cNvPr id="223257" name="Rectangle 25"/>
          <p:cNvSpPr>
            <a:spLocks noChangeArrowheads="1"/>
          </p:cNvSpPr>
          <p:nvPr/>
        </p:nvSpPr>
        <p:spPr bwMode="auto">
          <a:xfrm>
            <a:off x="6694488" y="4779963"/>
            <a:ext cx="906980"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a:defRPr/>
            </a:pPr>
            <a:r>
              <a:rPr lang="tr-TR"/>
              <a:t>Kurallar</a:t>
            </a:r>
          </a:p>
        </p:txBody>
      </p:sp>
      <p:sp>
        <p:nvSpPr>
          <p:cNvPr id="223258" name="Rectangle 26"/>
          <p:cNvSpPr>
            <a:spLocks noChangeArrowheads="1"/>
          </p:cNvSpPr>
          <p:nvPr/>
        </p:nvSpPr>
        <p:spPr bwMode="auto">
          <a:xfrm>
            <a:off x="5943600" y="3149600"/>
            <a:ext cx="124232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tr-TR"/>
              <a:t>Gereksinim</a:t>
            </a:r>
          </a:p>
          <a:p>
            <a:pPr>
              <a:defRPr/>
            </a:pPr>
            <a:r>
              <a:rPr lang="tr-TR"/>
              <a:t>Politikası</a:t>
            </a:r>
          </a:p>
        </p:txBody>
      </p:sp>
    </p:spTree>
    <p:extLst>
      <p:ext uri="{BB962C8B-B14F-4D97-AF65-F5344CB8AC3E}">
        <p14:creationId xmlns:p14="http://schemas.microsoft.com/office/powerpoint/2010/main" val="41740829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23251"/>
                                        </p:tgtEl>
                                        <p:attrNameLst>
                                          <p:attrName>style.visibility</p:attrName>
                                        </p:attrNameLst>
                                      </p:cBhvr>
                                      <p:to>
                                        <p:strVal val="visible"/>
                                      </p:to>
                                    </p:set>
                                    <p:anim calcmode="lin" valueType="num">
                                      <p:cBhvr additive="base">
                                        <p:cTn id="7" dur="500" fill="hold"/>
                                        <p:tgtEl>
                                          <p:spTgt spid="223251"/>
                                        </p:tgtEl>
                                        <p:attrNameLst>
                                          <p:attrName>ppt_x</p:attrName>
                                        </p:attrNameLst>
                                      </p:cBhvr>
                                      <p:tavLst>
                                        <p:tav tm="0">
                                          <p:val>
                                            <p:strVal val="#ppt_x"/>
                                          </p:val>
                                        </p:tav>
                                        <p:tav tm="100000">
                                          <p:val>
                                            <p:strVal val="#ppt_x"/>
                                          </p:val>
                                        </p:tav>
                                      </p:tavLst>
                                    </p:anim>
                                    <p:anim calcmode="lin" valueType="num">
                                      <p:cBhvr additive="base">
                                        <p:cTn id="8" dur="500" fill="hold"/>
                                        <p:tgtEl>
                                          <p:spTgt spid="22325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223254"/>
                                        </p:tgtEl>
                                        <p:attrNameLst>
                                          <p:attrName>style.visibility</p:attrName>
                                        </p:attrNameLst>
                                      </p:cBhvr>
                                      <p:to>
                                        <p:strVal val="visible"/>
                                      </p:to>
                                    </p:set>
                                    <p:anim calcmode="lin" valueType="num">
                                      <p:cBhvr additive="base">
                                        <p:cTn id="13" dur="500" fill="hold"/>
                                        <p:tgtEl>
                                          <p:spTgt spid="223254"/>
                                        </p:tgtEl>
                                        <p:attrNameLst>
                                          <p:attrName>ppt_x</p:attrName>
                                        </p:attrNameLst>
                                      </p:cBhvr>
                                      <p:tavLst>
                                        <p:tav tm="0">
                                          <p:val>
                                            <p:strVal val="#ppt_x"/>
                                          </p:val>
                                        </p:tav>
                                        <p:tav tm="100000">
                                          <p:val>
                                            <p:strVal val="#ppt_x"/>
                                          </p:val>
                                        </p:tav>
                                      </p:tavLst>
                                    </p:anim>
                                    <p:anim calcmode="lin" valueType="num">
                                      <p:cBhvr additive="base">
                                        <p:cTn id="14" dur="500" fill="hold"/>
                                        <p:tgtEl>
                                          <p:spTgt spid="223254"/>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23247"/>
                                        </p:tgtEl>
                                        <p:attrNameLst>
                                          <p:attrName>style.visibility</p:attrName>
                                        </p:attrNameLst>
                                      </p:cBhvr>
                                      <p:to>
                                        <p:strVal val="visible"/>
                                      </p:to>
                                    </p:set>
                                    <p:anim calcmode="lin" valueType="num">
                                      <p:cBhvr additive="base">
                                        <p:cTn id="19" dur="500" fill="hold"/>
                                        <p:tgtEl>
                                          <p:spTgt spid="223247"/>
                                        </p:tgtEl>
                                        <p:attrNameLst>
                                          <p:attrName>ppt_x</p:attrName>
                                        </p:attrNameLst>
                                      </p:cBhvr>
                                      <p:tavLst>
                                        <p:tav tm="0">
                                          <p:val>
                                            <p:strVal val="#ppt_x"/>
                                          </p:val>
                                        </p:tav>
                                        <p:tav tm="100000">
                                          <p:val>
                                            <p:strVal val="#ppt_x"/>
                                          </p:val>
                                        </p:tav>
                                      </p:tavLst>
                                    </p:anim>
                                    <p:anim calcmode="lin" valueType="num">
                                      <p:cBhvr additive="base">
                                        <p:cTn id="20" dur="500" fill="hold"/>
                                        <p:tgtEl>
                                          <p:spTgt spid="22324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23243"/>
                                        </p:tgtEl>
                                        <p:attrNameLst>
                                          <p:attrName>style.visibility</p:attrName>
                                        </p:attrNameLst>
                                      </p:cBhvr>
                                      <p:to>
                                        <p:strVal val="visible"/>
                                      </p:to>
                                    </p:set>
                                    <p:anim calcmode="lin" valueType="num">
                                      <p:cBhvr additive="base">
                                        <p:cTn id="25" dur="500" fill="hold"/>
                                        <p:tgtEl>
                                          <p:spTgt spid="223243"/>
                                        </p:tgtEl>
                                        <p:attrNameLst>
                                          <p:attrName>ppt_x</p:attrName>
                                        </p:attrNameLst>
                                      </p:cBhvr>
                                      <p:tavLst>
                                        <p:tav tm="0">
                                          <p:val>
                                            <p:strVal val="#ppt_x"/>
                                          </p:val>
                                        </p:tav>
                                        <p:tav tm="100000">
                                          <p:val>
                                            <p:strVal val="#ppt_x"/>
                                          </p:val>
                                        </p:tav>
                                      </p:tavLst>
                                    </p:anim>
                                    <p:anim calcmode="lin" valueType="num">
                                      <p:cBhvr additive="base">
                                        <p:cTn id="26" dur="500" fill="hold"/>
                                        <p:tgtEl>
                                          <p:spTgt spid="223243"/>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23255"/>
                                        </p:tgtEl>
                                        <p:attrNameLst>
                                          <p:attrName>style.visibility</p:attrName>
                                        </p:attrNameLst>
                                      </p:cBhvr>
                                      <p:to>
                                        <p:strVal val="visible"/>
                                      </p:to>
                                    </p:set>
                                    <p:anim calcmode="lin" valueType="num">
                                      <p:cBhvr additive="base">
                                        <p:cTn id="31" dur="500" fill="hold"/>
                                        <p:tgtEl>
                                          <p:spTgt spid="223255"/>
                                        </p:tgtEl>
                                        <p:attrNameLst>
                                          <p:attrName>ppt_x</p:attrName>
                                        </p:attrNameLst>
                                      </p:cBhvr>
                                      <p:tavLst>
                                        <p:tav tm="0">
                                          <p:val>
                                            <p:strVal val="0-#ppt_w/2"/>
                                          </p:val>
                                        </p:tav>
                                        <p:tav tm="100000">
                                          <p:val>
                                            <p:strVal val="#ppt_x"/>
                                          </p:val>
                                        </p:tav>
                                      </p:tavLst>
                                    </p:anim>
                                    <p:anim calcmode="lin" valueType="num">
                                      <p:cBhvr additive="base">
                                        <p:cTn id="32" dur="500" fill="hold"/>
                                        <p:tgtEl>
                                          <p:spTgt spid="22325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223258"/>
                                        </p:tgtEl>
                                        <p:attrNameLst>
                                          <p:attrName>style.visibility</p:attrName>
                                        </p:attrNameLst>
                                      </p:cBhvr>
                                      <p:to>
                                        <p:strVal val="visible"/>
                                      </p:to>
                                    </p:set>
                                    <p:anim calcmode="lin" valueType="num">
                                      <p:cBhvr additive="base">
                                        <p:cTn id="37" dur="500" fill="hold"/>
                                        <p:tgtEl>
                                          <p:spTgt spid="223258"/>
                                        </p:tgtEl>
                                        <p:attrNameLst>
                                          <p:attrName>ppt_x</p:attrName>
                                        </p:attrNameLst>
                                      </p:cBhvr>
                                      <p:tavLst>
                                        <p:tav tm="0">
                                          <p:val>
                                            <p:strVal val="1+#ppt_w/2"/>
                                          </p:val>
                                        </p:tav>
                                        <p:tav tm="100000">
                                          <p:val>
                                            <p:strVal val="#ppt_x"/>
                                          </p:val>
                                        </p:tav>
                                      </p:tavLst>
                                    </p:anim>
                                    <p:anim calcmode="lin" valueType="num">
                                      <p:cBhvr additive="base">
                                        <p:cTn id="38" dur="500" fill="hold"/>
                                        <p:tgtEl>
                                          <p:spTgt spid="223258"/>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223239"/>
                                        </p:tgtEl>
                                        <p:attrNameLst>
                                          <p:attrName>style.visibility</p:attrName>
                                        </p:attrNameLst>
                                      </p:cBhvr>
                                      <p:to>
                                        <p:strVal val="visible"/>
                                      </p:to>
                                    </p:set>
                                    <p:anim calcmode="lin" valueType="num">
                                      <p:cBhvr additive="base">
                                        <p:cTn id="43" dur="500" fill="hold"/>
                                        <p:tgtEl>
                                          <p:spTgt spid="223239"/>
                                        </p:tgtEl>
                                        <p:attrNameLst>
                                          <p:attrName>ppt_x</p:attrName>
                                        </p:attrNameLst>
                                      </p:cBhvr>
                                      <p:tavLst>
                                        <p:tav tm="0">
                                          <p:val>
                                            <p:strVal val="#ppt_x"/>
                                          </p:val>
                                        </p:tav>
                                        <p:tav tm="100000">
                                          <p:val>
                                            <p:strVal val="#ppt_x"/>
                                          </p:val>
                                        </p:tav>
                                      </p:tavLst>
                                    </p:anim>
                                    <p:anim calcmode="lin" valueType="num">
                                      <p:cBhvr additive="base">
                                        <p:cTn id="44" dur="500" fill="hold"/>
                                        <p:tgtEl>
                                          <p:spTgt spid="223239"/>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223235"/>
                                        </p:tgtEl>
                                        <p:attrNameLst>
                                          <p:attrName>style.visibility</p:attrName>
                                        </p:attrNameLst>
                                      </p:cBhvr>
                                      <p:to>
                                        <p:strVal val="visible"/>
                                      </p:to>
                                    </p:set>
                                    <p:anim calcmode="lin" valueType="num">
                                      <p:cBhvr additive="base">
                                        <p:cTn id="49" dur="500" fill="hold"/>
                                        <p:tgtEl>
                                          <p:spTgt spid="223235"/>
                                        </p:tgtEl>
                                        <p:attrNameLst>
                                          <p:attrName>ppt_x</p:attrName>
                                        </p:attrNameLst>
                                      </p:cBhvr>
                                      <p:tavLst>
                                        <p:tav tm="0">
                                          <p:val>
                                            <p:strVal val="#ppt_x"/>
                                          </p:val>
                                        </p:tav>
                                        <p:tav tm="100000">
                                          <p:val>
                                            <p:strVal val="#ppt_x"/>
                                          </p:val>
                                        </p:tav>
                                      </p:tavLst>
                                    </p:anim>
                                    <p:anim calcmode="lin" valueType="num">
                                      <p:cBhvr additive="base">
                                        <p:cTn id="50" dur="500" fill="hold"/>
                                        <p:tgtEl>
                                          <p:spTgt spid="223235"/>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23256"/>
                                        </p:tgtEl>
                                        <p:attrNameLst>
                                          <p:attrName>style.visibility</p:attrName>
                                        </p:attrNameLst>
                                      </p:cBhvr>
                                      <p:to>
                                        <p:strVal val="visible"/>
                                      </p:to>
                                    </p:set>
                                    <p:anim calcmode="lin" valueType="num">
                                      <p:cBhvr additive="base">
                                        <p:cTn id="55" dur="500" fill="hold"/>
                                        <p:tgtEl>
                                          <p:spTgt spid="223256"/>
                                        </p:tgtEl>
                                        <p:attrNameLst>
                                          <p:attrName>ppt_x</p:attrName>
                                        </p:attrNameLst>
                                      </p:cBhvr>
                                      <p:tavLst>
                                        <p:tav tm="0">
                                          <p:val>
                                            <p:strVal val="0-#ppt_w/2"/>
                                          </p:val>
                                        </p:tav>
                                        <p:tav tm="100000">
                                          <p:val>
                                            <p:strVal val="#ppt_x"/>
                                          </p:val>
                                        </p:tav>
                                      </p:tavLst>
                                    </p:anim>
                                    <p:anim calcmode="lin" valueType="num">
                                      <p:cBhvr additive="base">
                                        <p:cTn id="56" dur="500" fill="hold"/>
                                        <p:tgtEl>
                                          <p:spTgt spid="223256"/>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223257"/>
                                        </p:tgtEl>
                                        <p:attrNameLst>
                                          <p:attrName>style.visibility</p:attrName>
                                        </p:attrNameLst>
                                      </p:cBhvr>
                                      <p:to>
                                        <p:strVal val="visible"/>
                                      </p:to>
                                    </p:set>
                                    <p:anim calcmode="lin" valueType="num">
                                      <p:cBhvr additive="base">
                                        <p:cTn id="61" dur="500" fill="hold"/>
                                        <p:tgtEl>
                                          <p:spTgt spid="223257"/>
                                        </p:tgtEl>
                                        <p:attrNameLst>
                                          <p:attrName>ppt_x</p:attrName>
                                        </p:attrNameLst>
                                      </p:cBhvr>
                                      <p:tavLst>
                                        <p:tav tm="0">
                                          <p:val>
                                            <p:strVal val="1+#ppt_w/2"/>
                                          </p:val>
                                        </p:tav>
                                        <p:tav tm="100000">
                                          <p:val>
                                            <p:strVal val="#ppt_x"/>
                                          </p:val>
                                        </p:tav>
                                      </p:tavLst>
                                    </p:anim>
                                    <p:anim calcmode="lin" valueType="num">
                                      <p:cBhvr additive="base">
                                        <p:cTn id="62" dur="500" fill="hold"/>
                                        <p:tgtEl>
                                          <p:spTgt spid="2232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54" grpId="0" autoUpdateAnimBg="0"/>
      <p:bldP spid="223255" grpId="0" autoUpdateAnimBg="0"/>
      <p:bldP spid="223256" grpId="0" autoUpdateAnimBg="0"/>
      <p:bldP spid="223257" grpId="0" autoUpdateAnimBg="0"/>
      <p:bldP spid="223258"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Politika Yapısı</a:t>
            </a:r>
          </a:p>
        </p:txBody>
      </p:sp>
      <p:grpSp>
        <p:nvGrpSpPr>
          <p:cNvPr id="291890" name="Group 50"/>
          <p:cNvGrpSpPr>
            <a:grpSpLocks/>
          </p:cNvGrpSpPr>
          <p:nvPr/>
        </p:nvGrpSpPr>
        <p:grpSpPr bwMode="auto">
          <a:xfrm>
            <a:off x="2819400" y="1371600"/>
            <a:ext cx="3429000" cy="1143000"/>
            <a:chOff x="1776" y="864"/>
            <a:chExt cx="2160" cy="720"/>
          </a:xfrm>
        </p:grpSpPr>
        <p:sp>
          <p:nvSpPr>
            <p:cNvPr id="26644" name="Rectangle 51"/>
            <p:cNvSpPr>
              <a:spLocks noChangeArrowheads="1"/>
            </p:cNvSpPr>
            <p:nvPr/>
          </p:nvSpPr>
          <p:spPr bwMode="auto">
            <a:xfrm>
              <a:off x="1776" y="864"/>
              <a:ext cx="2160" cy="720"/>
            </a:xfrm>
            <a:prstGeom prst="rect">
              <a:avLst/>
            </a:prstGeom>
            <a:ln>
              <a:headEnd/>
              <a:tailEnd/>
            </a:ln>
            <a:extLst/>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tr-TR">
                <a:solidFill>
                  <a:schemeClr val="bg1"/>
                </a:solidFill>
              </a:endParaRPr>
            </a:p>
          </p:txBody>
        </p:sp>
        <p:sp>
          <p:nvSpPr>
            <p:cNvPr id="291892" name="Text Box 52"/>
            <p:cNvSpPr txBox="1">
              <a:spLocks noChangeArrowheads="1"/>
            </p:cNvSpPr>
            <p:nvPr/>
          </p:nvSpPr>
          <p:spPr bwMode="auto">
            <a:xfrm>
              <a:off x="1824" y="912"/>
              <a:ext cx="2112" cy="416"/>
            </a:xfrm>
            <a:prstGeom prst="rect">
              <a:avLst/>
            </a:prstGeom>
            <a:ln/>
            <a:extLst/>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lgn="ctr">
                <a:spcBef>
                  <a:spcPct val="5000"/>
                </a:spcBef>
                <a:defRPr/>
              </a:pPr>
              <a:r>
                <a:rPr lang="tr-TR">
                  <a:solidFill>
                    <a:schemeClr val="bg1"/>
                  </a:solidFill>
                </a:rPr>
                <a:t>Bilgi Güvenliği</a:t>
              </a:r>
            </a:p>
            <a:p>
              <a:pPr algn="ctr">
                <a:spcBef>
                  <a:spcPct val="5000"/>
                </a:spcBef>
                <a:defRPr/>
              </a:pPr>
              <a:r>
                <a:rPr lang="tr-TR">
                  <a:solidFill>
                    <a:schemeClr val="bg1"/>
                  </a:solidFill>
                </a:rPr>
                <a:t>Politikası</a:t>
              </a:r>
            </a:p>
          </p:txBody>
        </p:sp>
      </p:grpSp>
      <p:grpSp>
        <p:nvGrpSpPr>
          <p:cNvPr id="291896" name="Group 56"/>
          <p:cNvGrpSpPr>
            <a:grpSpLocks/>
          </p:cNvGrpSpPr>
          <p:nvPr/>
        </p:nvGrpSpPr>
        <p:grpSpPr bwMode="auto">
          <a:xfrm>
            <a:off x="914400" y="4495800"/>
            <a:ext cx="2286000" cy="1371600"/>
            <a:chOff x="576" y="2832"/>
            <a:chExt cx="1440" cy="864"/>
          </a:xfrm>
        </p:grpSpPr>
        <p:sp>
          <p:nvSpPr>
            <p:cNvPr id="26642" name="Rectangle 57"/>
            <p:cNvSpPr>
              <a:spLocks noChangeArrowheads="1"/>
            </p:cNvSpPr>
            <p:nvPr/>
          </p:nvSpPr>
          <p:spPr bwMode="auto">
            <a:xfrm>
              <a:off x="576" y="2832"/>
              <a:ext cx="1440" cy="864"/>
            </a:xfrm>
            <a:prstGeom prst="rect">
              <a:avLst/>
            </a:prstGeom>
            <a:ln>
              <a:headEnd/>
              <a:tailEnd/>
            </a:ln>
            <a:extLst/>
          </p:spPr>
          <p:style>
            <a:lnRef idx="2">
              <a:schemeClr val="accent3">
                <a:shade val="50000"/>
              </a:schemeClr>
            </a:lnRef>
            <a:fillRef idx="1">
              <a:schemeClr val="accent3"/>
            </a:fillRef>
            <a:effectRef idx="0">
              <a:schemeClr val="accent3"/>
            </a:effectRef>
            <a:fontRef idx="minor">
              <a:schemeClr val="lt1"/>
            </a:fontRef>
          </p:style>
          <p:txBody>
            <a:bodyPr wrap="none" anchor="ctr"/>
            <a:lstStyle/>
            <a:p>
              <a:endParaRPr lang="tr-TR"/>
            </a:p>
          </p:txBody>
        </p:sp>
        <p:sp>
          <p:nvSpPr>
            <p:cNvPr id="291898" name="Text Box 58"/>
            <p:cNvSpPr txBox="1">
              <a:spLocks noChangeArrowheads="1"/>
            </p:cNvSpPr>
            <p:nvPr/>
          </p:nvSpPr>
          <p:spPr bwMode="auto">
            <a:xfrm>
              <a:off x="720" y="2880"/>
              <a:ext cx="1152" cy="590"/>
            </a:xfrm>
            <a:prstGeom prst="rect">
              <a:avLst/>
            </a:prstGeom>
            <a:ln/>
            <a:extLst/>
          </p:spPr>
          <p:style>
            <a:lnRef idx="2">
              <a:schemeClr val="accent3">
                <a:shade val="50000"/>
              </a:schemeClr>
            </a:lnRef>
            <a:fillRef idx="1">
              <a:schemeClr val="accent3"/>
            </a:fillRef>
            <a:effectRef idx="0">
              <a:schemeClr val="accent3"/>
            </a:effectRef>
            <a:fontRef idx="minor">
              <a:schemeClr val="lt1"/>
            </a:fontRef>
          </p:style>
          <p:txBody>
            <a:bodyPr>
              <a:spAutoFit/>
            </a:bodyPr>
            <a:lstStyle/>
            <a:p>
              <a:pPr algn="ctr">
                <a:spcBef>
                  <a:spcPct val="5000"/>
                </a:spcBef>
                <a:defRPr/>
              </a:pPr>
              <a:r>
                <a:rPr lang="tr-TR"/>
                <a:t>Fiziksel</a:t>
              </a:r>
            </a:p>
            <a:p>
              <a:pPr algn="ctr">
                <a:spcBef>
                  <a:spcPct val="5000"/>
                </a:spcBef>
                <a:defRPr/>
              </a:pPr>
              <a:r>
                <a:rPr lang="tr-TR"/>
                <a:t>Güvenlik Politikası</a:t>
              </a:r>
            </a:p>
          </p:txBody>
        </p:sp>
      </p:grpSp>
      <p:grpSp>
        <p:nvGrpSpPr>
          <p:cNvPr id="291899" name="Group 59"/>
          <p:cNvGrpSpPr>
            <a:grpSpLocks/>
          </p:cNvGrpSpPr>
          <p:nvPr/>
        </p:nvGrpSpPr>
        <p:grpSpPr bwMode="auto">
          <a:xfrm>
            <a:off x="3429000" y="4495800"/>
            <a:ext cx="2286000" cy="1371600"/>
            <a:chOff x="2160" y="2832"/>
            <a:chExt cx="1440" cy="864"/>
          </a:xfrm>
        </p:grpSpPr>
        <p:sp>
          <p:nvSpPr>
            <p:cNvPr id="26640" name="Rectangle 60"/>
            <p:cNvSpPr>
              <a:spLocks noChangeArrowheads="1"/>
            </p:cNvSpPr>
            <p:nvPr/>
          </p:nvSpPr>
          <p:spPr bwMode="auto">
            <a:xfrm>
              <a:off x="2160" y="2832"/>
              <a:ext cx="1440" cy="864"/>
            </a:xfrm>
            <a:prstGeom prst="rect">
              <a:avLst/>
            </a:prstGeom>
            <a:ln>
              <a:headEnd/>
              <a:tailEnd/>
            </a:ln>
            <a:extLst/>
          </p:spPr>
          <p:style>
            <a:lnRef idx="2">
              <a:schemeClr val="accent4">
                <a:shade val="50000"/>
              </a:schemeClr>
            </a:lnRef>
            <a:fillRef idx="1">
              <a:schemeClr val="accent4"/>
            </a:fillRef>
            <a:effectRef idx="0">
              <a:schemeClr val="accent4"/>
            </a:effectRef>
            <a:fontRef idx="minor">
              <a:schemeClr val="lt1"/>
            </a:fontRef>
          </p:style>
          <p:txBody>
            <a:bodyPr wrap="none" anchor="ctr"/>
            <a:lstStyle/>
            <a:p>
              <a:endParaRPr lang="tr-TR"/>
            </a:p>
          </p:txBody>
        </p:sp>
        <p:sp>
          <p:nvSpPr>
            <p:cNvPr id="291901" name="Text Box 61"/>
            <p:cNvSpPr txBox="1">
              <a:spLocks noChangeArrowheads="1"/>
            </p:cNvSpPr>
            <p:nvPr/>
          </p:nvSpPr>
          <p:spPr bwMode="auto">
            <a:xfrm>
              <a:off x="2304" y="2880"/>
              <a:ext cx="1152" cy="416"/>
            </a:xfrm>
            <a:prstGeom prst="rect">
              <a:avLst/>
            </a:prstGeom>
            <a:ln/>
            <a:extLst/>
          </p:spPr>
          <p:style>
            <a:lnRef idx="2">
              <a:schemeClr val="accent4">
                <a:shade val="50000"/>
              </a:schemeClr>
            </a:lnRef>
            <a:fillRef idx="1">
              <a:schemeClr val="accent4"/>
            </a:fillRef>
            <a:effectRef idx="0">
              <a:schemeClr val="accent4"/>
            </a:effectRef>
            <a:fontRef idx="minor">
              <a:schemeClr val="lt1"/>
            </a:fontRef>
          </p:style>
          <p:txBody>
            <a:bodyPr>
              <a:spAutoFit/>
            </a:bodyPr>
            <a:lstStyle/>
            <a:p>
              <a:pPr algn="ctr">
                <a:spcBef>
                  <a:spcPct val="5000"/>
                </a:spcBef>
                <a:defRPr/>
              </a:pPr>
              <a:r>
                <a:rPr lang="tr-TR"/>
                <a:t>Ağ Güvenliği</a:t>
              </a:r>
            </a:p>
            <a:p>
              <a:pPr algn="ctr">
                <a:spcBef>
                  <a:spcPct val="5000"/>
                </a:spcBef>
                <a:defRPr/>
              </a:pPr>
              <a:r>
                <a:rPr lang="tr-TR"/>
                <a:t>Politikası</a:t>
              </a:r>
            </a:p>
          </p:txBody>
        </p:sp>
      </p:grpSp>
      <p:grpSp>
        <p:nvGrpSpPr>
          <p:cNvPr id="291902" name="Group 62"/>
          <p:cNvGrpSpPr>
            <a:grpSpLocks/>
          </p:cNvGrpSpPr>
          <p:nvPr/>
        </p:nvGrpSpPr>
        <p:grpSpPr bwMode="auto">
          <a:xfrm>
            <a:off x="5943600" y="4495800"/>
            <a:ext cx="2286000" cy="1371600"/>
            <a:chOff x="3744" y="2832"/>
            <a:chExt cx="1440" cy="864"/>
          </a:xfrm>
        </p:grpSpPr>
        <p:sp>
          <p:nvSpPr>
            <p:cNvPr id="26638" name="Rectangle 63"/>
            <p:cNvSpPr>
              <a:spLocks noChangeArrowheads="1"/>
            </p:cNvSpPr>
            <p:nvPr/>
          </p:nvSpPr>
          <p:spPr bwMode="auto">
            <a:xfrm>
              <a:off x="3744" y="2832"/>
              <a:ext cx="1440" cy="864"/>
            </a:xfrm>
            <a:prstGeom prst="rect">
              <a:avLst/>
            </a:prstGeom>
            <a:ln>
              <a:headEnd/>
              <a:tailEnd/>
            </a:ln>
            <a:extLst/>
          </p:spPr>
          <p:style>
            <a:lnRef idx="2">
              <a:schemeClr val="accent5">
                <a:shade val="50000"/>
              </a:schemeClr>
            </a:lnRef>
            <a:fillRef idx="1">
              <a:schemeClr val="accent5"/>
            </a:fillRef>
            <a:effectRef idx="0">
              <a:schemeClr val="accent5"/>
            </a:effectRef>
            <a:fontRef idx="minor">
              <a:schemeClr val="lt1"/>
            </a:fontRef>
          </p:style>
          <p:txBody>
            <a:bodyPr wrap="none" anchor="ctr"/>
            <a:lstStyle/>
            <a:p>
              <a:endParaRPr lang="tr-TR"/>
            </a:p>
          </p:txBody>
        </p:sp>
        <p:sp>
          <p:nvSpPr>
            <p:cNvPr id="291904" name="Text Box 64"/>
            <p:cNvSpPr txBox="1">
              <a:spLocks noChangeArrowheads="1"/>
            </p:cNvSpPr>
            <p:nvPr/>
          </p:nvSpPr>
          <p:spPr bwMode="auto">
            <a:xfrm>
              <a:off x="3888" y="2880"/>
              <a:ext cx="1152" cy="599"/>
            </a:xfrm>
            <a:prstGeom prst="rect">
              <a:avLst/>
            </a:prstGeom>
            <a:ln/>
            <a:extLst/>
          </p:spPr>
          <p:style>
            <a:lnRef idx="2">
              <a:schemeClr val="accent5">
                <a:shade val="50000"/>
              </a:schemeClr>
            </a:lnRef>
            <a:fillRef idx="1">
              <a:schemeClr val="accent5"/>
            </a:fillRef>
            <a:effectRef idx="0">
              <a:schemeClr val="accent5"/>
            </a:effectRef>
            <a:fontRef idx="minor">
              <a:schemeClr val="lt1"/>
            </a:fontRef>
          </p:style>
          <p:txBody>
            <a:bodyPr>
              <a:spAutoFit/>
            </a:bodyPr>
            <a:lstStyle/>
            <a:p>
              <a:pPr algn="ctr">
                <a:spcBef>
                  <a:spcPct val="5000"/>
                </a:spcBef>
                <a:defRPr/>
              </a:pPr>
              <a:r>
                <a:rPr lang="tr-TR"/>
                <a:t>Bilgisayar</a:t>
              </a:r>
            </a:p>
            <a:p>
              <a:pPr algn="ctr">
                <a:spcBef>
                  <a:spcPct val="5000"/>
                </a:spcBef>
                <a:defRPr/>
              </a:pPr>
              <a:r>
                <a:rPr lang="tr-TR"/>
                <a:t>Kullanım</a:t>
              </a:r>
            </a:p>
            <a:p>
              <a:pPr algn="ctr">
                <a:spcBef>
                  <a:spcPct val="5000"/>
                </a:spcBef>
                <a:defRPr/>
              </a:pPr>
              <a:r>
                <a:rPr lang="tr-TR"/>
                <a:t>Politikası</a:t>
              </a:r>
            </a:p>
          </p:txBody>
        </p:sp>
      </p:grpSp>
      <p:sp>
        <p:nvSpPr>
          <p:cNvPr id="291908" name="Line 68"/>
          <p:cNvSpPr>
            <a:spLocks noChangeShapeType="1"/>
          </p:cNvSpPr>
          <p:nvPr/>
        </p:nvSpPr>
        <p:spPr bwMode="auto">
          <a:xfrm>
            <a:off x="4495800" y="3962400"/>
            <a:ext cx="0" cy="533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291909" name="Line 69"/>
          <p:cNvSpPr>
            <a:spLocks noChangeShapeType="1"/>
          </p:cNvSpPr>
          <p:nvPr/>
        </p:nvSpPr>
        <p:spPr bwMode="auto">
          <a:xfrm flipH="1">
            <a:off x="2286000" y="3962400"/>
            <a:ext cx="533400" cy="533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291910" name="Line 70"/>
          <p:cNvSpPr>
            <a:spLocks noChangeShapeType="1"/>
          </p:cNvSpPr>
          <p:nvPr/>
        </p:nvSpPr>
        <p:spPr bwMode="auto">
          <a:xfrm>
            <a:off x="6248400" y="3962400"/>
            <a:ext cx="533400" cy="533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grpSp>
        <p:nvGrpSpPr>
          <p:cNvPr id="291911" name="Group 71"/>
          <p:cNvGrpSpPr>
            <a:grpSpLocks/>
          </p:cNvGrpSpPr>
          <p:nvPr/>
        </p:nvGrpSpPr>
        <p:grpSpPr bwMode="auto">
          <a:xfrm>
            <a:off x="2819400" y="2819400"/>
            <a:ext cx="3429000" cy="1143000"/>
            <a:chOff x="1776" y="1776"/>
            <a:chExt cx="2160" cy="720"/>
          </a:xfrm>
        </p:grpSpPr>
        <p:sp>
          <p:nvSpPr>
            <p:cNvPr id="26636" name="Rectangle 72"/>
            <p:cNvSpPr>
              <a:spLocks noChangeArrowheads="1"/>
            </p:cNvSpPr>
            <p:nvPr/>
          </p:nvSpPr>
          <p:spPr bwMode="auto">
            <a:xfrm>
              <a:off x="1776" y="1776"/>
              <a:ext cx="2160" cy="720"/>
            </a:xfrm>
            <a:prstGeom prst="rect">
              <a:avLst/>
            </a:prstGeom>
            <a:ln>
              <a:headEnd/>
              <a:tailEnd/>
            </a:ln>
            <a:extLst/>
          </p:spPr>
          <p:style>
            <a:lnRef idx="2">
              <a:schemeClr val="accent2">
                <a:shade val="50000"/>
              </a:schemeClr>
            </a:lnRef>
            <a:fillRef idx="1">
              <a:schemeClr val="accent2"/>
            </a:fillRef>
            <a:effectRef idx="0">
              <a:schemeClr val="accent2"/>
            </a:effectRef>
            <a:fontRef idx="minor">
              <a:schemeClr val="lt1"/>
            </a:fontRef>
          </p:style>
          <p:txBody>
            <a:bodyPr wrap="none" anchor="ctr"/>
            <a:lstStyle/>
            <a:p>
              <a:endParaRPr lang="tr-TR"/>
            </a:p>
          </p:txBody>
        </p:sp>
        <p:sp>
          <p:nvSpPr>
            <p:cNvPr id="291913" name="Text Box 73"/>
            <p:cNvSpPr txBox="1">
              <a:spLocks noChangeArrowheads="1"/>
            </p:cNvSpPr>
            <p:nvPr/>
          </p:nvSpPr>
          <p:spPr bwMode="auto">
            <a:xfrm>
              <a:off x="1824" y="1872"/>
              <a:ext cx="2112" cy="416"/>
            </a:xfrm>
            <a:prstGeom prst="rect">
              <a:avLst/>
            </a:prstGeom>
            <a:ln/>
            <a:extLst/>
          </p:spPr>
          <p:style>
            <a:lnRef idx="2">
              <a:schemeClr val="accent2">
                <a:shade val="50000"/>
              </a:schemeClr>
            </a:lnRef>
            <a:fillRef idx="1">
              <a:schemeClr val="accent2"/>
            </a:fillRef>
            <a:effectRef idx="0">
              <a:schemeClr val="accent2"/>
            </a:effectRef>
            <a:fontRef idx="minor">
              <a:schemeClr val="lt1"/>
            </a:fontRef>
          </p:style>
          <p:txBody>
            <a:bodyPr>
              <a:spAutoFit/>
            </a:bodyPr>
            <a:lstStyle/>
            <a:p>
              <a:pPr algn="ctr">
                <a:spcBef>
                  <a:spcPct val="5000"/>
                </a:spcBef>
                <a:defRPr/>
              </a:pPr>
              <a:r>
                <a:rPr lang="tr-TR"/>
                <a:t>Bilgisayar</a:t>
              </a:r>
            </a:p>
            <a:p>
              <a:pPr algn="ctr">
                <a:spcBef>
                  <a:spcPct val="5000"/>
                </a:spcBef>
                <a:defRPr/>
              </a:pPr>
              <a:r>
                <a:rPr lang="tr-TR"/>
                <a:t>Güvenliği Politikası</a:t>
              </a:r>
            </a:p>
          </p:txBody>
        </p:sp>
      </p:grpSp>
      <p:sp>
        <p:nvSpPr>
          <p:cNvPr id="291916" name="Line 76"/>
          <p:cNvSpPr>
            <a:spLocks noChangeShapeType="1"/>
          </p:cNvSpPr>
          <p:nvPr/>
        </p:nvSpPr>
        <p:spPr bwMode="auto">
          <a:xfrm>
            <a:off x="4495800" y="2514600"/>
            <a:ext cx="0" cy="304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Tree>
    <p:extLst>
      <p:ext uri="{BB962C8B-B14F-4D97-AF65-F5344CB8AC3E}">
        <p14:creationId xmlns:p14="http://schemas.microsoft.com/office/powerpoint/2010/main" val="25242924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291890"/>
                                        </p:tgtEl>
                                        <p:attrNameLst>
                                          <p:attrName>style.visibility</p:attrName>
                                        </p:attrNameLst>
                                      </p:cBhvr>
                                      <p:to>
                                        <p:strVal val="visible"/>
                                      </p:to>
                                    </p:set>
                                    <p:anim calcmode="lin" valueType="num">
                                      <p:cBhvr additive="base">
                                        <p:cTn id="7" dur="500" fill="hold"/>
                                        <p:tgtEl>
                                          <p:spTgt spid="291890"/>
                                        </p:tgtEl>
                                        <p:attrNameLst>
                                          <p:attrName>ppt_x</p:attrName>
                                        </p:attrNameLst>
                                      </p:cBhvr>
                                      <p:tavLst>
                                        <p:tav tm="0">
                                          <p:val>
                                            <p:strVal val="#ppt_x"/>
                                          </p:val>
                                        </p:tav>
                                        <p:tav tm="100000">
                                          <p:val>
                                            <p:strVal val="#ppt_x"/>
                                          </p:val>
                                        </p:tav>
                                      </p:tavLst>
                                    </p:anim>
                                    <p:anim calcmode="lin" valueType="num">
                                      <p:cBhvr additive="base">
                                        <p:cTn id="8" dur="500" fill="hold"/>
                                        <p:tgtEl>
                                          <p:spTgt spid="291890"/>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291916"/>
                                        </p:tgtEl>
                                        <p:attrNameLst>
                                          <p:attrName>style.visibility</p:attrName>
                                        </p:attrNameLst>
                                      </p:cBhvr>
                                      <p:to>
                                        <p:strVal val="visible"/>
                                      </p:to>
                                    </p:set>
                                    <p:animEffect transition="in" filter="wipe(up)">
                                      <p:cBhvr>
                                        <p:cTn id="13" dur="500"/>
                                        <p:tgtEl>
                                          <p:spTgt spid="29191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291911"/>
                                        </p:tgtEl>
                                        <p:attrNameLst>
                                          <p:attrName>style.visibility</p:attrName>
                                        </p:attrNameLst>
                                      </p:cBhvr>
                                      <p:to>
                                        <p:strVal val="visible"/>
                                      </p:to>
                                    </p:set>
                                    <p:anim calcmode="lin" valueType="num">
                                      <p:cBhvr additive="base">
                                        <p:cTn id="18" dur="500" fill="hold"/>
                                        <p:tgtEl>
                                          <p:spTgt spid="291911"/>
                                        </p:tgtEl>
                                        <p:attrNameLst>
                                          <p:attrName>ppt_x</p:attrName>
                                        </p:attrNameLst>
                                      </p:cBhvr>
                                      <p:tavLst>
                                        <p:tav tm="0">
                                          <p:val>
                                            <p:strVal val="#ppt_x"/>
                                          </p:val>
                                        </p:tav>
                                        <p:tav tm="100000">
                                          <p:val>
                                            <p:strVal val="#ppt_x"/>
                                          </p:val>
                                        </p:tav>
                                      </p:tavLst>
                                    </p:anim>
                                    <p:anim calcmode="lin" valueType="num">
                                      <p:cBhvr additive="base">
                                        <p:cTn id="19" dur="500" fill="hold"/>
                                        <p:tgtEl>
                                          <p:spTgt spid="291911"/>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8" presetClass="entr" presetSubtype="12" fill="hold" grpId="0" nodeType="clickEffect">
                                  <p:stCondLst>
                                    <p:cond delay="0"/>
                                  </p:stCondLst>
                                  <p:childTnLst>
                                    <p:set>
                                      <p:cBhvr>
                                        <p:cTn id="23" dur="1" fill="hold">
                                          <p:stCondLst>
                                            <p:cond delay="0"/>
                                          </p:stCondLst>
                                        </p:cTn>
                                        <p:tgtEl>
                                          <p:spTgt spid="291909"/>
                                        </p:tgtEl>
                                        <p:attrNameLst>
                                          <p:attrName>style.visibility</p:attrName>
                                        </p:attrNameLst>
                                      </p:cBhvr>
                                      <p:to>
                                        <p:strVal val="visible"/>
                                      </p:to>
                                    </p:set>
                                    <p:animEffect transition="in" filter="strips(downLeft)">
                                      <p:cBhvr>
                                        <p:cTn id="24" dur="500"/>
                                        <p:tgtEl>
                                          <p:spTgt spid="29190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291896"/>
                                        </p:tgtEl>
                                        <p:attrNameLst>
                                          <p:attrName>style.visibility</p:attrName>
                                        </p:attrNameLst>
                                      </p:cBhvr>
                                      <p:to>
                                        <p:strVal val="visible"/>
                                      </p:to>
                                    </p:set>
                                    <p:anim calcmode="lin" valueType="num">
                                      <p:cBhvr additive="base">
                                        <p:cTn id="29" dur="500" fill="hold"/>
                                        <p:tgtEl>
                                          <p:spTgt spid="291896"/>
                                        </p:tgtEl>
                                        <p:attrNameLst>
                                          <p:attrName>ppt_x</p:attrName>
                                        </p:attrNameLst>
                                      </p:cBhvr>
                                      <p:tavLst>
                                        <p:tav tm="0">
                                          <p:val>
                                            <p:strVal val="#ppt_x"/>
                                          </p:val>
                                        </p:tav>
                                        <p:tav tm="100000">
                                          <p:val>
                                            <p:strVal val="#ppt_x"/>
                                          </p:val>
                                        </p:tav>
                                      </p:tavLst>
                                    </p:anim>
                                    <p:anim calcmode="lin" valueType="num">
                                      <p:cBhvr additive="base">
                                        <p:cTn id="30" dur="500" fill="hold"/>
                                        <p:tgtEl>
                                          <p:spTgt spid="291896"/>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291908"/>
                                        </p:tgtEl>
                                        <p:attrNameLst>
                                          <p:attrName>style.visibility</p:attrName>
                                        </p:attrNameLst>
                                      </p:cBhvr>
                                      <p:to>
                                        <p:strVal val="visible"/>
                                      </p:to>
                                    </p:set>
                                    <p:animEffect transition="in" filter="wipe(up)">
                                      <p:cBhvr>
                                        <p:cTn id="35" dur="500"/>
                                        <p:tgtEl>
                                          <p:spTgt spid="29190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nodeType="clickEffect">
                                  <p:stCondLst>
                                    <p:cond delay="0"/>
                                  </p:stCondLst>
                                  <p:childTnLst>
                                    <p:set>
                                      <p:cBhvr>
                                        <p:cTn id="39" dur="1" fill="hold">
                                          <p:stCondLst>
                                            <p:cond delay="0"/>
                                          </p:stCondLst>
                                        </p:cTn>
                                        <p:tgtEl>
                                          <p:spTgt spid="291899"/>
                                        </p:tgtEl>
                                        <p:attrNameLst>
                                          <p:attrName>style.visibility</p:attrName>
                                        </p:attrNameLst>
                                      </p:cBhvr>
                                      <p:to>
                                        <p:strVal val="visible"/>
                                      </p:to>
                                    </p:set>
                                    <p:anim calcmode="lin" valueType="num">
                                      <p:cBhvr additive="base">
                                        <p:cTn id="40" dur="500" fill="hold"/>
                                        <p:tgtEl>
                                          <p:spTgt spid="291899"/>
                                        </p:tgtEl>
                                        <p:attrNameLst>
                                          <p:attrName>ppt_x</p:attrName>
                                        </p:attrNameLst>
                                      </p:cBhvr>
                                      <p:tavLst>
                                        <p:tav tm="0">
                                          <p:val>
                                            <p:strVal val="#ppt_x"/>
                                          </p:val>
                                        </p:tav>
                                        <p:tav tm="100000">
                                          <p:val>
                                            <p:strVal val="#ppt_x"/>
                                          </p:val>
                                        </p:tav>
                                      </p:tavLst>
                                    </p:anim>
                                    <p:anim calcmode="lin" valueType="num">
                                      <p:cBhvr additive="base">
                                        <p:cTn id="41" dur="500" fill="hold"/>
                                        <p:tgtEl>
                                          <p:spTgt spid="291899"/>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18" presetClass="entr" presetSubtype="6" fill="hold" grpId="0" nodeType="clickEffect">
                                  <p:stCondLst>
                                    <p:cond delay="0"/>
                                  </p:stCondLst>
                                  <p:childTnLst>
                                    <p:set>
                                      <p:cBhvr>
                                        <p:cTn id="45" dur="1" fill="hold">
                                          <p:stCondLst>
                                            <p:cond delay="0"/>
                                          </p:stCondLst>
                                        </p:cTn>
                                        <p:tgtEl>
                                          <p:spTgt spid="291910"/>
                                        </p:tgtEl>
                                        <p:attrNameLst>
                                          <p:attrName>style.visibility</p:attrName>
                                        </p:attrNameLst>
                                      </p:cBhvr>
                                      <p:to>
                                        <p:strVal val="visible"/>
                                      </p:to>
                                    </p:set>
                                    <p:animEffect transition="in" filter="strips(downRight)">
                                      <p:cBhvr>
                                        <p:cTn id="46" dur="500"/>
                                        <p:tgtEl>
                                          <p:spTgt spid="291910"/>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nodeType="clickEffect">
                                  <p:stCondLst>
                                    <p:cond delay="0"/>
                                  </p:stCondLst>
                                  <p:childTnLst>
                                    <p:set>
                                      <p:cBhvr>
                                        <p:cTn id="50" dur="1" fill="hold">
                                          <p:stCondLst>
                                            <p:cond delay="0"/>
                                          </p:stCondLst>
                                        </p:cTn>
                                        <p:tgtEl>
                                          <p:spTgt spid="291902"/>
                                        </p:tgtEl>
                                        <p:attrNameLst>
                                          <p:attrName>style.visibility</p:attrName>
                                        </p:attrNameLst>
                                      </p:cBhvr>
                                      <p:to>
                                        <p:strVal val="visible"/>
                                      </p:to>
                                    </p:set>
                                    <p:anim calcmode="lin" valueType="num">
                                      <p:cBhvr additive="base">
                                        <p:cTn id="51" dur="500" fill="hold"/>
                                        <p:tgtEl>
                                          <p:spTgt spid="291902"/>
                                        </p:tgtEl>
                                        <p:attrNameLst>
                                          <p:attrName>ppt_x</p:attrName>
                                        </p:attrNameLst>
                                      </p:cBhvr>
                                      <p:tavLst>
                                        <p:tav tm="0">
                                          <p:val>
                                            <p:strVal val="#ppt_x"/>
                                          </p:val>
                                        </p:tav>
                                        <p:tav tm="100000">
                                          <p:val>
                                            <p:strVal val="#ppt_x"/>
                                          </p:val>
                                        </p:tav>
                                      </p:tavLst>
                                    </p:anim>
                                    <p:anim calcmode="lin" valueType="num">
                                      <p:cBhvr additive="base">
                                        <p:cTn id="52" dur="500" fill="hold"/>
                                        <p:tgtEl>
                                          <p:spTgt spid="2919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908" grpId="0" animBg="1"/>
      <p:bldP spid="291909" grpId="0" animBg="1"/>
      <p:bldP spid="291910" grpId="0" animBg="1"/>
      <p:bldP spid="29191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Temel Politika İçeriği</a:t>
            </a:r>
          </a:p>
        </p:txBody>
      </p:sp>
      <p:sp>
        <p:nvSpPr>
          <p:cNvPr id="304131" name="Rectangle 3"/>
          <p:cNvSpPr>
            <a:spLocks noChangeArrowheads="1"/>
          </p:cNvSpPr>
          <p:nvPr/>
        </p:nvSpPr>
        <p:spPr bwMode="auto">
          <a:xfrm>
            <a:off x="539552" y="1447800"/>
            <a:ext cx="8208912" cy="449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a:spcBef>
                <a:spcPct val="100000"/>
              </a:spcBef>
              <a:buClr>
                <a:schemeClr val="tx1"/>
              </a:buClr>
              <a:buSzPct val="90000"/>
              <a:buFont typeface="Marlett" pitchFamily="2" charset="2"/>
              <a:buChar char="h"/>
              <a:defRPr/>
            </a:pPr>
            <a:r>
              <a:rPr lang="tr-TR" dirty="0"/>
              <a:t>Politika Hedefleri</a:t>
            </a:r>
          </a:p>
          <a:p>
            <a:pPr marL="342900" indent="-342900">
              <a:spcBef>
                <a:spcPct val="100000"/>
              </a:spcBef>
              <a:buClr>
                <a:schemeClr val="tx1"/>
              </a:buClr>
              <a:buSzPct val="90000"/>
              <a:buFont typeface="Marlett" pitchFamily="2" charset="2"/>
              <a:buChar char="h"/>
              <a:defRPr/>
            </a:pPr>
            <a:r>
              <a:rPr lang="tr-TR" dirty="0"/>
              <a:t>Politika Gereksinimleri</a:t>
            </a:r>
          </a:p>
          <a:p>
            <a:pPr marL="342900" indent="-342900">
              <a:spcBef>
                <a:spcPct val="100000"/>
              </a:spcBef>
              <a:buClr>
                <a:schemeClr val="tx1"/>
              </a:buClr>
              <a:buSzPct val="90000"/>
              <a:buFont typeface="Marlett" pitchFamily="2" charset="2"/>
              <a:buChar char="h"/>
              <a:defRPr/>
            </a:pPr>
            <a:r>
              <a:rPr lang="tr-TR" dirty="0"/>
              <a:t>Politika Kapsamı</a:t>
            </a:r>
          </a:p>
          <a:p>
            <a:pPr marL="342900" indent="-342900">
              <a:spcBef>
                <a:spcPct val="100000"/>
              </a:spcBef>
              <a:buClr>
                <a:schemeClr val="tx1"/>
              </a:buClr>
              <a:buSzPct val="90000"/>
              <a:buFont typeface="Marlett" pitchFamily="2" charset="2"/>
              <a:buChar char="h"/>
              <a:defRPr/>
            </a:pPr>
            <a:r>
              <a:rPr lang="tr-TR" dirty="0"/>
              <a:t>Kullanıcı Sorumlulukları</a:t>
            </a:r>
          </a:p>
          <a:p>
            <a:pPr marL="342900" indent="-342900">
              <a:spcBef>
                <a:spcPct val="100000"/>
              </a:spcBef>
              <a:buClr>
                <a:schemeClr val="tx1"/>
              </a:buClr>
              <a:buSzPct val="90000"/>
              <a:buFont typeface="Marlett" pitchFamily="2" charset="2"/>
              <a:buChar char="h"/>
              <a:defRPr/>
            </a:pPr>
            <a:r>
              <a:rPr lang="tr-TR" dirty="0"/>
              <a:t>Politika İhlali Durumunda Verilecek Cezalar</a:t>
            </a:r>
          </a:p>
        </p:txBody>
      </p:sp>
    </p:spTree>
    <p:extLst>
      <p:ext uri="{BB962C8B-B14F-4D97-AF65-F5344CB8AC3E}">
        <p14:creationId xmlns:p14="http://schemas.microsoft.com/office/powerpoint/2010/main" val="33268400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04131">
                                            <p:txEl>
                                              <p:pRg st="0" end="0"/>
                                            </p:txEl>
                                          </p:spTgt>
                                        </p:tgtEl>
                                        <p:attrNameLst>
                                          <p:attrName>style.visibility</p:attrName>
                                        </p:attrNameLst>
                                      </p:cBhvr>
                                      <p:to>
                                        <p:strVal val="visible"/>
                                      </p:to>
                                    </p:set>
                                    <p:anim calcmode="lin" valueType="num">
                                      <p:cBhvr additive="base">
                                        <p:cTn id="7" dur="500" fill="hold"/>
                                        <p:tgtEl>
                                          <p:spTgt spid="3041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4131">
                                            <p:txEl>
                                              <p:pRg st="0" end="0"/>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304131">
                                            <p:txEl>
                                              <p:pRg st="0" end="0"/>
                                            </p:txEl>
                                          </p:spTgt>
                                        </p:tgtEl>
                                        <p:attrNameLst>
                                          <p:attrName>ppt_c</p:attrName>
                                        </p:attrNameLst>
                                      </p:cBhvr>
                                      <p:to>
                                        <a:srgbClr val="66CCFF"/>
                                      </p:to>
                                    </p:animClr>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304131">
                                            <p:txEl>
                                              <p:pRg st="1" end="1"/>
                                            </p:txEl>
                                          </p:spTgt>
                                        </p:tgtEl>
                                        <p:attrNameLst>
                                          <p:attrName>style.visibility</p:attrName>
                                        </p:attrNameLst>
                                      </p:cBhvr>
                                      <p:to>
                                        <p:strVal val="visible"/>
                                      </p:to>
                                    </p:set>
                                    <p:anim calcmode="lin" valueType="num">
                                      <p:cBhvr additive="base">
                                        <p:cTn id="13" dur="500" fill="hold"/>
                                        <p:tgtEl>
                                          <p:spTgt spid="3041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4131">
                                            <p:txEl>
                                              <p:pRg st="1" end="1"/>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304131">
                                            <p:txEl>
                                              <p:pRg st="1" end="1"/>
                                            </p:txEl>
                                          </p:spTgt>
                                        </p:tgtEl>
                                        <p:attrNameLst>
                                          <p:attrName>ppt_c</p:attrName>
                                        </p:attrNameLst>
                                      </p:cBhvr>
                                      <p:to>
                                        <a:srgbClr val="66CCFF"/>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304131">
                                            <p:txEl>
                                              <p:pRg st="2" end="2"/>
                                            </p:txEl>
                                          </p:spTgt>
                                        </p:tgtEl>
                                        <p:attrNameLst>
                                          <p:attrName>style.visibility</p:attrName>
                                        </p:attrNameLst>
                                      </p:cBhvr>
                                      <p:to>
                                        <p:strVal val="visible"/>
                                      </p:to>
                                    </p:set>
                                    <p:anim calcmode="lin" valueType="num">
                                      <p:cBhvr additive="base">
                                        <p:cTn id="19" dur="500" fill="hold"/>
                                        <p:tgtEl>
                                          <p:spTgt spid="30413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4131">
                                            <p:txEl>
                                              <p:pRg st="2" end="2"/>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304131">
                                            <p:txEl>
                                              <p:pRg st="2" end="2"/>
                                            </p:txEl>
                                          </p:spTgt>
                                        </p:tgtEl>
                                        <p:attrNameLst>
                                          <p:attrName>ppt_c</p:attrName>
                                        </p:attrNameLst>
                                      </p:cBhvr>
                                      <p:to>
                                        <a:srgbClr val="66CCFF"/>
                                      </p:to>
                                    </p:animClr>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304131">
                                            <p:txEl>
                                              <p:pRg st="3" end="3"/>
                                            </p:txEl>
                                          </p:spTgt>
                                        </p:tgtEl>
                                        <p:attrNameLst>
                                          <p:attrName>style.visibility</p:attrName>
                                        </p:attrNameLst>
                                      </p:cBhvr>
                                      <p:to>
                                        <p:strVal val="visible"/>
                                      </p:to>
                                    </p:set>
                                    <p:anim calcmode="lin" valueType="num">
                                      <p:cBhvr additive="base">
                                        <p:cTn id="25" dur="500" fill="hold"/>
                                        <p:tgtEl>
                                          <p:spTgt spid="30413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04131">
                                            <p:txEl>
                                              <p:pRg st="3" end="3"/>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304131">
                                            <p:txEl>
                                              <p:pRg st="3" end="3"/>
                                            </p:txEl>
                                          </p:spTgt>
                                        </p:tgtEl>
                                        <p:attrNameLst>
                                          <p:attrName>ppt_c</p:attrName>
                                        </p:attrNameLst>
                                      </p:cBhvr>
                                      <p:to>
                                        <a:srgbClr val="66CCFF"/>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304131">
                                            <p:txEl>
                                              <p:pRg st="4" end="4"/>
                                            </p:txEl>
                                          </p:spTgt>
                                        </p:tgtEl>
                                        <p:attrNameLst>
                                          <p:attrName>style.visibility</p:attrName>
                                        </p:attrNameLst>
                                      </p:cBhvr>
                                      <p:to>
                                        <p:strVal val="visible"/>
                                      </p:to>
                                    </p:set>
                                    <p:anim calcmode="lin" valueType="num">
                                      <p:cBhvr additive="base">
                                        <p:cTn id="31" dur="500" fill="hold"/>
                                        <p:tgtEl>
                                          <p:spTgt spid="30413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04131">
                                            <p:txEl>
                                              <p:pRg st="4" end="4"/>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304131">
                                            <p:txEl>
                                              <p:pRg st="4" end="4"/>
                                            </p:txEl>
                                          </p:spTgt>
                                        </p:tgtEl>
                                        <p:attrNameLst>
                                          <p:attrName>ppt_c</p:attrName>
                                        </p:attrNameLst>
                                      </p:cBhvr>
                                      <p:to>
                                        <a:srgbClr val="66CCFF"/>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1"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Politika Hedefleri</a:t>
            </a:r>
          </a:p>
        </p:txBody>
      </p:sp>
      <p:sp>
        <p:nvSpPr>
          <p:cNvPr id="305156" name="Rectangle 4"/>
          <p:cNvSpPr>
            <a:spLocks noChangeArrowheads="1"/>
          </p:cNvSpPr>
          <p:nvPr/>
        </p:nvSpPr>
        <p:spPr bwMode="auto">
          <a:xfrm>
            <a:off x="609600" y="1219200"/>
            <a:ext cx="8153400" cy="495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a:lnSpc>
                <a:spcPct val="150000"/>
              </a:lnSpc>
              <a:spcBef>
                <a:spcPct val="100000"/>
              </a:spcBef>
              <a:buClr>
                <a:schemeClr val="tx1"/>
              </a:buClr>
              <a:buSzPct val="90000"/>
              <a:buFont typeface="Arial" pitchFamily="34" charset="0"/>
              <a:buChar char="•"/>
            </a:pPr>
            <a:r>
              <a:rPr lang="tr-TR" dirty="0" smtClean="0"/>
              <a:t>Kurumumuz bilgi sistemi değer varlıklarını bilgisayar saldırılarından korumak, </a:t>
            </a:r>
          </a:p>
          <a:p>
            <a:pPr marL="342900" indent="-342900">
              <a:lnSpc>
                <a:spcPct val="150000"/>
              </a:lnSpc>
              <a:spcBef>
                <a:spcPct val="100000"/>
              </a:spcBef>
              <a:buClr>
                <a:schemeClr val="tx1"/>
              </a:buClr>
              <a:buSzPct val="90000"/>
              <a:buFont typeface="Arial" pitchFamily="34" charset="0"/>
              <a:buChar char="•"/>
            </a:pPr>
            <a:r>
              <a:rPr lang="tr-TR" dirty="0" smtClean="0"/>
              <a:t>Bu tür saldırıların kurumumuza ve çalışanlarımıza verebileceği zararları asgariye indirmek ve</a:t>
            </a:r>
          </a:p>
          <a:p>
            <a:pPr marL="342900" indent="-342900">
              <a:lnSpc>
                <a:spcPct val="150000"/>
              </a:lnSpc>
              <a:spcBef>
                <a:spcPct val="100000"/>
              </a:spcBef>
              <a:buClr>
                <a:schemeClr val="tx1"/>
              </a:buClr>
              <a:buSzPct val="90000"/>
              <a:buFont typeface="Arial" pitchFamily="34" charset="0"/>
              <a:buChar char="•"/>
            </a:pPr>
            <a:r>
              <a:rPr lang="tr-TR" dirty="0" smtClean="0"/>
              <a:t>Anılan varlıkların anayasa, yasalar ve meslek ahlakı dahilinde kullanılmasını sağlamaktır.</a:t>
            </a:r>
            <a:endParaRPr lang="tr-TR" dirty="0"/>
          </a:p>
        </p:txBody>
      </p:sp>
    </p:spTree>
    <p:extLst>
      <p:ext uri="{BB962C8B-B14F-4D97-AF65-F5344CB8AC3E}">
        <p14:creationId xmlns:p14="http://schemas.microsoft.com/office/powerpoint/2010/main" val="11328703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5156">
                                            <p:txEl>
                                              <p:pRg st="0" end="0"/>
                                            </p:txEl>
                                          </p:spTgt>
                                        </p:tgtEl>
                                        <p:attrNameLst>
                                          <p:attrName>style.visibility</p:attrName>
                                        </p:attrNameLst>
                                      </p:cBhvr>
                                      <p:to>
                                        <p:strVal val="visible"/>
                                      </p:to>
                                    </p:set>
                                    <p:anim calcmode="lin" valueType="num">
                                      <p:cBhvr additive="base">
                                        <p:cTn id="7" dur="500" fill="hold"/>
                                        <p:tgtEl>
                                          <p:spTgt spid="30515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5156">
                                            <p:txEl>
                                              <p:pRg st="0" end="0"/>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305156">
                                            <p:txEl>
                                              <p:pRg st="0" end="0"/>
                                            </p:txEl>
                                          </p:spTgt>
                                        </p:tgtEl>
                                        <p:attrNameLst>
                                          <p:attrName>ppt_c</p:attrName>
                                        </p:attrNameLst>
                                      </p:cBhvr>
                                      <p:to>
                                        <a:srgbClr val="66CCFF"/>
                                      </p:to>
                                    </p:animClr>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5156">
                                            <p:txEl>
                                              <p:pRg st="1" end="1"/>
                                            </p:txEl>
                                          </p:spTgt>
                                        </p:tgtEl>
                                        <p:attrNameLst>
                                          <p:attrName>style.visibility</p:attrName>
                                        </p:attrNameLst>
                                      </p:cBhvr>
                                      <p:to>
                                        <p:strVal val="visible"/>
                                      </p:to>
                                    </p:set>
                                    <p:anim calcmode="lin" valueType="num">
                                      <p:cBhvr additive="base">
                                        <p:cTn id="13" dur="500" fill="hold"/>
                                        <p:tgtEl>
                                          <p:spTgt spid="30515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05156">
                                            <p:txEl>
                                              <p:pRg st="1" end="1"/>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305156">
                                            <p:txEl>
                                              <p:pRg st="1" end="1"/>
                                            </p:txEl>
                                          </p:spTgt>
                                        </p:tgtEl>
                                        <p:attrNameLst>
                                          <p:attrName>ppt_c</p:attrName>
                                        </p:attrNameLst>
                                      </p:cBhvr>
                                      <p:to>
                                        <a:srgbClr val="66CCFF"/>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05156">
                                            <p:txEl>
                                              <p:pRg st="2" end="2"/>
                                            </p:txEl>
                                          </p:spTgt>
                                        </p:tgtEl>
                                        <p:attrNameLst>
                                          <p:attrName>style.visibility</p:attrName>
                                        </p:attrNameLst>
                                      </p:cBhvr>
                                      <p:to>
                                        <p:strVal val="visible"/>
                                      </p:to>
                                    </p:set>
                                    <p:anim calcmode="lin" valueType="num">
                                      <p:cBhvr additive="base">
                                        <p:cTn id="19" dur="500" fill="hold"/>
                                        <p:tgtEl>
                                          <p:spTgt spid="30515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05156">
                                            <p:txEl>
                                              <p:pRg st="2" end="2"/>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305156">
                                            <p:txEl>
                                              <p:pRg st="2" end="2"/>
                                            </p:txEl>
                                          </p:spTgt>
                                        </p:tgtEl>
                                        <p:attrNameLst>
                                          <p:attrName>ppt_c</p:attrName>
                                        </p:attrNameLst>
                                      </p:cBhvr>
                                      <p:to>
                                        <a:srgbClr val="66CCFF"/>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6"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Politika Gereksinimleri</a:t>
            </a:r>
          </a:p>
        </p:txBody>
      </p:sp>
      <p:sp>
        <p:nvSpPr>
          <p:cNvPr id="282629" name="Rectangle 5"/>
          <p:cNvSpPr>
            <a:spLocks noChangeArrowheads="1"/>
          </p:cNvSpPr>
          <p:nvPr/>
        </p:nvSpPr>
        <p:spPr bwMode="auto">
          <a:xfrm>
            <a:off x="990600" y="1219200"/>
            <a:ext cx="7696200" cy="472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a:lnSpc>
                <a:spcPct val="150000"/>
              </a:lnSpc>
              <a:spcBef>
                <a:spcPct val="100000"/>
              </a:spcBef>
              <a:buClr>
                <a:schemeClr val="tx1"/>
              </a:buClr>
              <a:buSzPct val="90000"/>
              <a:buFont typeface="Arial" pitchFamily="34" charset="0"/>
              <a:buChar char="•"/>
            </a:pPr>
            <a:r>
              <a:rPr lang="tr-TR" dirty="0" smtClean="0"/>
              <a:t>Ö</a:t>
            </a:r>
            <a:r>
              <a:rPr lang="tr-TR" dirty="0" smtClean="0"/>
              <a:t>nlem, tespit, tepki ve güvence yaklaşımları güvenlik yönetim modeline uygun olmalıdır.</a:t>
            </a:r>
          </a:p>
          <a:p>
            <a:pPr marL="342900" indent="-342900">
              <a:lnSpc>
                <a:spcPct val="150000"/>
              </a:lnSpc>
              <a:spcBef>
                <a:spcPct val="100000"/>
              </a:spcBef>
              <a:buClr>
                <a:schemeClr val="tx1"/>
              </a:buClr>
              <a:buSzPct val="90000"/>
              <a:buFont typeface="Arial" pitchFamily="34" charset="0"/>
              <a:buChar char="•"/>
            </a:pPr>
            <a:r>
              <a:rPr lang="tr-TR" dirty="0" smtClean="0"/>
              <a:t>İlgili politikalar kurum çalışmalarını asgari düzeyde etkilemelidir.</a:t>
            </a:r>
          </a:p>
          <a:p>
            <a:pPr marL="342900" indent="-342900">
              <a:lnSpc>
                <a:spcPct val="150000"/>
              </a:lnSpc>
              <a:spcBef>
                <a:spcPct val="100000"/>
              </a:spcBef>
              <a:buClr>
                <a:schemeClr val="tx1"/>
              </a:buClr>
              <a:buSzPct val="90000"/>
              <a:buFont typeface="Arial" pitchFamily="34" charset="0"/>
              <a:buChar char="•"/>
            </a:pPr>
            <a:r>
              <a:rPr lang="tr-TR" dirty="0" smtClean="0"/>
              <a:t>Kurum yönetimi tarafından gerekli görülmeli ve gerekliliği çalışanlara anlatılmalıdır.</a:t>
            </a:r>
            <a:endParaRPr lang="tr-TR" dirty="0"/>
          </a:p>
        </p:txBody>
      </p:sp>
    </p:spTree>
    <p:extLst>
      <p:ext uri="{BB962C8B-B14F-4D97-AF65-F5344CB8AC3E}">
        <p14:creationId xmlns:p14="http://schemas.microsoft.com/office/powerpoint/2010/main" val="35155022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82629">
                                            <p:txEl>
                                              <p:pRg st="0" end="0"/>
                                            </p:txEl>
                                          </p:spTgt>
                                        </p:tgtEl>
                                        <p:attrNameLst>
                                          <p:attrName>style.visibility</p:attrName>
                                        </p:attrNameLst>
                                      </p:cBhvr>
                                      <p:to>
                                        <p:strVal val="visible"/>
                                      </p:to>
                                    </p:set>
                                    <p:anim calcmode="lin" valueType="num">
                                      <p:cBhvr additive="base">
                                        <p:cTn id="7" dur="500" fill="hold"/>
                                        <p:tgtEl>
                                          <p:spTgt spid="28262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82629">
                                            <p:txEl>
                                              <p:pRg st="0" end="0"/>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282629">
                                            <p:txEl>
                                              <p:pRg st="0" end="0"/>
                                            </p:txEl>
                                          </p:spTgt>
                                        </p:tgtEl>
                                        <p:attrNameLst>
                                          <p:attrName>ppt_c</p:attrName>
                                        </p:attrNameLst>
                                      </p:cBhvr>
                                      <p:to>
                                        <a:srgbClr val="66CCFF"/>
                                      </p:to>
                                    </p:animClr>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82629">
                                            <p:txEl>
                                              <p:pRg st="1" end="1"/>
                                            </p:txEl>
                                          </p:spTgt>
                                        </p:tgtEl>
                                        <p:attrNameLst>
                                          <p:attrName>style.visibility</p:attrName>
                                        </p:attrNameLst>
                                      </p:cBhvr>
                                      <p:to>
                                        <p:strVal val="visible"/>
                                      </p:to>
                                    </p:set>
                                    <p:anim calcmode="lin" valueType="num">
                                      <p:cBhvr additive="base">
                                        <p:cTn id="13" dur="500" fill="hold"/>
                                        <p:tgtEl>
                                          <p:spTgt spid="28262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82629">
                                            <p:txEl>
                                              <p:pRg st="1" end="1"/>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282629">
                                            <p:txEl>
                                              <p:pRg st="1" end="1"/>
                                            </p:txEl>
                                          </p:spTgt>
                                        </p:tgtEl>
                                        <p:attrNameLst>
                                          <p:attrName>ppt_c</p:attrName>
                                        </p:attrNameLst>
                                      </p:cBhvr>
                                      <p:to>
                                        <a:srgbClr val="66CCFF"/>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82629">
                                            <p:txEl>
                                              <p:pRg st="2" end="2"/>
                                            </p:txEl>
                                          </p:spTgt>
                                        </p:tgtEl>
                                        <p:attrNameLst>
                                          <p:attrName>style.visibility</p:attrName>
                                        </p:attrNameLst>
                                      </p:cBhvr>
                                      <p:to>
                                        <p:strVal val="visible"/>
                                      </p:to>
                                    </p:set>
                                    <p:anim calcmode="lin" valueType="num">
                                      <p:cBhvr additive="base">
                                        <p:cTn id="19" dur="500" fill="hold"/>
                                        <p:tgtEl>
                                          <p:spTgt spid="28262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82629">
                                            <p:txEl>
                                              <p:pRg st="2" end="2"/>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282629">
                                            <p:txEl>
                                              <p:pRg st="2" end="2"/>
                                            </p:txEl>
                                          </p:spTgt>
                                        </p:tgtEl>
                                        <p:attrNameLst>
                                          <p:attrName>ppt_c</p:attrName>
                                        </p:attrNameLst>
                                      </p:cBhvr>
                                      <p:to>
                                        <a:srgbClr val="66CCFF"/>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29"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Politika Gereksinimleri</a:t>
            </a:r>
          </a:p>
        </p:txBody>
      </p:sp>
      <p:sp>
        <p:nvSpPr>
          <p:cNvPr id="307204" name="Rectangle 4"/>
          <p:cNvSpPr>
            <a:spLocks noChangeArrowheads="1"/>
          </p:cNvSpPr>
          <p:nvPr/>
        </p:nvSpPr>
        <p:spPr bwMode="auto">
          <a:xfrm>
            <a:off x="467544" y="1219200"/>
            <a:ext cx="8295456" cy="487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a:spcBef>
                <a:spcPct val="100000"/>
              </a:spcBef>
              <a:buClr>
                <a:schemeClr val="tx1"/>
              </a:buClr>
              <a:buSzPct val="90000"/>
              <a:buFont typeface="Marlett" pitchFamily="2" charset="2"/>
              <a:buNone/>
            </a:pPr>
            <a:r>
              <a:rPr lang="tr-TR" smtClean="0"/>
              <a:t>İlgili politikalara ait prosedürler / mekanizmalar ;</a:t>
            </a:r>
          </a:p>
          <a:p>
            <a:pPr marL="342900" indent="-342900">
              <a:spcBef>
                <a:spcPct val="100000"/>
              </a:spcBef>
              <a:buClr>
                <a:schemeClr val="tx1"/>
              </a:buClr>
              <a:buSzPct val="90000"/>
              <a:buFont typeface="Marlett" pitchFamily="2" charset="2"/>
              <a:buChar char="h"/>
            </a:pPr>
            <a:r>
              <a:rPr lang="tr-TR" smtClean="0"/>
              <a:t>Diğerlerinden etkilenmemelidir.</a:t>
            </a:r>
          </a:p>
          <a:p>
            <a:pPr marL="342900" indent="-342900">
              <a:spcBef>
                <a:spcPct val="100000"/>
              </a:spcBef>
              <a:buClr>
                <a:schemeClr val="tx1"/>
              </a:buClr>
              <a:buSzPct val="90000"/>
              <a:buFont typeface="Marlett" pitchFamily="2" charset="2"/>
              <a:buChar char="h"/>
            </a:pPr>
            <a:r>
              <a:rPr lang="tr-TR" smtClean="0"/>
              <a:t>Değişiklere uyum gösterebilmelidir.</a:t>
            </a:r>
          </a:p>
          <a:p>
            <a:pPr marL="342900" indent="-342900">
              <a:spcBef>
                <a:spcPct val="100000"/>
              </a:spcBef>
              <a:buClr>
                <a:schemeClr val="tx1"/>
              </a:buClr>
              <a:buSzPct val="90000"/>
              <a:buFont typeface="Marlett" pitchFamily="2" charset="2"/>
              <a:buChar char="h"/>
            </a:pPr>
            <a:r>
              <a:rPr lang="tr-TR" smtClean="0"/>
              <a:t>Hata toleransına sahip olmalıdır.</a:t>
            </a:r>
          </a:p>
          <a:p>
            <a:pPr marL="342900" indent="-342900">
              <a:spcBef>
                <a:spcPct val="100000"/>
              </a:spcBef>
              <a:buClr>
                <a:schemeClr val="tx1"/>
              </a:buClr>
              <a:buSzPct val="90000"/>
              <a:buFont typeface="Marlett" pitchFamily="2" charset="2"/>
              <a:buChar char="h"/>
            </a:pPr>
            <a:r>
              <a:rPr lang="tr-TR" smtClean="0"/>
              <a:t>Farklı kaynaklardan bilgi toplayabilmelidir.</a:t>
            </a:r>
          </a:p>
          <a:p>
            <a:pPr marL="342900" indent="-342900">
              <a:spcBef>
                <a:spcPct val="100000"/>
              </a:spcBef>
              <a:buClr>
                <a:schemeClr val="tx1"/>
              </a:buClr>
              <a:buSzPct val="90000"/>
              <a:buFont typeface="Marlett" pitchFamily="2" charset="2"/>
              <a:buChar char="h"/>
            </a:pPr>
            <a:r>
              <a:rPr lang="tr-TR" smtClean="0"/>
              <a:t>Asgari insan etkileşimi ile çalışabilmelidir.</a:t>
            </a:r>
            <a:endParaRPr lang="tr-TR"/>
          </a:p>
        </p:txBody>
      </p:sp>
    </p:spTree>
    <p:extLst>
      <p:ext uri="{BB962C8B-B14F-4D97-AF65-F5344CB8AC3E}">
        <p14:creationId xmlns:p14="http://schemas.microsoft.com/office/powerpoint/2010/main" val="21858235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204">
                                            <p:txEl>
                                              <p:pRg st="0" end="0"/>
                                            </p:txEl>
                                          </p:spTgt>
                                        </p:tgtEl>
                                        <p:attrNameLst>
                                          <p:attrName>style.visibility</p:attrName>
                                        </p:attrNameLst>
                                      </p:cBhvr>
                                      <p:to>
                                        <p:strVal val="visible"/>
                                      </p:to>
                                    </p:set>
                                    <p:anim calcmode="lin" valueType="num">
                                      <p:cBhvr additive="base">
                                        <p:cTn id="7" dur="500" fill="hold"/>
                                        <p:tgtEl>
                                          <p:spTgt spid="30720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204">
                                            <p:txEl>
                                              <p:pRg st="0" end="0"/>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07204">
                                            <p:txEl>
                                              <p:pRg st="0" end="0"/>
                                            </p:txEl>
                                          </p:spTgt>
                                        </p:tgtEl>
                                        <p:attrNameLst>
                                          <p:attrName>ppt_c</p:attrName>
                                        </p:attrNameLst>
                                      </p:cBhvr>
                                      <p:to>
                                        <a:srgbClr val="66CCFF"/>
                                      </p:to>
                                    </p:animClr>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7204">
                                            <p:txEl>
                                              <p:pRg st="1" end="1"/>
                                            </p:txEl>
                                          </p:spTgt>
                                        </p:tgtEl>
                                        <p:attrNameLst>
                                          <p:attrName>style.visibility</p:attrName>
                                        </p:attrNameLst>
                                      </p:cBhvr>
                                      <p:to>
                                        <p:strVal val="visible"/>
                                      </p:to>
                                    </p:set>
                                    <p:anim calcmode="lin" valueType="num">
                                      <p:cBhvr additive="base">
                                        <p:cTn id="13" dur="500" fill="hold"/>
                                        <p:tgtEl>
                                          <p:spTgt spid="30720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7204">
                                            <p:txEl>
                                              <p:pRg st="1" end="1"/>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07204">
                                            <p:txEl>
                                              <p:pRg st="1" end="1"/>
                                            </p:txEl>
                                          </p:spTgt>
                                        </p:tgtEl>
                                        <p:attrNameLst>
                                          <p:attrName>ppt_c</p:attrName>
                                        </p:attrNameLst>
                                      </p:cBhvr>
                                      <p:to>
                                        <a:srgbClr val="66CCFF"/>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07204">
                                            <p:txEl>
                                              <p:pRg st="2" end="2"/>
                                            </p:txEl>
                                          </p:spTgt>
                                        </p:tgtEl>
                                        <p:attrNameLst>
                                          <p:attrName>style.visibility</p:attrName>
                                        </p:attrNameLst>
                                      </p:cBhvr>
                                      <p:to>
                                        <p:strVal val="visible"/>
                                      </p:to>
                                    </p:set>
                                    <p:anim calcmode="lin" valueType="num">
                                      <p:cBhvr additive="base">
                                        <p:cTn id="19" dur="500" fill="hold"/>
                                        <p:tgtEl>
                                          <p:spTgt spid="30720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7204">
                                            <p:txEl>
                                              <p:pRg st="2" end="2"/>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07204">
                                            <p:txEl>
                                              <p:pRg st="2" end="2"/>
                                            </p:txEl>
                                          </p:spTgt>
                                        </p:tgtEl>
                                        <p:attrNameLst>
                                          <p:attrName>ppt_c</p:attrName>
                                        </p:attrNameLst>
                                      </p:cBhvr>
                                      <p:to>
                                        <a:srgbClr val="66CCFF"/>
                                      </p:to>
                                    </p:animClr>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07204">
                                            <p:txEl>
                                              <p:pRg st="3" end="3"/>
                                            </p:txEl>
                                          </p:spTgt>
                                        </p:tgtEl>
                                        <p:attrNameLst>
                                          <p:attrName>style.visibility</p:attrName>
                                        </p:attrNameLst>
                                      </p:cBhvr>
                                      <p:to>
                                        <p:strVal val="visible"/>
                                      </p:to>
                                    </p:set>
                                    <p:anim calcmode="lin" valueType="num">
                                      <p:cBhvr additive="base">
                                        <p:cTn id="25" dur="500" fill="hold"/>
                                        <p:tgtEl>
                                          <p:spTgt spid="30720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07204">
                                            <p:txEl>
                                              <p:pRg st="3" end="3"/>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07204">
                                            <p:txEl>
                                              <p:pRg st="3" end="3"/>
                                            </p:txEl>
                                          </p:spTgt>
                                        </p:tgtEl>
                                        <p:attrNameLst>
                                          <p:attrName>ppt_c</p:attrName>
                                        </p:attrNameLst>
                                      </p:cBhvr>
                                      <p:to>
                                        <a:srgbClr val="66CCFF"/>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07204">
                                            <p:txEl>
                                              <p:pRg st="4" end="4"/>
                                            </p:txEl>
                                          </p:spTgt>
                                        </p:tgtEl>
                                        <p:attrNameLst>
                                          <p:attrName>style.visibility</p:attrName>
                                        </p:attrNameLst>
                                      </p:cBhvr>
                                      <p:to>
                                        <p:strVal val="visible"/>
                                      </p:to>
                                    </p:set>
                                    <p:anim calcmode="lin" valueType="num">
                                      <p:cBhvr additive="base">
                                        <p:cTn id="31" dur="500" fill="hold"/>
                                        <p:tgtEl>
                                          <p:spTgt spid="30720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07204">
                                            <p:txEl>
                                              <p:pRg st="4" end="4"/>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07204">
                                            <p:txEl>
                                              <p:pRg st="4" end="4"/>
                                            </p:txEl>
                                          </p:spTgt>
                                        </p:tgtEl>
                                        <p:attrNameLst>
                                          <p:attrName>ppt_c</p:attrName>
                                        </p:attrNameLst>
                                      </p:cBhvr>
                                      <p:to>
                                        <a:srgbClr val="66CCFF"/>
                                      </p:to>
                                    </p:animClr>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07204">
                                            <p:txEl>
                                              <p:pRg st="5" end="5"/>
                                            </p:txEl>
                                          </p:spTgt>
                                        </p:tgtEl>
                                        <p:attrNameLst>
                                          <p:attrName>style.visibility</p:attrName>
                                        </p:attrNameLst>
                                      </p:cBhvr>
                                      <p:to>
                                        <p:strVal val="visible"/>
                                      </p:to>
                                    </p:set>
                                    <p:anim calcmode="lin" valueType="num">
                                      <p:cBhvr additive="base">
                                        <p:cTn id="37" dur="500" fill="hold"/>
                                        <p:tgtEl>
                                          <p:spTgt spid="30720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07204">
                                            <p:txEl>
                                              <p:pRg st="5" end="5"/>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07204">
                                            <p:txEl>
                                              <p:pRg st="5" end="5"/>
                                            </p:txEl>
                                          </p:spTgt>
                                        </p:tgtEl>
                                        <p:attrNameLst>
                                          <p:attrName>ppt_c</p:attrName>
                                        </p:attrNameLst>
                                      </p:cBhvr>
                                      <p:to>
                                        <a:srgbClr val="66CCFF"/>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04"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Politika Kapsamı</a:t>
            </a:r>
          </a:p>
        </p:txBody>
      </p:sp>
      <p:sp>
        <p:nvSpPr>
          <p:cNvPr id="306180" name="Rectangle 4"/>
          <p:cNvSpPr>
            <a:spLocks noChangeArrowheads="1"/>
          </p:cNvSpPr>
          <p:nvPr/>
        </p:nvSpPr>
        <p:spPr bwMode="auto">
          <a:xfrm>
            <a:off x="838200" y="1600200"/>
            <a:ext cx="7924800" cy="457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a:spcBef>
                <a:spcPct val="100000"/>
              </a:spcBef>
              <a:buClr>
                <a:schemeClr val="tx1"/>
              </a:buClr>
              <a:buSzPct val="90000"/>
              <a:buFont typeface="Arial" pitchFamily="34" charset="0"/>
              <a:buChar char="•"/>
              <a:defRPr/>
            </a:pPr>
            <a:r>
              <a:rPr lang="tr-TR" dirty="0" smtClean="0"/>
              <a:t>Kurumumuz bilgisayar sistemi kullanıcıları ile kurumumuz bilgisayar sistemini herhangi bir şekilde kullanmak isteyenleri kapsar ve  anılan kişilerin bilgisayar sistemi ilgili doğrudan ve dolaylı tüm etkinliklerini içerir.</a:t>
            </a:r>
            <a:endParaRPr lang="tr-TR" dirty="0"/>
          </a:p>
        </p:txBody>
      </p:sp>
    </p:spTree>
    <p:extLst>
      <p:ext uri="{BB962C8B-B14F-4D97-AF65-F5344CB8AC3E}">
        <p14:creationId xmlns:p14="http://schemas.microsoft.com/office/powerpoint/2010/main" val="22528527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306180">
                                            <p:txEl>
                                              <p:pRg st="0" end="0"/>
                                            </p:txEl>
                                          </p:spTgt>
                                        </p:tgtEl>
                                        <p:attrNameLst>
                                          <p:attrName>style.visibility</p:attrName>
                                        </p:attrNameLst>
                                      </p:cBhvr>
                                      <p:to>
                                        <p:strVal val="visible"/>
                                      </p:to>
                                    </p:set>
                                    <p:anim calcmode="lin" valueType="num">
                                      <p:cBhvr additive="base">
                                        <p:cTn id="7" dur="500" fill="hold"/>
                                        <p:tgtEl>
                                          <p:spTgt spid="3061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6180">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Politika Sorumlulukları</a:t>
            </a:r>
          </a:p>
        </p:txBody>
      </p:sp>
      <p:sp>
        <p:nvSpPr>
          <p:cNvPr id="308228" name="Rectangle 4"/>
          <p:cNvSpPr>
            <a:spLocks noChangeArrowheads="1"/>
          </p:cNvSpPr>
          <p:nvPr/>
        </p:nvSpPr>
        <p:spPr bwMode="auto">
          <a:xfrm>
            <a:off x="539750" y="1284288"/>
            <a:ext cx="8305800" cy="495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a:spcBef>
                <a:spcPct val="100000"/>
              </a:spcBef>
              <a:buClr>
                <a:schemeClr val="tx1"/>
              </a:buClr>
              <a:buSzPct val="90000"/>
              <a:buFont typeface="Marlett" pitchFamily="2" charset="2"/>
              <a:buNone/>
            </a:pPr>
            <a:r>
              <a:rPr lang="en-AU"/>
              <a:t>Kullanıcılar ;</a:t>
            </a:r>
          </a:p>
          <a:p>
            <a:pPr marL="342900" indent="-342900">
              <a:spcBef>
                <a:spcPct val="100000"/>
              </a:spcBef>
              <a:buClr>
                <a:schemeClr val="tx1"/>
              </a:buClr>
              <a:buSzPct val="90000"/>
              <a:buFont typeface="Marlett" pitchFamily="2" charset="2"/>
              <a:buChar char="h"/>
            </a:pPr>
            <a:r>
              <a:rPr lang="tr-TR"/>
              <a:t>Bilgi Güvenliği</a:t>
            </a:r>
            <a:r>
              <a:rPr lang="en-AU"/>
              <a:t> Politikası'na uymakla </a:t>
            </a:r>
            <a:r>
              <a:rPr lang="tr-TR"/>
              <a:t>yükümlüdü</a:t>
            </a:r>
            <a:r>
              <a:rPr lang="en-AU"/>
              <a:t>r.</a:t>
            </a:r>
          </a:p>
          <a:p>
            <a:pPr marL="342900" indent="-342900">
              <a:spcBef>
                <a:spcPct val="100000"/>
              </a:spcBef>
              <a:buClr>
                <a:schemeClr val="tx1"/>
              </a:buClr>
              <a:buSzPct val="90000"/>
              <a:buFont typeface="Marlett" pitchFamily="2" charset="2"/>
              <a:buChar char="h"/>
            </a:pPr>
            <a:r>
              <a:rPr lang="en-AU"/>
              <a:t>Sergiledikleri etkinliklerden ve sonuçlarından sorumludur.</a:t>
            </a:r>
          </a:p>
          <a:p>
            <a:pPr marL="342900" indent="-342900">
              <a:spcBef>
                <a:spcPct val="100000"/>
              </a:spcBef>
              <a:buClr>
                <a:schemeClr val="tx1"/>
              </a:buClr>
              <a:buSzPct val="90000"/>
              <a:buFont typeface="Marlett" pitchFamily="2" charset="2"/>
              <a:buChar char="h"/>
            </a:pPr>
            <a:r>
              <a:rPr lang="en-AU"/>
              <a:t>Sorumluluklarının gereğini en hızlı ve en doğru şekilde yerine getirmelidir. </a:t>
            </a:r>
          </a:p>
          <a:p>
            <a:pPr marL="342900" indent="-342900">
              <a:spcBef>
                <a:spcPct val="100000"/>
              </a:spcBef>
              <a:buClr>
                <a:schemeClr val="tx1"/>
              </a:buClr>
              <a:buSzPct val="90000"/>
              <a:buFont typeface="Marlett" pitchFamily="2" charset="2"/>
              <a:buChar char="h"/>
            </a:pPr>
            <a:r>
              <a:rPr lang="en-AU"/>
              <a:t>Politika ile ilgili varsayımlarda bulunmamalıdır.</a:t>
            </a:r>
          </a:p>
        </p:txBody>
      </p:sp>
    </p:spTree>
    <p:extLst>
      <p:ext uri="{BB962C8B-B14F-4D97-AF65-F5344CB8AC3E}">
        <p14:creationId xmlns:p14="http://schemas.microsoft.com/office/powerpoint/2010/main" val="32822614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308228">
                                            <p:txEl>
                                              <p:pRg st="0" end="0"/>
                                            </p:txEl>
                                          </p:spTgt>
                                        </p:tgtEl>
                                        <p:attrNameLst>
                                          <p:attrName>style.visibility</p:attrName>
                                        </p:attrNameLst>
                                      </p:cBhvr>
                                      <p:to>
                                        <p:strVal val="visible"/>
                                      </p:to>
                                    </p:set>
                                    <p:anim calcmode="lin" valueType="num">
                                      <p:cBhvr additive="base">
                                        <p:cTn id="7" dur="500" fill="hold"/>
                                        <p:tgtEl>
                                          <p:spTgt spid="30822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8228">
                                            <p:txEl>
                                              <p:pRg st="0" end="0"/>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08228">
                                            <p:txEl>
                                              <p:pRg st="0" end="0"/>
                                            </p:txEl>
                                          </p:spTgt>
                                        </p:tgtEl>
                                        <p:attrNameLst>
                                          <p:attrName>ppt_c</p:attrName>
                                        </p:attrNameLst>
                                      </p:cBhvr>
                                      <p:to>
                                        <a:srgbClr val="66CCFF"/>
                                      </p:to>
                                    </p:animClr>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2" fill="hold" grpId="0" nodeType="clickEffect">
                                  <p:stCondLst>
                                    <p:cond delay="0"/>
                                  </p:stCondLst>
                                  <p:childTnLst>
                                    <p:set>
                                      <p:cBhvr>
                                        <p:cTn id="12" dur="1" fill="hold">
                                          <p:stCondLst>
                                            <p:cond delay="0"/>
                                          </p:stCondLst>
                                        </p:cTn>
                                        <p:tgtEl>
                                          <p:spTgt spid="308228">
                                            <p:txEl>
                                              <p:pRg st="1" end="1"/>
                                            </p:txEl>
                                          </p:spTgt>
                                        </p:tgtEl>
                                        <p:attrNameLst>
                                          <p:attrName>style.visibility</p:attrName>
                                        </p:attrNameLst>
                                      </p:cBhvr>
                                      <p:to>
                                        <p:strVal val="visible"/>
                                      </p:to>
                                    </p:set>
                                    <p:anim calcmode="lin" valueType="num">
                                      <p:cBhvr additive="base">
                                        <p:cTn id="13" dur="500" fill="hold"/>
                                        <p:tgtEl>
                                          <p:spTgt spid="30822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08228">
                                            <p:txEl>
                                              <p:pRg st="1" end="1"/>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08228">
                                            <p:txEl>
                                              <p:pRg st="1" end="1"/>
                                            </p:txEl>
                                          </p:spTgt>
                                        </p:tgtEl>
                                        <p:attrNameLst>
                                          <p:attrName>ppt_c</p:attrName>
                                        </p:attrNameLst>
                                      </p:cBhvr>
                                      <p:to>
                                        <a:srgbClr val="66CCFF"/>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2" fill="hold" grpId="0" nodeType="clickEffect">
                                  <p:stCondLst>
                                    <p:cond delay="0"/>
                                  </p:stCondLst>
                                  <p:childTnLst>
                                    <p:set>
                                      <p:cBhvr>
                                        <p:cTn id="18" dur="1" fill="hold">
                                          <p:stCondLst>
                                            <p:cond delay="0"/>
                                          </p:stCondLst>
                                        </p:cTn>
                                        <p:tgtEl>
                                          <p:spTgt spid="308228">
                                            <p:txEl>
                                              <p:pRg st="2" end="2"/>
                                            </p:txEl>
                                          </p:spTgt>
                                        </p:tgtEl>
                                        <p:attrNameLst>
                                          <p:attrName>style.visibility</p:attrName>
                                        </p:attrNameLst>
                                      </p:cBhvr>
                                      <p:to>
                                        <p:strVal val="visible"/>
                                      </p:to>
                                    </p:set>
                                    <p:anim calcmode="lin" valueType="num">
                                      <p:cBhvr additive="base">
                                        <p:cTn id="19" dur="500" fill="hold"/>
                                        <p:tgtEl>
                                          <p:spTgt spid="30822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08228">
                                            <p:txEl>
                                              <p:pRg st="2" end="2"/>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08228">
                                            <p:txEl>
                                              <p:pRg st="2" end="2"/>
                                            </p:txEl>
                                          </p:spTgt>
                                        </p:tgtEl>
                                        <p:attrNameLst>
                                          <p:attrName>ppt_c</p:attrName>
                                        </p:attrNameLst>
                                      </p:cBhvr>
                                      <p:to>
                                        <a:srgbClr val="66CCFF"/>
                                      </p:to>
                                    </p:animClr>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12" fill="hold" grpId="0" nodeType="clickEffect">
                                  <p:stCondLst>
                                    <p:cond delay="0"/>
                                  </p:stCondLst>
                                  <p:childTnLst>
                                    <p:set>
                                      <p:cBhvr>
                                        <p:cTn id="24" dur="1" fill="hold">
                                          <p:stCondLst>
                                            <p:cond delay="0"/>
                                          </p:stCondLst>
                                        </p:cTn>
                                        <p:tgtEl>
                                          <p:spTgt spid="308228">
                                            <p:txEl>
                                              <p:pRg st="3" end="3"/>
                                            </p:txEl>
                                          </p:spTgt>
                                        </p:tgtEl>
                                        <p:attrNameLst>
                                          <p:attrName>style.visibility</p:attrName>
                                        </p:attrNameLst>
                                      </p:cBhvr>
                                      <p:to>
                                        <p:strVal val="visible"/>
                                      </p:to>
                                    </p:set>
                                    <p:anim calcmode="lin" valueType="num">
                                      <p:cBhvr additive="base">
                                        <p:cTn id="25" dur="500" fill="hold"/>
                                        <p:tgtEl>
                                          <p:spTgt spid="30822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08228">
                                            <p:txEl>
                                              <p:pRg st="3" end="3"/>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08228">
                                            <p:txEl>
                                              <p:pRg st="3" end="3"/>
                                            </p:txEl>
                                          </p:spTgt>
                                        </p:tgtEl>
                                        <p:attrNameLst>
                                          <p:attrName>ppt_c</p:attrName>
                                        </p:attrNameLst>
                                      </p:cBhvr>
                                      <p:to>
                                        <a:srgbClr val="66CCFF"/>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12" fill="hold" grpId="0" nodeType="clickEffect">
                                  <p:stCondLst>
                                    <p:cond delay="0"/>
                                  </p:stCondLst>
                                  <p:childTnLst>
                                    <p:set>
                                      <p:cBhvr>
                                        <p:cTn id="30" dur="1" fill="hold">
                                          <p:stCondLst>
                                            <p:cond delay="0"/>
                                          </p:stCondLst>
                                        </p:cTn>
                                        <p:tgtEl>
                                          <p:spTgt spid="308228">
                                            <p:txEl>
                                              <p:pRg st="4" end="4"/>
                                            </p:txEl>
                                          </p:spTgt>
                                        </p:tgtEl>
                                        <p:attrNameLst>
                                          <p:attrName>style.visibility</p:attrName>
                                        </p:attrNameLst>
                                      </p:cBhvr>
                                      <p:to>
                                        <p:strVal val="visible"/>
                                      </p:to>
                                    </p:set>
                                    <p:anim calcmode="lin" valueType="num">
                                      <p:cBhvr additive="base">
                                        <p:cTn id="31" dur="500" fill="hold"/>
                                        <p:tgtEl>
                                          <p:spTgt spid="308228">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08228">
                                            <p:txEl>
                                              <p:pRg st="4" end="4"/>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08228">
                                            <p:txEl>
                                              <p:pRg st="4" end="4"/>
                                            </p:txEl>
                                          </p:spTgt>
                                        </p:tgtEl>
                                        <p:attrNameLst>
                                          <p:attrName>ppt_c</p:attrName>
                                        </p:attrNameLst>
                                      </p:cBhvr>
                                      <p:to>
                                        <a:srgbClr val="66CCFF"/>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28"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Politika Sorumlulukları</a:t>
            </a:r>
          </a:p>
        </p:txBody>
      </p:sp>
      <p:sp>
        <p:nvSpPr>
          <p:cNvPr id="315396" name="Rectangle 4"/>
          <p:cNvSpPr>
            <a:spLocks noChangeArrowheads="1"/>
          </p:cNvSpPr>
          <p:nvPr/>
        </p:nvSpPr>
        <p:spPr bwMode="auto">
          <a:xfrm>
            <a:off x="1403350" y="1295400"/>
            <a:ext cx="6769100" cy="487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a:spcBef>
                <a:spcPct val="20000"/>
              </a:spcBef>
              <a:buClr>
                <a:schemeClr val="tx1"/>
              </a:buClr>
              <a:buSzPct val="90000"/>
              <a:buFont typeface="Marlett" pitchFamily="2" charset="2"/>
              <a:buNone/>
              <a:defRPr/>
            </a:pPr>
            <a:r>
              <a:rPr lang="tr-TR" b="1" dirty="0"/>
              <a:t>Son Kullanıcı Sorumlulukları</a:t>
            </a:r>
          </a:p>
          <a:p>
            <a:pPr marL="742950" lvl="1" indent="-285750">
              <a:spcBef>
                <a:spcPct val="50000"/>
              </a:spcBef>
              <a:buClr>
                <a:schemeClr val="tx1"/>
              </a:buClr>
              <a:buFontTx/>
              <a:buChar char="•"/>
              <a:defRPr/>
            </a:pPr>
            <a:r>
              <a:rPr lang="tr-TR" dirty="0"/>
              <a:t>Genel sorumluluklar</a:t>
            </a:r>
          </a:p>
          <a:p>
            <a:pPr marL="742950" lvl="1" indent="-285750">
              <a:spcBef>
                <a:spcPct val="50000"/>
              </a:spcBef>
              <a:buClr>
                <a:schemeClr val="tx1"/>
              </a:buClr>
              <a:buFontTx/>
              <a:buChar char="•"/>
              <a:defRPr/>
            </a:pPr>
            <a:r>
              <a:rPr lang="tr-TR" dirty="0"/>
              <a:t>Gözlem ve müdahale sorumlulukları</a:t>
            </a:r>
          </a:p>
          <a:p>
            <a:pPr marL="742950" lvl="1" indent="-285750">
              <a:spcBef>
                <a:spcPct val="50000"/>
              </a:spcBef>
              <a:buClr>
                <a:schemeClr val="tx1"/>
              </a:buClr>
              <a:buFontTx/>
              <a:buChar char="•"/>
              <a:defRPr/>
            </a:pPr>
            <a:r>
              <a:rPr lang="tr-TR" dirty="0"/>
              <a:t>Bildirim sorumlulukları</a:t>
            </a:r>
          </a:p>
          <a:p>
            <a:pPr marL="342900" indent="-342900">
              <a:spcBef>
                <a:spcPct val="80000"/>
              </a:spcBef>
              <a:buClr>
                <a:schemeClr val="tx1"/>
              </a:buClr>
              <a:buSzPct val="90000"/>
              <a:buFont typeface="Marlett" pitchFamily="2" charset="2"/>
              <a:buNone/>
              <a:defRPr/>
            </a:pPr>
            <a:r>
              <a:rPr lang="tr-TR" b="1" dirty="0"/>
              <a:t>Yönetici Sorumlulukları</a:t>
            </a:r>
          </a:p>
          <a:p>
            <a:pPr marL="742950" lvl="1" indent="-285750">
              <a:spcBef>
                <a:spcPct val="50000"/>
              </a:spcBef>
              <a:buClr>
                <a:schemeClr val="tx1"/>
              </a:buClr>
              <a:buFontTx/>
              <a:buChar char="•"/>
              <a:defRPr/>
            </a:pPr>
            <a:r>
              <a:rPr lang="tr-TR" dirty="0"/>
              <a:t>Uygulatma sorumlulukları</a:t>
            </a:r>
          </a:p>
          <a:p>
            <a:pPr marL="742950" lvl="1" indent="-285750">
              <a:spcBef>
                <a:spcPct val="50000"/>
              </a:spcBef>
              <a:buClr>
                <a:schemeClr val="tx1"/>
              </a:buClr>
              <a:buFontTx/>
              <a:buChar char="•"/>
              <a:defRPr/>
            </a:pPr>
            <a:r>
              <a:rPr lang="tr-TR" dirty="0"/>
              <a:t>Eğitim sorumlulukları</a:t>
            </a:r>
          </a:p>
        </p:txBody>
      </p:sp>
    </p:spTree>
    <p:extLst>
      <p:ext uri="{BB962C8B-B14F-4D97-AF65-F5344CB8AC3E}">
        <p14:creationId xmlns:p14="http://schemas.microsoft.com/office/powerpoint/2010/main" val="31617854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15396">
                                            <p:txEl>
                                              <p:pRg st="0" end="0"/>
                                            </p:txEl>
                                          </p:spTgt>
                                        </p:tgtEl>
                                        <p:attrNameLst>
                                          <p:attrName>style.visibility</p:attrName>
                                        </p:attrNameLst>
                                      </p:cBhvr>
                                      <p:to>
                                        <p:strVal val="visible"/>
                                      </p:to>
                                    </p:set>
                                    <p:anim calcmode="lin" valueType="num">
                                      <p:cBhvr additive="base">
                                        <p:cTn id="7" dur="500" fill="hold"/>
                                        <p:tgtEl>
                                          <p:spTgt spid="31539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5396">
                                            <p:txEl>
                                              <p:pRg st="0" end="0"/>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315396">
                                            <p:txEl>
                                              <p:pRg st="0" end="0"/>
                                            </p:txEl>
                                          </p:spTgt>
                                        </p:tgtEl>
                                        <p:attrNameLst>
                                          <p:attrName>ppt_c</p:attrName>
                                        </p:attrNameLst>
                                      </p:cBhvr>
                                      <p:to>
                                        <a:srgbClr val="66CCFF"/>
                                      </p:to>
                                    </p:animClr>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315396">
                                            <p:txEl>
                                              <p:pRg st="1" end="1"/>
                                            </p:txEl>
                                          </p:spTgt>
                                        </p:tgtEl>
                                        <p:attrNameLst>
                                          <p:attrName>style.visibility</p:attrName>
                                        </p:attrNameLst>
                                      </p:cBhvr>
                                      <p:to>
                                        <p:strVal val="visible"/>
                                      </p:to>
                                    </p:set>
                                    <p:anim calcmode="lin" valueType="num">
                                      <p:cBhvr additive="base">
                                        <p:cTn id="13" dur="500" fill="hold"/>
                                        <p:tgtEl>
                                          <p:spTgt spid="31539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15396">
                                            <p:txEl>
                                              <p:pRg st="1" end="1"/>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315396">
                                            <p:txEl>
                                              <p:pRg st="1" end="1"/>
                                            </p:txEl>
                                          </p:spTgt>
                                        </p:tgtEl>
                                        <p:attrNameLst>
                                          <p:attrName>ppt_c</p:attrName>
                                        </p:attrNameLst>
                                      </p:cBhvr>
                                      <p:to>
                                        <a:srgbClr val="66CCFF"/>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315396">
                                            <p:txEl>
                                              <p:pRg st="2" end="2"/>
                                            </p:txEl>
                                          </p:spTgt>
                                        </p:tgtEl>
                                        <p:attrNameLst>
                                          <p:attrName>style.visibility</p:attrName>
                                        </p:attrNameLst>
                                      </p:cBhvr>
                                      <p:to>
                                        <p:strVal val="visible"/>
                                      </p:to>
                                    </p:set>
                                    <p:anim calcmode="lin" valueType="num">
                                      <p:cBhvr additive="base">
                                        <p:cTn id="19" dur="500" fill="hold"/>
                                        <p:tgtEl>
                                          <p:spTgt spid="31539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5396">
                                            <p:txEl>
                                              <p:pRg st="2" end="2"/>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315396">
                                            <p:txEl>
                                              <p:pRg st="2" end="2"/>
                                            </p:txEl>
                                          </p:spTgt>
                                        </p:tgtEl>
                                        <p:attrNameLst>
                                          <p:attrName>ppt_c</p:attrName>
                                        </p:attrNameLst>
                                      </p:cBhvr>
                                      <p:to>
                                        <a:srgbClr val="66CCFF"/>
                                      </p:to>
                                    </p:animClr>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315396">
                                            <p:txEl>
                                              <p:pRg st="3" end="3"/>
                                            </p:txEl>
                                          </p:spTgt>
                                        </p:tgtEl>
                                        <p:attrNameLst>
                                          <p:attrName>style.visibility</p:attrName>
                                        </p:attrNameLst>
                                      </p:cBhvr>
                                      <p:to>
                                        <p:strVal val="visible"/>
                                      </p:to>
                                    </p:set>
                                    <p:anim calcmode="lin" valueType="num">
                                      <p:cBhvr additive="base">
                                        <p:cTn id="25" dur="500" fill="hold"/>
                                        <p:tgtEl>
                                          <p:spTgt spid="31539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15396">
                                            <p:txEl>
                                              <p:pRg st="3" end="3"/>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315396">
                                            <p:txEl>
                                              <p:pRg st="3" end="3"/>
                                            </p:txEl>
                                          </p:spTgt>
                                        </p:tgtEl>
                                        <p:attrNameLst>
                                          <p:attrName>ppt_c</p:attrName>
                                        </p:attrNameLst>
                                      </p:cBhvr>
                                      <p:to>
                                        <a:srgbClr val="66CCFF"/>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315396">
                                            <p:txEl>
                                              <p:pRg st="4" end="4"/>
                                            </p:txEl>
                                          </p:spTgt>
                                        </p:tgtEl>
                                        <p:attrNameLst>
                                          <p:attrName>style.visibility</p:attrName>
                                        </p:attrNameLst>
                                      </p:cBhvr>
                                      <p:to>
                                        <p:strVal val="visible"/>
                                      </p:to>
                                    </p:set>
                                    <p:anim calcmode="lin" valueType="num">
                                      <p:cBhvr additive="base">
                                        <p:cTn id="31" dur="500" fill="hold"/>
                                        <p:tgtEl>
                                          <p:spTgt spid="31539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15396">
                                            <p:txEl>
                                              <p:pRg st="4" end="4"/>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315396">
                                            <p:txEl>
                                              <p:pRg st="4" end="4"/>
                                            </p:txEl>
                                          </p:spTgt>
                                        </p:tgtEl>
                                        <p:attrNameLst>
                                          <p:attrName>ppt_c</p:attrName>
                                        </p:attrNameLst>
                                      </p:cBhvr>
                                      <p:to>
                                        <a:srgbClr val="66CCFF"/>
                                      </p:to>
                                    </p:animClr>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1" fill="hold" grpId="0" nodeType="clickEffect">
                                  <p:stCondLst>
                                    <p:cond delay="0"/>
                                  </p:stCondLst>
                                  <p:childTnLst>
                                    <p:set>
                                      <p:cBhvr>
                                        <p:cTn id="36" dur="1" fill="hold">
                                          <p:stCondLst>
                                            <p:cond delay="0"/>
                                          </p:stCondLst>
                                        </p:cTn>
                                        <p:tgtEl>
                                          <p:spTgt spid="315396">
                                            <p:txEl>
                                              <p:pRg st="5" end="5"/>
                                            </p:txEl>
                                          </p:spTgt>
                                        </p:tgtEl>
                                        <p:attrNameLst>
                                          <p:attrName>style.visibility</p:attrName>
                                        </p:attrNameLst>
                                      </p:cBhvr>
                                      <p:to>
                                        <p:strVal val="visible"/>
                                      </p:to>
                                    </p:set>
                                    <p:anim calcmode="lin" valueType="num">
                                      <p:cBhvr additive="base">
                                        <p:cTn id="37" dur="500" fill="hold"/>
                                        <p:tgtEl>
                                          <p:spTgt spid="31539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15396">
                                            <p:txEl>
                                              <p:pRg st="5" end="5"/>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315396">
                                            <p:txEl>
                                              <p:pRg st="5" end="5"/>
                                            </p:txEl>
                                          </p:spTgt>
                                        </p:tgtEl>
                                        <p:attrNameLst>
                                          <p:attrName>ppt_c</p:attrName>
                                        </p:attrNameLst>
                                      </p:cBhvr>
                                      <p:to>
                                        <a:srgbClr val="66CCFF"/>
                                      </p:to>
                                    </p:animClr>
                                  </p:sub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1" fill="hold" grpId="0" nodeType="clickEffect">
                                  <p:stCondLst>
                                    <p:cond delay="0"/>
                                  </p:stCondLst>
                                  <p:childTnLst>
                                    <p:set>
                                      <p:cBhvr>
                                        <p:cTn id="42" dur="1" fill="hold">
                                          <p:stCondLst>
                                            <p:cond delay="0"/>
                                          </p:stCondLst>
                                        </p:cTn>
                                        <p:tgtEl>
                                          <p:spTgt spid="315396">
                                            <p:txEl>
                                              <p:pRg st="6" end="6"/>
                                            </p:txEl>
                                          </p:spTgt>
                                        </p:tgtEl>
                                        <p:attrNameLst>
                                          <p:attrName>style.visibility</p:attrName>
                                        </p:attrNameLst>
                                      </p:cBhvr>
                                      <p:to>
                                        <p:strVal val="visible"/>
                                      </p:to>
                                    </p:set>
                                    <p:anim calcmode="lin" valueType="num">
                                      <p:cBhvr additive="base">
                                        <p:cTn id="43" dur="500" fill="hold"/>
                                        <p:tgtEl>
                                          <p:spTgt spid="315396">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15396">
                                            <p:txEl>
                                              <p:pRg st="6" end="6"/>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315396">
                                            <p:txEl>
                                              <p:pRg st="6" end="6"/>
                                            </p:txEl>
                                          </p:spTgt>
                                        </p:tgtEl>
                                        <p:attrNameLst>
                                          <p:attrName>ppt_c</p:attrName>
                                        </p:attrNameLst>
                                      </p:cBhvr>
                                      <p:to>
                                        <a:srgbClr val="66CCFF"/>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396" grpId="0" build="p" bldLvl="2"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Politika Cezaları</a:t>
            </a:r>
          </a:p>
        </p:txBody>
      </p:sp>
      <p:sp>
        <p:nvSpPr>
          <p:cNvPr id="309252" name="Rectangle 4"/>
          <p:cNvSpPr>
            <a:spLocks noChangeArrowheads="1"/>
          </p:cNvSpPr>
          <p:nvPr/>
        </p:nvSpPr>
        <p:spPr bwMode="auto">
          <a:xfrm>
            <a:off x="1752600" y="1371600"/>
            <a:ext cx="6400800" cy="487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algn="just">
              <a:spcBef>
                <a:spcPct val="100000"/>
              </a:spcBef>
              <a:buClr>
                <a:schemeClr val="tx1"/>
              </a:buClr>
              <a:buSzPct val="75000"/>
              <a:buFont typeface="Symbol" pitchFamily="18" charset="2"/>
              <a:buChar char="·"/>
            </a:pPr>
            <a:r>
              <a:rPr lang="tr-TR"/>
              <a:t>Kayıpların karşılanması</a:t>
            </a:r>
          </a:p>
          <a:p>
            <a:pPr marL="342900" indent="-342900" algn="just">
              <a:spcBef>
                <a:spcPct val="100000"/>
              </a:spcBef>
              <a:buClr>
                <a:schemeClr val="tx1"/>
              </a:buClr>
              <a:buSzPct val="75000"/>
              <a:buFont typeface="Symbol" pitchFamily="18" charset="2"/>
              <a:buChar char="·"/>
            </a:pPr>
            <a:r>
              <a:rPr lang="tr-TR"/>
              <a:t>Uyarı cezası</a:t>
            </a:r>
          </a:p>
          <a:p>
            <a:pPr marL="342900" indent="-342900" algn="just">
              <a:spcBef>
                <a:spcPct val="100000"/>
              </a:spcBef>
              <a:buClr>
                <a:schemeClr val="tx1"/>
              </a:buClr>
              <a:buSzPct val="75000"/>
              <a:buFont typeface="Symbol" pitchFamily="18" charset="2"/>
              <a:buChar char="·"/>
            </a:pPr>
            <a:r>
              <a:rPr lang="tr-TR"/>
              <a:t>Yetki azaltma</a:t>
            </a:r>
          </a:p>
          <a:p>
            <a:pPr marL="342900" indent="-342900" algn="just">
              <a:spcBef>
                <a:spcPct val="100000"/>
              </a:spcBef>
              <a:buClr>
                <a:schemeClr val="tx1"/>
              </a:buClr>
              <a:buSzPct val="75000"/>
              <a:buFont typeface="Symbol" pitchFamily="18" charset="2"/>
              <a:buChar char="·"/>
            </a:pPr>
            <a:r>
              <a:rPr lang="en-AU"/>
              <a:t>İşten çıkarma</a:t>
            </a:r>
          </a:p>
          <a:p>
            <a:pPr marL="342900" indent="-342900" algn="just">
              <a:spcBef>
                <a:spcPct val="100000"/>
              </a:spcBef>
              <a:buClr>
                <a:schemeClr val="accent1"/>
              </a:buClr>
              <a:buSzPct val="75000"/>
              <a:buFont typeface="Symbol" pitchFamily="18" charset="2"/>
              <a:buNone/>
            </a:pPr>
            <a:r>
              <a:rPr lang="en-AU"/>
              <a:t>Dışarıdan bir saldırı söz konusu ise, konu toplanan kanıtlarla birlikte adli makamlara bildirilecektir.</a:t>
            </a:r>
          </a:p>
        </p:txBody>
      </p:sp>
    </p:spTree>
    <p:extLst>
      <p:ext uri="{BB962C8B-B14F-4D97-AF65-F5344CB8AC3E}">
        <p14:creationId xmlns:p14="http://schemas.microsoft.com/office/powerpoint/2010/main" val="1043767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6" fill="hold" grpId="0" nodeType="clickEffect">
                                  <p:stCondLst>
                                    <p:cond delay="0"/>
                                  </p:stCondLst>
                                  <p:childTnLst>
                                    <p:set>
                                      <p:cBhvr>
                                        <p:cTn id="6" dur="1" fill="hold">
                                          <p:stCondLst>
                                            <p:cond delay="0"/>
                                          </p:stCondLst>
                                        </p:cTn>
                                        <p:tgtEl>
                                          <p:spTgt spid="309252">
                                            <p:txEl>
                                              <p:pRg st="0" end="0"/>
                                            </p:txEl>
                                          </p:spTgt>
                                        </p:tgtEl>
                                        <p:attrNameLst>
                                          <p:attrName>style.visibility</p:attrName>
                                        </p:attrNameLst>
                                      </p:cBhvr>
                                      <p:to>
                                        <p:strVal val="visible"/>
                                      </p:to>
                                    </p:set>
                                    <p:anim calcmode="lin" valueType="num">
                                      <p:cBhvr additive="base">
                                        <p:cTn id="7" dur="500" fill="hold"/>
                                        <p:tgtEl>
                                          <p:spTgt spid="30925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09252">
                                            <p:txEl>
                                              <p:pRg st="0" end="0"/>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09252">
                                            <p:txEl>
                                              <p:pRg st="0" end="0"/>
                                            </p:txEl>
                                          </p:spTgt>
                                        </p:tgtEl>
                                        <p:attrNameLst>
                                          <p:attrName>ppt_c</p:attrName>
                                        </p:attrNameLst>
                                      </p:cBhvr>
                                      <p:to>
                                        <a:srgbClr val="66CCFF"/>
                                      </p:to>
                                    </p:animClr>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6" fill="hold" grpId="0" nodeType="clickEffect">
                                  <p:stCondLst>
                                    <p:cond delay="0"/>
                                  </p:stCondLst>
                                  <p:childTnLst>
                                    <p:set>
                                      <p:cBhvr>
                                        <p:cTn id="12" dur="1" fill="hold">
                                          <p:stCondLst>
                                            <p:cond delay="0"/>
                                          </p:stCondLst>
                                        </p:cTn>
                                        <p:tgtEl>
                                          <p:spTgt spid="309252">
                                            <p:txEl>
                                              <p:pRg st="1" end="1"/>
                                            </p:txEl>
                                          </p:spTgt>
                                        </p:tgtEl>
                                        <p:attrNameLst>
                                          <p:attrName>style.visibility</p:attrName>
                                        </p:attrNameLst>
                                      </p:cBhvr>
                                      <p:to>
                                        <p:strVal val="visible"/>
                                      </p:to>
                                    </p:set>
                                    <p:anim calcmode="lin" valueType="num">
                                      <p:cBhvr additive="base">
                                        <p:cTn id="13" dur="500" fill="hold"/>
                                        <p:tgtEl>
                                          <p:spTgt spid="309252">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09252">
                                            <p:txEl>
                                              <p:pRg st="1" end="1"/>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09252">
                                            <p:txEl>
                                              <p:pRg st="1" end="1"/>
                                            </p:txEl>
                                          </p:spTgt>
                                        </p:tgtEl>
                                        <p:attrNameLst>
                                          <p:attrName>ppt_c</p:attrName>
                                        </p:attrNameLst>
                                      </p:cBhvr>
                                      <p:to>
                                        <a:srgbClr val="66CCFF"/>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6" fill="hold" grpId="0" nodeType="clickEffect">
                                  <p:stCondLst>
                                    <p:cond delay="0"/>
                                  </p:stCondLst>
                                  <p:childTnLst>
                                    <p:set>
                                      <p:cBhvr>
                                        <p:cTn id="18" dur="1" fill="hold">
                                          <p:stCondLst>
                                            <p:cond delay="0"/>
                                          </p:stCondLst>
                                        </p:cTn>
                                        <p:tgtEl>
                                          <p:spTgt spid="309252">
                                            <p:txEl>
                                              <p:pRg st="2" end="2"/>
                                            </p:txEl>
                                          </p:spTgt>
                                        </p:tgtEl>
                                        <p:attrNameLst>
                                          <p:attrName>style.visibility</p:attrName>
                                        </p:attrNameLst>
                                      </p:cBhvr>
                                      <p:to>
                                        <p:strVal val="visible"/>
                                      </p:to>
                                    </p:set>
                                    <p:anim calcmode="lin" valueType="num">
                                      <p:cBhvr additive="base">
                                        <p:cTn id="19" dur="500" fill="hold"/>
                                        <p:tgtEl>
                                          <p:spTgt spid="309252">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09252">
                                            <p:txEl>
                                              <p:pRg st="2" end="2"/>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09252">
                                            <p:txEl>
                                              <p:pRg st="2" end="2"/>
                                            </p:txEl>
                                          </p:spTgt>
                                        </p:tgtEl>
                                        <p:attrNameLst>
                                          <p:attrName>ppt_c</p:attrName>
                                        </p:attrNameLst>
                                      </p:cBhvr>
                                      <p:to>
                                        <a:srgbClr val="66CCFF"/>
                                      </p:to>
                                    </p:animClr>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6" fill="hold" grpId="0" nodeType="clickEffect">
                                  <p:stCondLst>
                                    <p:cond delay="0"/>
                                  </p:stCondLst>
                                  <p:childTnLst>
                                    <p:set>
                                      <p:cBhvr>
                                        <p:cTn id="24" dur="1" fill="hold">
                                          <p:stCondLst>
                                            <p:cond delay="0"/>
                                          </p:stCondLst>
                                        </p:cTn>
                                        <p:tgtEl>
                                          <p:spTgt spid="309252">
                                            <p:txEl>
                                              <p:pRg st="3" end="3"/>
                                            </p:txEl>
                                          </p:spTgt>
                                        </p:tgtEl>
                                        <p:attrNameLst>
                                          <p:attrName>style.visibility</p:attrName>
                                        </p:attrNameLst>
                                      </p:cBhvr>
                                      <p:to>
                                        <p:strVal val="visible"/>
                                      </p:to>
                                    </p:set>
                                    <p:anim calcmode="lin" valueType="num">
                                      <p:cBhvr additive="base">
                                        <p:cTn id="25" dur="500" fill="hold"/>
                                        <p:tgtEl>
                                          <p:spTgt spid="309252">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09252">
                                            <p:txEl>
                                              <p:pRg st="3" end="3"/>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09252">
                                            <p:txEl>
                                              <p:pRg st="3" end="3"/>
                                            </p:txEl>
                                          </p:spTgt>
                                        </p:tgtEl>
                                        <p:attrNameLst>
                                          <p:attrName>ppt_c</p:attrName>
                                        </p:attrNameLst>
                                      </p:cBhvr>
                                      <p:to>
                                        <a:srgbClr val="66CCFF"/>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6" fill="hold" grpId="0" nodeType="clickEffect">
                                  <p:stCondLst>
                                    <p:cond delay="0"/>
                                  </p:stCondLst>
                                  <p:childTnLst>
                                    <p:set>
                                      <p:cBhvr>
                                        <p:cTn id="30" dur="1" fill="hold">
                                          <p:stCondLst>
                                            <p:cond delay="0"/>
                                          </p:stCondLst>
                                        </p:cTn>
                                        <p:tgtEl>
                                          <p:spTgt spid="309252">
                                            <p:txEl>
                                              <p:pRg st="4" end="4"/>
                                            </p:txEl>
                                          </p:spTgt>
                                        </p:tgtEl>
                                        <p:attrNameLst>
                                          <p:attrName>style.visibility</p:attrName>
                                        </p:attrNameLst>
                                      </p:cBhvr>
                                      <p:to>
                                        <p:strVal val="visible"/>
                                      </p:to>
                                    </p:set>
                                    <p:anim calcmode="lin" valueType="num">
                                      <p:cBhvr additive="base">
                                        <p:cTn id="31" dur="500" fill="hold"/>
                                        <p:tgtEl>
                                          <p:spTgt spid="309252">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09252">
                                            <p:txEl>
                                              <p:pRg st="4" end="4"/>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09252">
                                            <p:txEl>
                                              <p:pRg st="4" end="4"/>
                                            </p:txEl>
                                          </p:spTgt>
                                        </p:tgtEl>
                                        <p:attrNameLst>
                                          <p:attrName>ppt_c</p:attrName>
                                        </p:attrNameLst>
                                      </p:cBhvr>
                                      <p:to>
                                        <a:srgbClr val="66CCFF"/>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52"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Politika Yaşam Döngüsü</a:t>
            </a:r>
          </a:p>
        </p:txBody>
      </p:sp>
      <p:grpSp>
        <p:nvGrpSpPr>
          <p:cNvPr id="279555" name="Group 3"/>
          <p:cNvGrpSpPr>
            <a:grpSpLocks/>
          </p:cNvGrpSpPr>
          <p:nvPr/>
        </p:nvGrpSpPr>
        <p:grpSpPr bwMode="auto">
          <a:xfrm>
            <a:off x="304800" y="1828800"/>
            <a:ext cx="1828800" cy="990600"/>
            <a:chOff x="624" y="2016"/>
            <a:chExt cx="1056" cy="624"/>
          </a:xfrm>
        </p:grpSpPr>
        <p:sp>
          <p:nvSpPr>
            <p:cNvPr id="35868" name="Rectangle 4"/>
            <p:cNvSpPr>
              <a:spLocks noChangeArrowheads="1"/>
            </p:cNvSpPr>
            <p:nvPr/>
          </p:nvSpPr>
          <p:spPr bwMode="auto">
            <a:xfrm>
              <a:off x="624" y="2016"/>
              <a:ext cx="1056" cy="624"/>
            </a:xfrm>
            <a:prstGeom prst="rect">
              <a:avLst/>
            </a:prstGeom>
            <a:solidFill>
              <a:schemeClr val="tx2"/>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chemeClr val="tx2"/>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tr-TR">
                <a:solidFill>
                  <a:schemeClr val="bg1"/>
                </a:solidFill>
              </a:endParaRPr>
            </a:p>
          </p:txBody>
        </p:sp>
        <p:sp>
          <p:nvSpPr>
            <p:cNvPr id="279557" name="Text Box 5"/>
            <p:cNvSpPr txBox="1">
              <a:spLocks noChangeArrowheads="1"/>
            </p:cNvSpPr>
            <p:nvPr/>
          </p:nvSpPr>
          <p:spPr bwMode="auto">
            <a:xfrm>
              <a:off x="624" y="2112"/>
              <a:ext cx="1056" cy="407"/>
            </a:xfrm>
            <a:prstGeom prst="rect">
              <a:avLst/>
            </a:prstGeom>
            <a:solidFill>
              <a:schemeClr val="tx2"/>
            </a:solidFill>
            <a:ln>
              <a:noFill/>
            </a:ln>
            <a:effectLst/>
            <a:extLst>
              <a:ext uri="{91240B29-F687-4F45-9708-019B960494DF}">
                <a14:hiddenLine xmlns:a14="http://schemas.microsoft.com/office/drawing/2010/main" w="254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tr-TR">
                  <a:solidFill>
                    <a:schemeClr val="bg1"/>
                  </a:solidFill>
                </a:rPr>
                <a:t>Politika Geliştirme</a:t>
              </a:r>
            </a:p>
          </p:txBody>
        </p:sp>
      </p:grpSp>
      <p:grpSp>
        <p:nvGrpSpPr>
          <p:cNvPr id="279558" name="Group 6"/>
          <p:cNvGrpSpPr>
            <a:grpSpLocks/>
          </p:cNvGrpSpPr>
          <p:nvPr/>
        </p:nvGrpSpPr>
        <p:grpSpPr bwMode="auto">
          <a:xfrm>
            <a:off x="2514600" y="2241550"/>
            <a:ext cx="2133600" cy="990600"/>
            <a:chOff x="624" y="2016"/>
            <a:chExt cx="1056" cy="624"/>
          </a:xfrm>
        </p:grpSpPr>
        <p:sp>
          <p:nvSpPr>
            <p:cNvPr id="35866" name="Rectangle 7"/>
            <p:cNvSpPr>
              <a:spLocks noChangeArrowheads="1"/>
            </p:cNvSpPr>
            <p:nvPr/>
          </p:nvSpPr>
          <p:spPr bwMode="auto">
            <a:xfrm>
              <a:off x="624" y="2016"/>
              <a:ext cx="1056" cy="624"/>
            </a:xfrm>
            <a:prstGeom prst="rect">
              <a:avLst/>
            </a:prstGeom>
            <a:solidFill>
              <a:schemeClr val="tx2"/>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chemeClr val="tx2"/>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tr-TR">
                <a:solidFill>
                  <a:schemeClr val="bg1"/>
                </a:solidFill>
              </a:endParaRPr>
            </a:p>
          </p:txBody>
        </p:sp>
        <p:sp>
          <p:nvSpPr>
            <p:cNvPr id="279560" name="Text Box 8"/>
            <p:cNvSpPr txBox="1">
              <a:spLocks noChangeArrowheads="1"/>
            </p:cNvSpPr>
            <p:nvPr/>
          </p:nvSpPr>
          <p:spPr bwMode="auto">
            <a:xfrm>
              <a:off x="624" y="2112"/>
              <a:ext cx="1056" cy="233"/>
            </a:xfrm>
            <a:prstGeom prst="rect">
              <a:avLst/>
            </a:prstGeom>
            <a:solidFill>
              <a:schemeClr val="tx2"/>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tr-TR">
                  <a:solidFill>
                    <a:schemeClr val="bg1"/>
                  </a:solidFill>
                </a:rPr>
                <a:t>Politika Yerleştirme</a:t>
              </a:r>
            </a:p>
          </p:txBody>
        </p:sp>
      </p:grpSp>
      <p:grpSp>
        <p:nvGrpSpPr>
          <p:cNvPr id="279561" name="Group 9"/>
          <p:cNvGrpSpPr>
            <a:grpSpLocks/>
          </p:cNvGrpSpPr>
          <p:nvPr/>
        </p:nvGrpSpPr>
        <p:grpSpPr bwMode="auto">
          <a:xfrm>
            <a:off x="5029200" y="2682875"/>
            <a:ext cx="1828800" cy="990600"/>
            <a:chOff x="624" y="2016"/>
            <a:chExt cx="1056" cy="624"/>
          </a:xfrm>
        </p:grpSpPr>
        <p:sp>
          <p:nvSpPr>
            <p:cNvPr id="35864" name="Rectangle 10"/>
            <p:cNvSpPr>
              <a:spLocks noChangeArrowheads="1"/>
            </p:cNvSpPr>
            <p:nvPr/>
          </p:nvSpPr>
          <p:spPr bwMode="auto">
            <a:xfrm>
              <a:off x="624" y="2016"/>
              <a:ext cx="1056" cy="624"/>
            </a:xfrm>
            <a:prstGeom prst="rect">
              <a:avLst/>
            </a:prstGeom>
            <a:solidFill>
              <a:schemeClr val="tx2"/>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chemeClr val="tx2"/>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tr-TR">
                <a:solidFill>
                  <a:schemeClr val="bg1"/>
                </a:solidFill>
              </a:endParaRPr>
            </a:p>
          </p:txBody>
        </p:sp>
        <p:sp>
          <p:nvSpPr>
            <p:cNvPr id="279563" name="Text Box 11"/>
            <p:cNvSpPr txBox="1">
              <a:spLocks noChangeArrowheads="1"/>
            </p:cNvSpPr>
            <p:nvPr/>
          </p:nvSpPr>
          <p:spPr bwMode="auto">
            <a:xfrm>
              <a:off x="624" y="2112"/>
              <a:ext cx="1056" cy="407"/>
            </a:xfrm>
            <a:prstGeom prst="rect">
              <a:avLst/>
            </a:prstGeom>
            <a:solidFill>
              <a:schemeClr val="tx2"/>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tr-TR">
                  <a:solidFill>
                    <a:schemeClr val="bg1"/>
                  </a:solidFill>
                </a:rPr>
                <a:t>Politika Uygulatma</a:t>
              </a:r>
            </a:p>
          </p:txBody>
        </p:sp>
      </p:grpSp>
      <p:grpSp>
        <p:nvGrpSpPr>
          <p:cNvPr id="279564" name="Group 12"/>
          <p:cNvGrpSpPr>
            <a:grpSpLocks/>
          </p:cNvGrpSpPr>
          <p:nvPr/>
        </p:nvGrpSpPr>
        <p:grpSpPr bwMode="auto">
          <a:xfrm>
            <a:off x="7239000" y="3079750"/>
            <a:ext cx="1828800" cy="990600"/>
            <a:chOff x="624" y="2016"/>
            <a:chExt cx="1056" cy="624"/>
          </a:xfrm>
        </p:grpSpPr>
        <p:sp>
          <p:nvSpPr>
            <p:cNvPr id="35862" name="Rectangle 13"/>
            <p:cNvSpPr>
              <a:spLocks noChangeArrowheads="1"/>
            </p:cNvSpPr>
            <p:nvPr/>
          </p:nvSpPr>
          <p:spPr bwMode="auto">
            <a:xfrm>
              <a:off x="624" y="2016"/>
              <a:ext cx="1056" cy="624"/>
            </a:xfrm>
            <a:prstGeom prst="rect">
              <a:avLst/>
            </a:prstGeom>
            <a:solidFill>
              <a:schemeClr val="tx2"/>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chemeClr val="tx2"/>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tr-TR">
                <a:solidFill>
                  <a:schemeClr val="bg1"/>
                </a:solidFill>
              </a:endParaRPr>
            </a:p>
          </p:txBody>
        </p:sp>
        <p:sp>
          <p:nvSpPr>
            <p:cNvPr id="279566" name="Text Box 14"/>
            <p:cNvSpPr txBox="1">
              <a:spLocks noChangeArrowheads="1"/>
            </p:cNvSpPr>
            <p:nvPr/>
          </p:nvSpPr>
          <p:spPr bwMode="auto">
            <a:xfrm>
              <a:off x="624" y="2112"/>
              <a:ext cx="1056" cy="407"/>
            </a:xfrm>
            <a:prstGeom prst="rect">
              <a:avLst/>
            </a:prstGeom>
            <a:solidFill>
              <a:schemeClr val="tx2"/>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tr-TR" dirty="0">
                  <a:solidFill>
                    <a:schemeClr val="bg1"/>
                  </a:solidFill>
                </a:rPr>
                <a:t>Politika Güncelleme</a:t>
              </a:r>
            </a:p>
          </p:txBody>
        </p:sp>
      </p:grpSp>
      <p:grpSp>
        <p:nvGrpSpPr>
          <p:cNvPr id="279567" name="Group 15"/>
          <p:cNvGrpSpPr>
            <a:grpSpLocks/>
          </p:cNvGrpSpPr>
          <p:nvPr/>
        </p:nvGrpSpPr>
        <p:grpSpPr bwMode="auto">
          <a:xfrm>
            <a:off x="304800" y="5135623"/>
            <a:ext cx="8763000" cy="514350"/>
            <a:chOff x="624" y="2016"/>
            <a:chExt cx="1056" cy="624"/>
          </a:xfrm>
        </p:grpSpPr>
        <p:sp>
          <p:nvSpPr>
            <p:cNvPr id="35860" name="Rectangle 16"/>
            <p:cNvSpPr>
              <a:spLocks noChangeArrowheads="1"/>
            </p:cNvSpPr>
            <p:nvPr/>
          </p:nvSpPr>
          <p:spPr bwMode="auto">
            <a:xfrm>
              <a:off x="624" y="2016"/>
              <a:ext cx="1056" cy="624"/>
            </a:xfrm>
            <a:prstGeom prst="rect">
              <a:avLst/>
            </a:prstGeom>
            <a:solidFill>
              <a:schemeClr val="tx2"/>
            </a:solidFill>
            <a:ln w="9525">
              <a:miter lim="800000"/>
              <a:headEnd/>
              <a:tailEnd/>
            </a:ln>
            <a:effectLst/>
            <a:scene3d>
              <a:camera prst="legacyObliqueBottomLeft"/>
              <a:lightRig rig="legacyFlat3" dir="t"/>
            </a:scene3d>
            <a:sp3d extrusionH="430200" prstMaterial="legacyMatte">
              <a:bevelT w="13500" h="13500" prst="angle"/>
              <a:bevelB w="13500" h="13500" prst="angle"/>
              <a:extrusionClr>
                <a:schemeClr val="tx2"/>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tr-TR">
                <a:solidFill>
                  <a:schemeClr val="bg1"/>
                </a:solidFill>
              </a:endParaRPr>
            </a:p>
          </p:txBody>
        </p:sp>
        <p:sp>
          <p:nvSpPr>
            <p:cNvPr id="279569" name="Text Box 17"/>
            <p:cNvSpPr txBox="1">
              <a:spLocks noChangeArrowheads="1"/>
            </p:cNvSpPr>
            <p:nvPr/>
          </p:nvSpPr>
          <p:spPr bwMode="auto">
            <a:xfrm>
              <a:off x="624" y="2112"/>
              <a:ext cx="1056" cy="448"/>
            </a:xfrm>
            <a:prstGeom prst="rect">
              <a:avLst/>
            </a:prstGeom>
            <a:solidFill>
              <a:schemeClr val="tx2"/>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tr-TR">
                  <a:solidFill>
                    <a:schemeClr val="bg1"/>
                  </a:solidFill>
                </a:rPr>
                <a:t>Politika İzleme</a:t>
              </a:r>
            </a:p>
          </p:txBody>
        </p:sp>
      </p:grpSp>
      <p:sp>
        <p:nvSpPr>
          <p:cNvPr id="279570" name="Line 18"/>
          <p:cNvSpPr>
            <a:spLocks noChangeShapeType="1"/>
          </p:cNvSpPr>
          <p:nvPr/>
        </p:nvSpPr>
        <p:spPr bwMode="auto">
          <a:xfrm flipV="1">
            <a:off x="1143000" y="2835275"/>
            <a:ext cx="0" cy="2273300"/>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279571" name="Line 19"/>
          <p:cNvSpPr>
            <a:spLocks noChangeShapeType="1"/>
          </p:cNvSpPr>
          <p:nvPr/>
        </p:nvSpPr>
        <p:spPr bwMode="auto">
          <a:xfrm flipV="1">
            <a:off x="8153400" y="4191000"/>
            <a:ext cx="0" cy="917575"/>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279572" name="Line 20"/>
          <p:cNvSpPr>
            <a:spLocks noChangeShapeType="1"/>
          </p:cNvSpPr>
          <p:nvPr/>
        </p:nvSpPr>
        <p:spPr bwMode="auto">
          <a:xfrm>
            <a:off x="3581400" y="3352800"/>
            <a:ext cx="0" cy="1755775"/>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279573" name="Line 21"/>
          <p:cNvSpPr>
            <a:spLocks noChangeShapeType="1"/>
          </p:cNvSpPr>
          <p:nvPr/>
        </p:nvSpPr>
        <p:spPr bwMode="auto">
          <a:xfrm>
            <a:off x="5943600" y="3733800"/>
            <a:ext cx="0" cy="1374775"/>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279574" name="Line 22"/>
          <p:cNvSpPr>
            <a:spLocks noChangeShapeType="1"/>
          </p:cNvSpPr>
          <p:nvPr/>
        </p:nvSpPr>
        <p:spPr bwMode="auto">
          <a:xfrm>
            <a:off x="2133600" y="2546350"/>
            <a:ext cx="381000" cy="0"/>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279575" name="Line 23"/>
          <p:cNvSpPr>
            <a:spLocks noChangeShapeType="1"/>
          </p:cNvSpPr>
          <p:nvPr/>
        </p:nvSpPr>
        <p:spPr bwMode="auto">
          <a:xfrm>
            <a:off x="4648200" y="2971800"/>
            <a:ext cx="381000" cy="0"/>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grpSp>
        <p:nvGrpSpPr>
          <p:cNvPr id="279576" name="Group 24"/>
          <p:cNvGrpSpPr>
            <a:grpSpLocks/>
          </p:cNvGrpSpPr>
          <p:nvPr/>
        </p:nvGrpSpPr>
        <p:grpSpPr bwMode="auto">
          <a:xfrm>
            <a:off x="4648200" y="2378075"/>
            <a:ext cx="2895600" cy="701675"/>
            <a:chOff x="2928" y="1594"/>
            <a:chExt cx="1824" cy="442"/>
          </a:xfrm>
        </p:grpSpPr>
        <p:sp>
          <p:nvSpPr>
            <p:cNvPr id="35858" name="Line 25"/>
            <p:cNvSpPr>
              <a:spLocks noChangeShapeType="1"/>
            </p:cNvSpPr>
            <p:nvPr/>
          </p:nvSpPr>
          <p:spPr bwMode="auto">
            <a:xfrm flipV="1">
              <a:off x="4752" y="1594"/>
              <a:ext cx="0" cy="442"/>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35859" name="Line 26"/>
            <p:cNvSpPr>
              <a:spLocks noChangeShapeType="1"/>
            </p:cNvSpPr>
            <p:nvPr/>
          </p:nvSpPr>
          <p:spPr bwMode="auto">
            <a:xfrm flipH="1">
              <a:off x="2928" y="1594"/>
              <a:ext cx="1824" cy="0"/>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grpSp>
      <p:grpSp>
        <p:nvGrpSpPr>
          <p:cNvPr id="279579" name="Group 27"/>
          <p:cNvGrpSpPr>
            <a:grpSpLocks/>
          </p:cNvGrpSpPr>
          <p:nvPr/>
        </p:nvGrpSpPr>
        <p:grpSpPr bwMode="auto">
          <a:xfrm>
            <a:off x="2133600" y="1905000"/>
            <a:ext cx="6172200" cy="1174750"/>
            <a:chOff x="1344" y="1296"/>
            <a:chExt cx="3888" cy="740"/>
          </a:xfrm>
        </p:grpSpPr>
        <p:sp>
          <p:nvSpPr>
            <p:cNvPr id="35856" name="Line 28"/>
            <p:cNvSpPr>
              <a:spLocks noChangeShapeType="1"/>
            </p:cNvSpPr>
            <p:nvPr/>
          </p:nvSpPr>
          <p:spPr bwMode="auto">
            <a:xfrm flipV="1">
              <a:off x="5232" y="1296"/>
              <a:ext cx="0" cy="74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35857" name="Line 29"/>
            <p:cNvSpPr>
              <a:spLocks noChangeShapeType="1"/>
            </p:cNvSpPr>
            <p:nvPr/>
          </p:nvSpPr>
          <p:spPr bwMode="auto">
            <a:xfrm flipH="1">
              <a:off x="1344" y="1296"/>
              <a:ext cx="3888" cy="0"/>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grpSp>
    </p:spTree>
    <p:extLst>
      <p:ext uri="{BB962C8B-B14F-4D97-AF65-F5344CB8AC3E}">
        <p14:creationId xmlns:p14="http://schemas.microsoft.com/office/powerpoint/2010/main" val="16803484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79555"/>
                                        </p:tgtEl>
                                        <p:attrNameLst>
                                          <p:attrName>style.visibility</p:attrName>
                                        </p:attrNameLst>
                                      </p:cBhvr>
                                      <p:to>
                                        <p:strVal val="visible"/>
                                      </p:to>
                                    </p:set>
                                    <p:animEffect transition="in" filter="wipe(left)">
                                      <p:cBhvr>
                                        <p:cTn id="7" dur="500"/>
                                        <p:tgtEl>
                                          <p:spTgt spid="2795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9574"/>
                                        </p:tgtEl>
                                        <p:attrNameLst>
                                          <p:attrName>style.visibility</p:attrName>
                                        </p:attrNameLst>
                                      </p:cBhvr>
                                      <p:to>
                                        <p:strVal val="visible"/>
                                      </p:to>
                                    </p:set>
                                    <p:animEffect transition="in" filter="wipe(left)">
                                      <p:cBhvr>
                                        <p:cTn id="12" dur="500"/>
                                        <p:tgtEl>
                                          <p:spTgt spid="2795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79558"/>
                                        </p:tgtEl>
                                        <p:attrNameLst>
                                          <p:attrName>style.visibility</p:attrName>
                                        </p:attrNameLst>
                                      </p:cBhvr>
                                      <p:to>
                                        <p:strVal val="visible"/>
                                      </p:to>
                                    </p:set>
                                    <p:animEffect transition="in" filter="wipe(left)">
                                      <p:cBhvr>
                                        <p:cTn id="17" dur="500"/>
                                        <p:tgtEl>
                                          <p:spTgt spid="27955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79575"/>
                                        </p:tgtEl>
                                        <p:attrNameLst>
                                          <p:attrName>style.visibility</p:attrName>
                                        </p:attrNameLst>
                                      </p:cBhvr>
                                      <p:to>
                                        <p:strVal val="visible"/>
                                      </p:to>
                                    </p:set>
                                    <p:animEffect transition="in" filter="wipe(left)">
                                      <p:cBhvr>
                                        <p:cTn id="22" dur="500"/>
                                        <p:tgtEl>
                                          <p:spTgt spid="27957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79561"/>
                                        </p:tgtEl>
                                        <p:attrNameLst>
                                          <p:attrName>style.visibility</p:attrName>
                                        </p:attrNameLst>
                                      </p:cBhvr>
                                      <p:to>
                                        <p:strVal val="visible"/>
                                      </p:to>
                                    </p:set>
                                    <p:animEffect transition="in" filter="wipe(left)">
                                      <p:cBhvr>
                                        <p:cTn id="27" dur="500"/>
                                        <p:tgtEl>
                                          <p:spTgt spid="27956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79564"/>
                                        </p:tgtEl>
                                        <p:attrNameLst>
                                          <p:attrName>style.visibility</p:attrName>
                                        </p:attrNameLst>
                                      </p:cBhvr>
                                      <p:to>
                                        <p:strVal val="visible"/>
                                      </p:to>
                                    </p:set>
                                    <p:animEffect transition="in" filter="wipe(left)">
                                      <p:cBhvr>
                                        <p:cTn id="32" dur="500"/>
                                        <p:tgtEl>
                                          <p:spTgt spid="27956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2" fill="hold" nodeType="clickEffect">
                                  <p:stCondLst>
                                    <p:cond delay="0"/>
                                  </p:stCondLst>
                                  <p:childTnLst>
                                    <p:set>
                                      <p:cBhvr>
                                        <p:cTn id="36" dur="1" fill="hold">
                                          <p:stCondLst>
                                            <p:cond delay="0"/>
                                          </p:stCondLst>
                                        </p:cTn>
                                        <p:tgtEl>
                                          <p:spTgt spid="279576"/>
                                        </p:tgtEl>
                                        <p:attrNameLst>
                                          <p:attrName>style.visibility</p:attrName>
                                        </p:attrNameLst>
                                      </p:cBhvr>
                                      <p:to>
                                        <p:strVal val="visible"/>
                                      </p:to>
                                    </p:set>
                                    <p:animEffect transition="in" filter="wipe(right)">
                                      <p:cBhvr>
                                        <p:cTn id="37" dur="500"/>
                                        <p:tgtEl>
                                          <p:spTgt spid="27957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2" fill="hold" nodeType="clickEffect">
                                  <p:stCondLst>
                                    <p:cond delay="0"/>
                                  </p:stCondLst>
                                  <p:childTnLst>
                                    <p:set>
                                      <p:cBhvr>
                                        <p:cTn id="41" dur="1" fill="hold">
                                          <p:stCondLst>
                                            <p:cond delay="0"/>
                                          </p:stCondLst>
                                        </p:cTn>
                                        <p:tgtEl>
                                          <p:spTgt spid="279579"/>
                                        </p:tgtEl>
                                        <p:attrNameLst>
                                          <p:attrName>style.visibility</p:attrName>
                                        </p:attrNameLst>
                                      </p:cBhvr>
                                      <p:to>
                                        <p:strVal val="visible"/>
                                      </p:to>
                                    </p:set>
                                    <p:animEffect transition="in" filter="wipe(right)">
                                      <p:cBhvr>
                                        <p:cTn id="42" dur="500"/>
                                        <p:tgtEl>
                                          <p:spTgt spid="27957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nodeType="clickEffect">
                                  <p:stCondLst>
                                    <p:cond delay="0"/>
                                  </p:stCondLst>
                                  <p:childTnLst>
                                    <p:set>
                                      <p:cBhvr>
                                        <p:cTn id="46" dur="1" fill="hold">
                                          <p:stCondLst>
                                            <p:cond delay="0"/>
                                          </p:stCondLst>
                                        </p:cTn>
                                        <p:tgtEl>
                                          <p:spTgt spid="279567"/>
                                        </p:tgtEl>
                                        <p:attrNameLst>
                                          <p:attrName>style.visibility</p:attrName>
                                        </p:attrNameLst>
                                      </p:cBhvr>
                                      <p:to>
                                        <p:strVal val="visible"/>
                                      </p:to>
                                    </p:set>
                                    <p:anim calcmode="lin" valueType="num">
                                      <p:cBhvr additive="base">
                                        <p:cTn id="47" dur="500" fill="hold"/>
                                        <p:tgtEl>
                                          <p:spTgt spid="279567"/>
                                        </p:tgtEl>
                                        <p:attrNameLst>
                                          <p:attrName>ppt_x</p:attrName>
                                        </p:attrNameLst>
                                      </p:cBhvr>
                                      <p:tavLst>
                                        <p:tav tm="0">
                                          <p:val>
                                            <p:strVal val="#ppt_x"/>
                                          </p:val>
                                        </p:tav>
                                        <p:tav tm="100000">
                                          <p:val>
                                            <p:strVal val="#ppt_x"/>
                                          </p:val>
                                        </p:tav>
                                      </p:tavLst>
                                    </p:anim>
                                    <p:anim calcmode="lin" valueType="num">
                                      <p:cBhvr additive="base">
                                        <p:cTn id="48" dur="500" fill="hold"/>
                                        <p:tgtEl>
                                          <p:spTgt spid="279567"/>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279572"/>
                                        </p:tgtEl>
                                        <p:attrNameLst>
                                          <p:attrName>style.visibility</p:attrName>
                                        </p:attrNameLst>
                                      </p:cBhvr>
                                      <p:to>
                                        <p:strVal val="visible"/>
                                      </p:to>
                                    </p:set>
                                    <p:animEffect transition="in" filter="wipe(up)">
                                      <p:cBhvr>
                                        <p:cTn id="53" dur="500"/>
                                        <p:tgtEl>
                                          <p:spTgt spid="27957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279573"/>
                                        </p:tgtEl>
                                        <p:attrNameLst>
                                          <p:attrName>style.visibility</p:attrName>
                                        </p:attrNameLst>
                                      </p:cBhvr>
                                      <p:to>
                                        <p:strVal val="visible"/>
                                      </p:to>
                                    </p:set>
                                    <p:animEffect transition="in" filter="wipe(up)">
                                      <p:cBhvr>
                                        <p:cTn id="58" dur="500"/>
                                        <p:tgtEl>
                                          <p:spTgt spid="279573"/>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279571"/>
                                        </p:tgtEl>
                                        <p:attrNameLst>
                                          <p:attrName>style.visibility</p:attrName>
                                        </p:attrNameLst>
                                      </p:cBhvr>
                                      <p:to>
                                        <p:strVal val="visible"/>
                                      </p:to>
                                    </p:set>
                                    <p:animEffect transition="in" filter="wipe(down)">
                                      <p:cBhvr>
                                        <p:cTn id="63" dur="500"/>
                                        <p:tgtEl>
                                          <p:spTgt spid="279571"/>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279570"/>
                                        </p:tgtEl>
                                        <p:attrNameLst>
                                          <p:attrName>style.visibility</p:attrName>
                                        </p:attrNameLst>
                                      </p:cBhvr>
                                      <p:to>
                                        <p:strVal val="visible"/>
                                      </p:to>
                                    </p:set>
                                    <p:animEffect transition="in" filter="wipe(down)">
                                      <p:cBhvr>
                                        <p:cTn id="68" dur="500"/>
                                        <p:tgtEl>
                                          <p:spTgt spid="2795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70" grpId="0" animBg="1"/>
      <p:bldP spid="279571" grpId="0" animBg="1"/>
      <p:bldP spid="279572" grpId="0" animBg="1"/>
      <p:bldP spid="279573" grpId="0" animBg="1"/>
      <p:bldP spid="279574" grpId="0" animBg="1"/>
      <p:bldP spid="27957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Politika Geliştirilmesi</a:t>
            </a:r>
          </a:p>
        </p:txBody>
      </p:sp>
      <p:sp>
        <p:nvSpPr>
          <p:cNvPr id="292867" name="Rectangle 3"/>
          <p:cNvSpPr>
            <a:spLocks noChangeArrowheads="1"/>
          </p:cNvSpPr>
          <p:nvPr/>
        </p:nvSpPr>
        <p:spPr bwMode="auto">
          <a:xfrm>
            <a:off x="2133600" y="1524000"/>
            <a:ext cx="4876800" cy="441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a:spcBef>
                <a:spcPct val="125000"/>
              </a:spcBef>
              <a:buClr>
                <a:schemeClr val="tx1"/>
              </a:buClr>
              <a:buSzPct val="90000"/>
              <a:buFont typeface="Marlett" pitchFamily="2" charset="2"/>
              <a:buChar char="h"/>
              <a:defRPr/>
            </a:pPr>
            <a:r>
              <a:rPr lang="tr-TR"/>
              <a:t>Politika Geliştirme Ekibi</a:t>
            </a:r>
          </a:p>
          <a:p>
            <a:pPr marL="342900" indent="-342900">
              <a:spcBef>
                <a:spcPct val="125000"/>
              </a:spcBef>
              <a:buClr>
                <a:schemeClr val="tx1"/>
              </a:buClr>
              <a:buSzPct val="90000"/>
              <a:buFont typeface="Marlett" pitchFamily="2" charset="2"/>
              <a:buChar char="h"/>
              <a:defRPr/>
            </a:pPr>
            <a:r>
              <a:rPr lang="tr-TR"/>
              <a:t>Politika Geliştirme Yöntemi</a:t>
            </a:r>
          </a:p>
          <a:p>
            <a:pPr marL="342900" indent="-342900">
              <a:spcBef>
                <a:spcPct val="125000"/>
              </a:spcBef>
              <a:buClr>
                <a:schemeClr val="tx1"/>
              </a:buClr>
              <a:buSzPct val="90000"/>
              <a:buFont typeface="Marlett" pitchFamily="2" charset="2"/>
              <a:buChar char="h"/>
              <a:defRPr/>
            </a:pPr>
            <a:r>
              <a:rPr lang="tr-TR"/>
              <a:t>Politika Uygulama ve Uygulatma Yaklaşımı</a:t>
            </a:r>
          </a:p>
          <a:p>
            <a:pPr marL="342900" indent="-342900">
              <a:spcBef>
                <a:spcPct val="125000"/>
              </a:spcBef>
              <a:buClr>
                <a:schemeClr val="tx1"/>
              </a:buClr>
              <a:buSzPct val="90000"/>
              <a:buFont typeface="Marlett" pitchFamily="2" charset="2"/>
              <a:buChar char="h"/>
              <a:defRPr/>
            </a:pPr>
            <a:r>
              <a:rPr lang="tr-TR"/>
              <a:t>Politika Güncelleme Süreci</a:t>
            </a:r>
          </a:p>
        </p:txBody>
      </p:sp>
    </p:spTree>
    <p:extLst>
      <p:ext uri="{BB962C8B-B14F-4D97-AF65-F5344CB8AC3E}">
        <p14:creationId xmlns:p14="http://schemas.microsoft.com/office/powerpoint/2010/main" val="2529607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92867">
                                            <p:txEl>
                                              <p:pRg st="0" end="0"/>
                                            </p:txEl>
                                          </p:spTgt>
                                        </p:tgtEl>
                                        <p:attrNameLst>
                                          <p:attrName>style.visibility</p:attrName>
                                        </p:attrNameLst>
                                      </p:cBhvr>
                                      <p:to>
                                        <p:strVal val="visible"/>
                                      </p:to>
                                    </p:set>
                                    <p:anim calcmode="lin" valueType="num">
                                      <p:cBhvr additive="base">
                                        <p:cTn id="7" dur="500" fill="hold"/>
                                        <p:tgtEl>
                                          <p:spTgt spid="2928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2867">
                                            <p:txEl>
                                              <p:pRg st="0" end="0"/>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92867">
                                            <p:txEl>
                                              <p:pRg st="0" end="0"/>
                                            </p:txEl>
                                          </p:spTgt>
                                        </p:tgtEl>
                                        <p:attrNameLst>
                                          <p:attrName>ppt_c</p:attrName>
                                        </p:attrNameLst>
                                      </p:cBhvr>
                                      <p:to>
                                        <a:srgbClr val="66CCFF"/>
                                      </p:to>
                                    </p:animClr>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292867">
                                            <p:txEl>
                                              <p:pRg st="1" end="1"/>
                                            </p:txEl>
                                          </p:spTgt>
                                        </p:tgtEl>
                                        <p:attrNameLst>
                                          <p:attrName>style.visibility</p:attrName>
                                        </p:attrNameLst>
                                      </p:cBhvr>
                                      <p:to>
                                        <p:strVal val="visible"/>
                                      </p:to>
                                    </p:set>
                                    <p:anim calcmode="lin" valueType="num">
                                      <p:cBhvr additive="base">
                                        <p:cTn id="13" dur="500" fill="hold"/>
                                        <p:tgtEl>
                                          <p:spTgt spid="2928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2867">
                                            <p:txEl>
                                              <p:pRg st="1" end="1"/>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92867">
                                            <p:txEl>
                                              <p:pRg st="1" end="1"/>
                                            </p:txEl>
                                          </p:spTgt>
                                        </p:tgtEl>
                                        <p:attrNameLst>
                                          <p:attrName>ppt_c</p:attrName>
                                        </p:attrNameLst>
                                      </p:cBhvr>
                                      <p:to>
                                        <a:srgbClr val="66CCFF"/>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292867">
                                            <p:txEl>
                                              <p:pRg st="2" end="2"/>
                                            </p:txEl>
                                          </p:spTgt>
                                        </p:tgtEl>
                                        <p:attrNameLst>
                                          <p:attrName>style.visibility</p:attrName>
                                        </p:attrNameLst>
                                      </p:cBhvr>
                                      <p:to>
                                        <p:strVal val="visible"/>
                                      </p:to>
                                    </p:set>
                                    <p:anim calcmode="lin" valueType="num">
                                      <p:cBhvr additive="base">
                                        <p:cTn id="19" dur="500" fill="hold"/>
                                        <p:tgtEl>
                                          <p:spTgt spid="2928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92867">
                                            <p:txEl>
                                              <p:pRg st="2" end="2"/>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92867">
                                            <p:txEl>
                                              <p:pRg st="2" end="2"/>
                                            </p:txEl>
                                          </p:spTgt>
                                        </p:tgtEl>
                                        <p:attrNameLst>
                                          <p:attrName>ppt_c</p:attrName>
                                        </p:attrNameLst>
                                      </p:cBhvr>
                                      <p:to>
                                        <a:srgbClr val="66CCFF"/>
                                      </p:to>
                                    </p:animClr>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292867">
                                            <p:txEl>
                                              <p:pRg st="3" end="3"/>
                                            </p:txEl>
                                          </p:spTgt>
                                        </p:tgtEl>
                                        <p:attrNameLst>
                                          <p:attrName>style.visibility</p:attrName>
                                        </p:attrNameLst>
                                      </p:cBhvr>
                                      <p:to>
                                        <p:strVal val="visible"/>
                                      </p:to>
                                    </p:set>
                                    <p:anim calcmode="lin" valueType="num">
                                      <p:cBhvr additive="base">
                                        <p:cTn id="25" dur="500" fill="hold"/>
                                        <p:tgtEl>
                                          <p:spTgt spid="29286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92867">
                                            <p:txEl>
                                              <p:pRg st="3" end="3"/>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92867">
                                            <p:txEl>
                                              <p:pRg st="3" end="3"/>
                                            </p:txEl>
                                          </p:spTgt>
                                        </p:tgtEl>
                                        <p:attrNameLst>
                                          <p:attrName>ppt_c</p:attrName>
                                        </p:attrNameLst>
                                      </p:cBhvr>
                                      <p:to>
                                        <a:srgbClr val="66CCFF"/>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67"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Politika Geliştirme Ekibi</a:t>
            </a:r>
          </a:p>
        </p:txBody>
      </p:sp>
      <p:sp>
        <p:nvSpPr>
          <p:cNvPr id="294915" name="Rectangle 3"/>
          <p:cNvSpPr>
            <a:spLocks noChangeArrowheads="1"/>
          </p:cNvSpPr>
          <p:nvPr/>
        </p:nvSpPr>
        <p:spPr bwMode="auto">
          <a:xfrm>
            <a:off x="152400" y="1828800"/>
            <a:ext cx="8001000" cy="449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a:spcBef>
                <a:spcPct val="120000"/>
              </a:spcBef>
              <a:buClr>
                <a:schemeClr val="tx1"/>
              </a:buClr>
              <a:buSzPct val="90000"/>
              <a:buFont typeface="Marlett" pitchFamily="2" charset="2"/>
              <a:buChar char="h"/>
              <a:defRPr/>
            </a:pPr>
            <a:r>
              <a:rPr lang="tr-TR" dirty="0"/>
              <a:t>Üst düzey yönetici</a:t>
            </a:r>
          </a:p>
          <a:p>
            <a:pPr marL="342900" indent="-342900">
              <a:spcBef>
                <a:spcPct val="120000"/>
              </a:spcBef>
              <a:buClr>
                <a:schemeClr val="tx1"/>
              </a:buClr>
              <a:buSzPct val="90000"/>
              <a:buFont typeface="Marlett" pitchFamily="2" charset="2"/>
              <a:buChar char="h"/>
              <a:defRPr/>
            </a:pPr>
            <a:r>
              <a:rPr lang="tr-TR" dirty="0"/>
              <a:t>Kurum avukatı</a:t>
            </a:r>
          </a:p>
          <a:p>
            <a:pPr marL="342900" indent="-342900">
              <a:spcBef>
                <a:spcPct val="120000"/>
              </a:spcBef>
              <a:buClr>
                <a:schemeClr val="tx1"/>
              </a:buClr>
              <a:buSzPct val="90000"/>
              <a:buFont typeface="Marlett" pitchFamily="2" charset="2"/>
              <a:buChar char="h"/>
              <a:defRPr/>
            </a:pPr>
            <a:r>
              <a:rPr lang="tr-TR" dirty="0"/>
              <a:t>Tipik bir kullanıcı</a:t>
            </a:r>
          </a:p>
          <a:p>
            <a:pPr marL="342900" indent="-342900">
              <a:spcBef>
                <a:spcPct val="120000"/>
              </a:spcBef>
              <a:buClr>
                <a:schemeClr val="tx1"/>
              </a:buClr>
              <a:buSzPct val="90000"/>
              <a:buFont typeface="Marlett" pitchFamily="2" charset="2"/>
              <a:buChar char="h"/>
              <a:defRPr/>
            </a:pPr>
            <a:r>
              <a:rPr lang="tr-TR" dirty="0"/>
              <a:t>Bilgisayar sistem yöneticisi </a:t>
            </a:r>
          </a:p>
          <a:p>
            <a:pPr marL="342900" indent="-342900">
              <a:spcBef>
                <a:spcPct val="120000"/>
              </a:spcBef>
              <a:buClr>
                <a:schemeClr val="tx1"/>
              </a:buClr>
              <a:buSzPct val="90000"/>
              <a:buFont typeface="Marlett" pitchFamily="2" charset="2"/>
              <a:buChar char="h"/>
              <a:defRPr/>
            </a:pPr>
            <a:r>
              <a:rPr lang="tr-TR" dirty="0"/>
              <a:t>Politikayı kaleme alacak bir yazar</a:t>
            </a:r>
          </a:p>
        </p:txBody>
      </p:sp>
      <p:grpSp>
        <p:nvGrpSpPr>
          <p:cNvPr id="37892" name="Group 276"/>
          <p:cNvGrpSpPr>
            <a:grpSpLocks/>
          </p:cNvGrpSpPr>
          <p:nvPr/>
        </p:nvGrpSpPr>
        <p:grpSpPr bwMode="auto">
          <a:xfrm>
            <a:off x="3422650" y="990600"/>
            <a:ext cx="5568950" cy="4000500"/>
            <a:chOff x="1724" y="1248"/>
            <a:chExt cx="3508" cy="2520"/>
          </a:xfrm>
        </p:grpSpPr>
        <p:pic>
          <p:nvPicPr>
            <p:cNvPr id="37893" name="Picture 277" descr="PE01549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40" y="1248"/>
              <a:ext cx="1602" cy="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4" name="Picture 278" descr="PE01561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24" y="1440"/>
              <a:ext cx="3508" cy="2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9316244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94915">
                                            <p:txEl>
                                              <p:pRg st="0" end="0"/>
                                            </p:txEl>
                                          </p:spTgt>
                                        </p:tgtEl>
                                        <p:attrNameLst>
                                          <p:attrName>style.visibility</p:attrName>
                                        </p:attrNameLst>
                                      </p:cBhvr>
                                      <p:to>
                                        <p:strVal val="visible"/>
                                      </p:to>
                                    </p:set>
                                    <p:anim calcmode="lin" valueType="num">
                                      <p:cBhvr additive="base">
                                        <p:cTn id="7" dur="500" fill="hold"/>
                                        <p:tgtEl>
                                          <p:spTgt spid="2949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4915">
                                            <p:txEl>
                                              <p:pRg st="0" end="0"/>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94915">
                                            <p:txEl>
                                              <p:pRg st="0" end="0"/>
                                            </p:txEl>
                                          </p:spTgt>
                                        </p:tgtEl>
                                        <p:attrNameLst>
                                          <p:attrName>ppt_c</p:attrName>
                                        </p:attrNameLst>
                                      </p:cBhvr>
                                      <p:to>
                                        <a:srgbClr val="66CCFF"/>
                                      </p:to>
                                    </p:animClr>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294915">
                                            <p:txEl>
                                              <p:pRg st="1" end="1"/>
                                            </p:txEl>
                                          </p:spTgt>
                                        </p:tgtEl>
                                        <p:attrNameLst>
                                          <p:attrName>style.visibility</p:attrName>
                                        </p:attrNameLst>
                                      </p:cBhvr>
                                      <p:to>
                                        <p:strVal val="visible"/>
                                      </p:to>
                                    </p:set>
                                    <p:anim calcmode="lin" valueType="num">
                                      <p:cBhvr additive="base">
                                        <p:cTn id="13" dur="500" fill="hold"/>
                                        <p:tgtEl>
                                          <p:spTgt spid="2949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4915">
                                            <p:txEl>
                                              <p:pRg st="1" end="1"/>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94915">
                                            <p:txEl>
                                              <p:pRg st="1" end="1"/>
                                            </p:txEl>
                                          </p:spTgt>
                                        </p:tgtEl>
                                        <p:attrNameLst>
                                          <p:attrName>ppt_c</p:attrName>
                                        </p:attrNameLst>
                                      </p:cBhvr>
                                      <p:to>
                                        <a:srgbClr val="66CCFF"/>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294915">
                                            <p:txEl>
                                              <p:pRg st="2" end="2"/>
                                            </p:txEl>
                                          </p:spTgt>
                                        </p:tgtEl>
                                        <p:attrNameLst>
                                          <p:attrName>style.visibility</p:attrName>
                                        </p:attrNameLst>
                                      </p:cBhvr>
                                      <p:to>
                                        <p:strVal val="visible"/>
                                      </p:to>
                                    </p:set>
                                    <p:anim calcmode="lin" valueType="num">
                                      <p:cBhvr additive="base">
                                        <p:cTn id="19" dur="500" fill="hold"/>
                                        <p:tgtEl>
                                          <p:spTgt spid="2949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94915">
                                            <p:txEl>
                                              <p:pRg st="2" end="2"/>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94915">
                                            <p:txEl>
                                              <p:pRg st="2" end="2"/>
                                            </p:txEl>
                                          </p:spTgt>
                                        </p:tgtEl>
                                        <p:attrNameLst>
                                          <p:attrName>ppt_c</p:attrName>
                                        </p:attrNameLst>
                                      </p:cBhvr>
                                      <p:to>
                                        <a:srgbClr val="66CCFF"/>
                                      </p:to>
                                    </p:animClr>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294915">
                                            <p:txEl>
                                              <p:pRg st="3" end="3"/>
                                            </p:txEl>
                                          </p:spTgt>
                                        </p:tgtEl>
                                        <p:attrNameLst>
                                          <p:attrName>style.visibility</p:attrName>
                                        </p:attrNameLst>
                                      </p:cBhvr>
                                      <p:to>
                                        <p:strVal val="visible"/>
                                      </p:to>
                                    </p:set>
                                    <p:anim calcmode="lin" valueType="num">
                                      <p:cBhvr additive="base">
                                        <p:cTn id="25" dur="500" fill="hold"/>
                                        <p:tgtEl>
                                          <p:spTgt spid="29491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94915">
                                            <p:txEl>
                                              <p:pRg st="3" end="3"/>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94915">
                                            <p:txEl>
                                              <p:pRg st="3" end="3"/>
                                            </p:txEl>
                                          </p:spTgt>
                                        </p:tgtEl>
                                        <p:attrNameLst>
                                          <p:attrName>ppt_c</p:attrName>
                                        </p:attrNameLst>
                                      </p:cBhvr>
                                      <p:to>
                                        <a:srgbClr val="66CCFF"/>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294915">
                                            <p:txEl>
                                              <p:pRg st="4" end="4"/>
                                            </p:txEl>
                                          </p:spTgt>
                                        </p:tgtEl>
                                        <p:attrNameLst>
                                          <p:attrName>style.visibility</p:attrName>
                                        </p:attrNameLst>
                                      </p:cBhvr>
                                      <p:to>
                                        <p:strVal val="visible"/>
                                      </p:to>
                                    </p:set>
                                    <p:anim calcmode="lin" valueType="num">
                                      <p:cBhvr additive="base">
                                        <p:cTn id="31" dur="500" fill="hold"/>
                                        <p:tgtEl>
                                          <p:spTgt spid="29491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94915">
                                            <p:txEl>
                                              <p:pRg st="4" end="4"/>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94915">
                                            <p:txEl>
                                              <p:pRg st="4" end="4"/>
                                            </p:txEl>
                                          </p:spTgt>
                                        </p:tgtEl>
                                        <p:attrNameLst>
                                          <p:attrName>ppt_c</p:attrName>
                                        </p:attrNameLst>
                                      </p:cBhvr>
                                      <p:to>
                                        <a:srgbClr val="66CCFF"/>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15"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Politika Geliştirme Yöntemi</a:t>
            </a:r>
          </a:p>
        </p:txBody>
      </p:sp>
      <p:sp>
        <p:nvSpPr>
          <p:cNvPr id="38933" name="Text Box 7"/>
          <p:cNvSpPr txBox="1">
            <a:spLocks noChangeArrowheads="1"/>
          </p:cNvSpPr>
          <p:nvPr/>
        </p:nvSpPr>
        <p:spPr bwMode="auto">
          <a:xfrm>
            <a:off x="5943600" y="1066800"/>
            <a:ext cx="2971800" cy="1347788"/>
          </a:xfrm>
          <a:prstGeom prst="rect">
            <a:avLst/>
          </a:prstGeom>
          <a:ln/>
          <a:extLst/>
        </p:spPr>
        <p:style>
          <a:lnRef idx="2">
            <a:schemeClr val="accent2"/>
          </a:lnRef>
          <a:fillRef idx="1">
            <a:schemeClr val="lt1"/>
          </a:fillRef>
          <a:effectRef idx="0">
            <a:schemeClr val="accent2"/>
          </a:effectRef>
          <a:fontRef idx="minor">
            <a:schemeClr val="dk1"/>
          </a:fontRef>
        </p:style>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spcBef>
                <a:spcPct val="20000"/>
              </a:spcBef>
            </a:pPr>
            <a:r>
              <a:rPr lang="tr-TR" dirty="0"/>
              <a:t>Başka kuruma ait </a:t>
            </a:r>
          </a:p>
          <a:p>
            <a:pPr algn="ctr">
              <a:spcBef>
                <a:spcPct val="20000"/>
              </a:spcBef>
            </a:pPr>
            <a:r>
              <a:rPr lang="tr-TR" dirty="0"/>
              <a:t>politikalar </a:t>
            </a:r>
          </a:p>
          <a:p>
            <a:pPr algn="ctr">
              <a:spcBef>
                <a:spcPct val="20000"/>
              </a:spcBef>
            </a:pPr>
            <a:r>
              <a:rPr lang="tr-TR" dirty="0"/>
              <a:t>aynen alınır</a:t>
            </a:r>
          </a:p>
        </p:txBody>
      </p:sp>
      <p:sp>
        <p:nvSpPr>
          <p:cNvPr id="38931" name="Text Box 10"/>
          <p:cNvSpPr txBox="1">
            <a:spLocks noChangeArrowheads="1"/>
          </p:cNvSpPr>
          <p:nvPr/>
        </p:nvSpPr>
        <p:spPr bwMode="auto">
          <a:xfrm>
            <a:off x="5943600" y="2781301"/>
            <a:ext cx="2971800" cy="1347788"/>
          </a:xfrm>
          <a:prstGeom prst="rect">
            <a:avLst/>
          </a:prstGeom>
          <a:ln/>
          <a:extLst/>
        </p:spPr>
        <p:style>
          <a:lnRef idx="2">
            <a:schemeClr val="accent2"/>
          </a:lnRef>
          <a:fillRef idx="1">
            <a:schemeClr val="lt1"/>
          </a:fillRef>
          <a:effectRef idx="0">
            <a:schemeClr val="accent2"/>
          </a:effectRef>
          <a:fontRef idx="minor">
            <a:schemeClr val="dk1"/>
          </a:fontRef>
        </p:style>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spcBef>
                <a:spcPct val="20000"/>
              </a:spcBef>
            </a:pPr>
            <a:r>
              <a:rPr lang="tr-TR"/>
              <a:t>Başka kuruma ait </a:t>
            </a:r>
          </a:p>
          <a:p>
            <a:pPr algn="ctr">
              <a:spcBef>
                <a:spcPct val="20000"/>
              </a:spcBef>
            </a:pPr>
            <a:r>
              <a:rPr lang="tr-TR"/>
              <a:t>politikalar </a:t>
            </a:r>
          </a:p>
          <a:p>
            <a:pPr algn="ctr">
              <a:spcBef>
                <a:spcPct val="20000"/>
              </a:spcBef>
            </a:pPr>
            <a:r>
              <a:rPr lang="tr-TR"/>
              <a:t>değiştirilerek alınır</a:t>
            </a:r>
          </a:p>
        </p:txBody>
      </p:sp>
      <p:sp>
        <p:nvSpPr>
          <p:cNvPr id="303118" name="AutoShape 14"/>
          <p:cNvSpPr>
            <a:spLocks noChangeArrowheads="1"/>
          </p:cNvSpPr>
          <p:nvPr/>
        </p:nvSpPr>
        <p:spPr bwMode="auto">
          <a:xfrm>
            <a:off x="533400" y="1143000"/>
            <a:ext cx="4419600" cy="990600"/>
          </a:xfrm>
          <a:prstGeom prst="roundRect">
            <a:avLst>
              <a:gd name="adj" fmla="val 16667"/>
            </a:avLst>
          </a:prstGeom>
          <a:ln/>
          <a:extLst/>
        </p:spPr>
        <p:style>
          <a:lnRef idx="2">
            <a:schemeClr val="dk1"/>
          </a:lnRef>
          <a:fillRef idx="1">
            <a:schemeClr val="lt1"/>
          </a:fillRef>
          <a:effectRef idx="0">
            <a:schemeClr val="dk1"/>
          </a:effectRef>
          <a:fontRef idx="minor">
            <a:schemeClr val="dk1"/>
          </a:fontRef>
        </p:style>
        <p:txBody>
          <a:bodyPr wrap="none" anchor="ctr">
            <a:flatTx/>
          </a:bodyPr>
          <a:lstStyle/>
          <a:p>
            <a:pPr algn="ctr">
              <a:defRPr/>
            </a:pPr>
            <a:r>
              <a:rPr lang="tr-TR" dirty="0"/>
              <a:t>Taslak Politika Oluşturulur</a:t>
            </a:r>
          </a:p>
          <a:p>
            <a:pPr algn="ctr">
              <a:defRPr/>
            </a:pPr>
            <a:r>
              <a:rPr lang="tr-TR" dirty="0"/>
              <a:t>Sistem </a:t>
            </a:r>
            <a:r>
              <a:rPr lang="tr-TR" dirty="0" err="1"/>
              <a:t>Yöneticisi,Kullanıcı,Yazar</a:t>
            </a:r>
            <a:endParaRPr lang="tr-TR" dirty="0"/>
          </a:p>
        </p:txBody>
      </p:sp>
      <p:sp>
        <p:nvSpPr>
          <p:cNvPr id="303124" name="AutoShape 20"/>
          <p:cNvSpPr>
            <a:spLocks noChangeArrowheads="1"/>
          </p:cNvSpPr>
          <p:nvPr/>
        </p:nvSpPr>
        <p:spPr bwMode="auto">
          <a:xfrm>
            <a:off x="533400" y="3924300"/>
            <a:ext cx="4419600" cy="990600"/>
          </a:xfrm>
          <a:prstGeom prst="roundRect">
            <a:avLst>
              <a:gd name="adj" fmla="val 16667"/>
            </a:avLst>
          </a:prstGeom>
          <a:ln/>
          <a:extLst/>
        </p:spPr>
        <p:style>
          <a:lnRef idx="2">
            <a:schemeClr val="dk1"/>
          </a:lnRef>
          <a:fillRef idx="1">
            <a:schemeClr val="lt1"/>
          </a:fillRef>
          <a:effectRef idx="0">
            <a:schemeClr val="dk1"/>
          </a:effectRef>
          <a:fontRef idx="minor">
            <a:schemeClr val="dk1"/>
          </a:fontRef>
        </p:style>
        <p:txBody>
          <a:bodyPr wrap="none" anchor="ctr">
            <a:flatTx/>
          </a:bodyPr>
          <a:lstStyle/>
          <a:p>
            <a:pPr algn="ctr">
              <a:defRPr/>
            </a:pPr>
            <a:r>
              <a:rPr lang="tr-TR"/>
              <a:t>Önerilecek Politika Kesinleştirilir</a:t>
            </a:r>
          </a:p>
          <a:p>
            <a:pPr algn="ctr">
              <a:defRPr/>
            </a:pPr>
            <a:r>
              <a:rPr lang="tr-TR"/>
              <a:t>Bilgisayar Güvenliği Yöneticisi</a:t>
            </a:r>
          </a:p>
        </p:txBody>
      </p:sp>
      <p:sp>
        <p:nvSpPr>
          <p:cNvPr id="303126" name="AutoShape 22"/>
          <p:cNvSpPr>
            <a:spLocks noChangeArrowheads="1"/>
          </p:cNvSpPr>
          <p:nvPr/>
        </p:nvSpPr>
        <p:spPr bwMode="auto">
          <a:xfrm>
            <a:off x="533400" y="2514600"/>
            <a:ext cx="4419600" cy="990600"/>
          </a:xfrm>
          <a:prstGeom prst="roundRect">
            <a:avLst>
              <a:gd name="adj" fmla="val 16667"/>
            </a:avLst>
          </a:prstGeom>
          <a:ln/>
          <a:extLst/>
        </p:spPr>
        <p:style>
          <a:lnRef idx="2">
            <a:schemeClr val="dk1"/>
          </a:lnRef>
          <a:fillRef idx="1">
            <a:schemeClr val="lt1"/>
          </a:fillRef>
          <a:effectRef idx="0">
            <a:schemeClr val="dk1"/>
          </a:effectRef>
          <a:fontRef idx="minor">
            <a:schemeClr val="dk1"/>
          </a:fontRef>
        </p:style>
        <p:txBody>
          <a:bodyPr wrap="none" anchor="ctr">
            <a:flatTx/>
          </a:bodyPr>
          <a:lstStyle/>
          <a:p>
            <a:pPr algn="ctr">
              <a:defRPr/>
            </a:pPr>
            <a:r>
              <a:rPr lang="tr-TR"/>
              <a:t>Önerilecek Politika Kararlaştırılır</a:t>
            </a:r>
          </a:p>
          <a:p>
            <a:pPr algn="ctr">
              <a:defRPr/>
            </a:pPr>
            <a:r>
              <a:rPr lang="tr-TR"/>
              <a:t>Proje Geliştirme Ekibi</a:t>
            </a:r>
          </a:p>
        </p:txBody>
      </p:sp>
      <p:sp>
        <p:nvSpPr>
          <p:cNvPr id="303127" name="AutoShape 23"/>
          <p:cNvSpPr>
            <a:spLocks noChangeArrowheads="1"/>
          </p:cNvSpPr>
          <p:nvPr/>
        </p:nvSpPr>
        <p:spPr bwMode="auto">
          <a:xfrm>
            <a:off x="533400" y="5257800"/>
            <a:ext cx="4419600" cy="990600"/>
          </a:xfrm>
          <a:prstGeom prst="roundRect">
            <a:avLst>
              <a:gd name="adj" fmla="val 16667"/>
            </a:avLst>
          </a:prstGeom>
          <a:ln/>
          <a:extLst/>
        </p:spPr>
        <p:style>
          <a:lnRef idx="2">
            <a:schemeClr val="dk1"/>
          </a:lnRef>
          <a:fillRef idx="1">
            <a:schemeClr val="lt1"/>
          </a:fillRef>
          <a:effectRef idx="0">
            <a:schemeClr val="dk1"/>
          </a:effectRef>
          <a:fontRef idx="minor">
            <a:schemeClr val="dk1"/>
          </a:fontRef>
        </p:style>
        <p:txBody>
          <a:bodyPr wrap="none" anchor="ctr">
            <a:flatTx/>
          </a:bodyPr>
          <a:lstStyle/>
          <a:p>
            <a:pPr algn="ctr">
              <a:defRPr/>
            </a:pPr>
            <a:r>
              <a:rPr lang="tr-TR"/>
              <a:t>Politika Resmen Onaylanır</a:t>
            </a:r>
          </a:p>
          <a:p>
            <a:pPr algn="ctr">
              <a:defRPr/>
            </a:pPr>
            <a:r>
              <a:rPr lang="tr-TR"/>
              <a:t>En Yetkili Yönetici</a:t>
            </a:r>
          </a:p>
        </p:txBody>
      </p:sp>
      <p:sp>
        <p:nvSpPr>
          <p:cNvPr id="303128" name="Line 24"/>
          <p:cNvSpPr>
            <a:spLocks noChangeShapeType="1"/>
          </p:cNvSpPr>
          <p:nvPr/>
        </p:nvSpPr>
        <p:spPr bwMode="auto">
          <a:xfrm>
            <a:off x="2590800" y="2133600"/>
            <a:ext cx="0" cy="381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303129" name="Line 25"/>
          <p:cNvSpPr>
            <a:spLocks noChangeShapeType="1"/>
          </p:cNvSpPr>
          <p:nvPr/>
        </p:nvSpPr>
        <p:spPr bwMode="auto">
          <a:xfrm>
            <a:off x="2590800" y="3505200"/>
            <a:ext cx="0" cy="381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303130" name="Line 26"/>
          <p:cNvSpPr>
            <a:spLocks noChangeShapeType="1"/>
          </p:cNvSpPr>
          <p:nvPr/>
        </p:nvSpPr>
        <p:spPr bwMode="auto">
          <a:xfrm>
            <a:off x="2590800" y="4876800"/>
            <a:ext cx="0" cy="381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grpSp>
        <p:nvGrpSpPr>
          <p:cNvPr id="303133" name="Group 29"/>
          <p:cNvGrpSpPr>
            <a:grpSpLocks/>
          </p:cNvGrpSpPr>
          <p:nvPr/>
        </p:nvGrpSpPr>
        <p:grpSpPr bwMode="auto">
          <a:xfrm>
            <a:off x="4953000" y="1066800"/>
            <a:ext cx="914400" cy="4724400"/>
            <a:chOff x="3120" y="672"/>
            <a:chExt cx="576" cy="2976"/>
          </a:xfrm>
        </p:grpSpPr>
        <p:sp>
          <p:nvSpPr>
            <p:cNvPr id="38926" name="Line 27"/>
            <p:cNvSpPr>
              <a:spLocks noChangeShapeType="1"/>
            </p:cNvSpPr>
            <p:nvPr/>
          </p:nvSpPr>
          <p:spPr bwMode="auto">
            <a:xfrm flipV="1">
              <a:off x="3120" y="672"/>
              <a:ext cx="576" cy="144"/>
            </a:xfrm>
            <a:prstGeom prst="line">
              <a:avLst/>
            </a:prstGeom>
            <a:ln>
              <a:headEnd/>
              <a:tailEnd/>
            </a:ln>
            <a:extLst/>
          </p:spPr>
          <p:style>
            <a:lnRef idx="2">
              <a:schemeClr val="accent2"/>
            </a:lnRef>
            <a:fillRef idx="0">
              <a:schemeClr val="accent2"/>
            </a:fillRef>
            <a:effectRef idx="1">
              <a:schemeClr val="accent2"/>
            </a:effectRef>
            <a:fontRef idx="minor">
              <a:schemeClr val="tx1"/>
            </a:fontRef>
          </p:style>
          <p:txBody>
            <a:bodyPr/>
            <a:lstStyle/>
            <a:p>
              <a:endParaRPr lang="tr-TR"/>
            </a:p>
          </p:txBody>
        </p:sp>
        <p:sp>
          <p:nvSpPr>
            <p:cNvPr id="38927" name="Line 28"/>
            <p:cNvSpPr>
              <a:spLocks noChangeShapeType="1"/>
            </p:cNvSpPr>
            <p:nvPr/>
          </p:nvSpPr>
          <p:spPr bwMode="auto">
            <a:xfrm>
              <a:off x="3120" y="1248"/>
              <a:ext cx="576" cy="2400"/>
            </a:xfrm>
            <a:prstGeom prst="line">
              <a:avLst/>
            </a:prstGeom>
            <a:ln>
              <a:headEnd/>
              <a:tailEnd/>
            </a:ln>
            <a:extLst/>
          </p:spPr>
          <p:style>
            <a:lnRef idx="2">
              <a:schemeClr val="accent2"/>
            </a:lnRef>
            <a:fillRef idx="0">
              <a:schemeClr val="accent2"/>
            </a:fillRef>
            <a:effectRef idx="1">
              <a:schemeClr val="accent2"/>
            </a:effectRef>
            <a:fontRef idx="minor">
              <a:schemeClr val="tx1"/>
            </a:fontRef>
          </p:style>
          <p:txBody>
            <a:bodyPr/>
            <a:lstStyle/>
            <a:p>
              <a:endParaRPr lang="tr-TR"/>
            </a:p>
          </p:txBody>
        </p:sp>
      </p:grpSp>
      <p:sp>
        <p:nvSpPr>
          <p:cNvPr id="22" name="Text Box 13"/>
          <p:cNvSpPr txBox="1">
            <a:spLocks noChangeArrowheads="1"/>
          </p:cNvSpPr>
          <p:nvPr/>
        </p:nvSpPr>
        <p:spPr bwMode="auto">
          <a:xfrm>
            <a:off x="5943600" y="4419600"/>
            <a:ext cx="2971800" cy="1347788"/>
          </a:xfrm>
          <a:prstGeom prst="rect">
            <a:avLst/>
          </a:prstGeom>
          <a:ln/>
          <a:extLst/>
        </p:spPr>
        <p:style>
          <a:lnRef idx="2">
            <a:schemeClr val="accent2"/>
          </a:lnRef>
          <a:fillRef idx="1">
            <a:schemeClr val="lt1"/>
          </a:fillRef>
          <a:effectRef idx="0">
            <a:schemeClr val="accent2"/>
          </a:effectRef>
          <a:fontRef idx="minor">
            <a:schemeClr val="dk1"/>
          </a:fontRef>
        </p:style>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spcBef>
                <a:spcPct val="20000"/>
              </a:spcBef>
            </a:pPr>
            <a:r>
              <a:rPr lang="tr-TR"/>
              <a:t>Politikalar</a:t>
            </a:r>
          </a:p>
          <a:p>
            <a:pPr algn="ctr">
              <a:spcBef>
                <a:spcPct val="20000"/>
              </a:spcBef>
            </a:pPr>
            <a:r>
              <a:rPr lang="tr-TR"/>
              <a:t>sıfırdan başlayarak</a:t>
            </a:r>
          </a:p>
          <a:p>
            <a:pPr algn="ctr">
              <a:spcBef>
                <a:spcPct val="20000"/>
              </a:spcBef>
            </a:pPr>
            <a:r>
              <a:rPr lang="tr-TR"/>
              <a:t>geliştirilir</a:t>
            </a:r>
          </a:p>
        </p:txBody>
      </p:sp>
    </p:spTree>
    <p:extLst>
      <p:ext uri="{BB962C8B-B14F-4D97-AF65-F5344CB8AC3E}">
        <p14:creationId xmlns:p14="http://schemas.microsoft.com/office/powerpoint/2010/main" val="18249761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3118"/>
                                        </p:tgtEl>
                                        <p:attrNameLst>
                                          <p:attrName>style.visibility</p:attrName>
                                        </p:attrNameLst>
                                      </p:cBhvr>
                                      <p:to>
                                        <p:strVal val="visible"/>
                                      </p:to>
                                    </p:set>
                                    <p:anim calcmode="lin" valueType="num">
                                      <p:cBhvr additive="base">
                                        <p:cTn id="7" dur="500" fill="hold"/>
                                        <p:tgtEl>
                                          <p:spTgt spid="303118"/>
                                        </p:tgtEl>
                                        <p:attrNameLst>
                                          <p:attrName>ppt_x</p:attrName>
                                        </p:attrNameLst>
                                      </p:cBhvr>
                                      <p:tavLst>
                                        <p:tav tm="0">
                                          <p:val>
                                            <p:strVal val="0-#ppt_w/2"/>
                                          </p:val>
                                        </p:tav>
                                        <p:tav tm="100000">
                                          <p:val>
                                            <p:strVal val="#ppt_x"/>
                                          </p:val>
                                        </p:tav>
                                      </p:tavLst>
                                    </p:anim>
                                    <p:anim calcmode="lin" valueType="num">
                                      <p:cBhvr additive="base">
                                        <p:cTn id="8" dur="500" fill="hold"/>
                                        <p:tgtEl>
                                          <p:spTgt spid="30311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6" fill="hold" nodeType="clickEffect">
                                  <p:stCondLst>
                                    <p:cond delay="0"/>
                                  </p:stCondLst>
                                  <p:childTnLst>
                                    <p:set>
                                      <p:cBhvr>
                                        <p:cTn id="12" dur="1" fill="hold">
                                          <p:stCondLst>
                                            <p:cond delay="0"/>
                                          </p:stCondLst>
                                        </p:cTn>
                                        <p:tgtEl>
                                          <p:spTgt spid="303133"/>
                                        </p:tgtEl>
                                        <p:attrNameLst>
                                          <p:attrName>style.visibility</p:attrName>
                                        </p:attrNameLst>
                                      </p:cBhvr>
                                      <p:to>
                                        <p:strVal val="visible"/>
                                      </p:to>
                                    </p:set>
                                    <p:animEffect transition="in" filter="strips(downRight)">
                                      <p:cBhvr>
                                        <p:cTn id="13" dur="500"/>
                                        <p:tgtEl>
                                          <p:spTgt spid="30313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303128"/>
                                        </p:tgtEl>
                                        <p:attrNameLst>
                                          <p:attrName>style.visibility</p:attrName>
                                        </p:attrNameLst>
                                      </p:cBhvr>
                                      <p:to>
                                        <p:strVal val="visible"/>
                                      </p:to>
                                    </p:set>
                                    <p:animEffect transition="in" filter="strips(downRight)">
                                      <p:cBhvr>
                                        <p:cTn id="18" dur="500"/>
                                        <p:tgtEl>
                                          <p:spTgt spid="30312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303126"/>
                                        </p:tgtEl>
                                        <p:attrNameLst>
                                          <p:attrName>style.visibility</p:attrName>
                                        </p:attrNameLst>
                                      </p:cBhvr>
                                      <p:to>
                                        <p:strVal val="visible"/>
                                      </p:to>
                                    </p:set>
                                    <p:anim calcmode="lin" valueType="num">
                                      <p:cBhvr additive="base">
                                        <p:cTn id="23" dur="500" fill="hold"/>
                                        <p:tgtEl>
                                          <p:spTgt spid="303126"/>
                                        </p:tgtEl>
                                        <p:attrNameLst>
                                          <p:attrName>ppt_x</p:attrName>
                                        </p:attrNameLst>
                                      </p:cBhvr>
                                      <p:tavLst>
                                        <p:tav tm="0">
                                          <p:val>
                                            <p:strVal val="0-#ppt_w/2"/>
                                          </p:val>
                                        </p:tav>
                                        <p:tav tm="100000">
                                          <p:val>
                                            <p:strVal val="#ppt_x"/>
                                          </p:val>
                                        </p:tav>
                                      </p:tavLst>
                                    </p:anim>
                                    <p:anim calcmode="lin" valueType="num">
                                      <p:cBhvr additive="base">
                                        <p:cTn id="24" dur="500" fill="hold"/>
                                        <p:tgtEl>
                                          <p:spTgt spid="303126"/>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8" presetClass="entr" presetSubtype="6" fill="hold" grpId="0" nodeType="clickEffect">
                                  <p:stCondLst>
                                    <p:cond delay="0"/>
                                  </p:stCondLst>
                                  <p:childTnLst>
                                    <p:set>
                                      <p:cBhvr>
                                        <p:cTn id="28" dur="1" fill="hold">
                                          <p:stCondLst>
                                            <p:cond delay="0"/>
                                          </p:stCondLst>
                                        </p:cTn>
                                        <p:tgtEl>
                                          <p:spTgt spid="303129"/>
                                        </p:tgtEl>
                                        <p:attrNameLst>
                                          <p:attrName>style.visibility</p:attrName>
                                        </p:attrNameLst>
                                      </p:cBhvr>
                                      <p:to>
                                        <p:strVal val="visible"/>
                                      </p:to>
                                    </p:set>
                                    <p:animEffect transition="in" filter="strips(downRight)">
                                      <p:cBhvr>
                                        <p:cTn id="29" dur="500"/>
                                        <p:tgtEl>
                                          <p:spTgt spid="30312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303124"/>
                                        </p:tgtEl>
                                        <p:attrNameLst>
                                          <p:attrName>style.visibility</p:attrName>
                                        </p:attrNameLst>
                                      </p:cBhvr>
                                      <p:to>
                                        <p:strVal val="visible"/>
                                      </p:to>
                                    </p:set>
                                    <p:anim calcmode="lin" valueType="num">
                                      <p:cBhvr additive="base">
                                        <p:cTn id="34" dur="500" fill="hold"/>
                                        <p:tgtEl>
                                          <p:spTgt spid="303124"/>
                                        </p:tgtEl>
                                        <p:attrNameLst>
                                          <p:attrName>ppt_x</p:attrName>
                                        </p:attrNameLst>
                                      </p:cBhvr>
                                      <p:tavLst>
                                        <p:tav tm="0">
                                          <p:val>
                                            <p:strVal val="0-#ppt_w/2"/>
                                          </p:val>
                                        </p:tav>
                                        <p:tav tm="100000">
                                          <p:val>
                                            <p:strVal val="#ppt_x"/>
                                          </p:val>
                                        </p:tav>
                                      </p:tavLst>
                                    </p:anim>
                                    <p:anim calcmode="lin" valueType="num">
                                      <p:cBhvr additive="base">
                                        <p:cTn id="35" dur="500" fill="hold"/>
                                        <p:tgtEl>
                                          <p:spTgt spid="303124"/>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18" presetClass="entr" presetSubtype="6" fill="hold" grpId="0" nodeType="clickEffect">
                                  <p:stCondLst>
                                    <p:cond delay="0"/>
                                  </p:stCondLst>
                                  <p:childTnLst>
                                    <p:set>
                                      <p:cBhvr>
                                        <p:cTn id="39" dur="1" fill="hold">
                                          <p:stCondLst>
                                            <p:cond delay="0"/>
                                          </p:stCondLst>
                                        </p:cTn>
                                        <p:tgtEl>
                                          <p:spTgt spid="303130"/>
                                        </p:tgtEl>
                                        <p:attrNameLst>
                                          <p:attrName>style.visibility</p:attrName>
                                        </p:attrNameLst>
                                      </p:cBhvr>
                                      <p:to>
                                        <p:strVal val="visible"/>
                                      </p:to>
                                    </p:set>
                                    <p:animEffect transition="in" filter="strips(downRight)">
                                      <p:cBhvr>
                                        <p:cTn id="40" dur="500"/>
                                        <p:tgtEl>
                                          <p:spTgt spid="30313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303127"/>
                                        </p:tgtEl>
                                        <p:attrNameLst>
                                          <p:attrName>style.visibility</p:attrName>
                                        </p:attrNameLst>
                                      </p:cBhvr>
                                      <p:to>
                                        <p:strVal val="visible"/>
                                      </p:to>
                                    </p:set>
                                    <p:anim calcmode="lin" valueType="num">
                                      <p:cBhvr additive="base">
                                        <p:cTn id="45" dur="500" fill="hold"/>
                                        <p:tgtEl>
                                          <p:spTgt spid="303127"/>
                                        </p:tgtEl>
                                        <p:attrNameLst>
                                          <p:attrName>ppt_x</p:attrName>
                                        </p:attrNameLst>
                                      </p:cBhvr>
                                      <p:tavLst>
                                        <p:tav tm="0">
                                          <p:val>
                                            <p:strVal val="0-#ppt_w/2"/>
                                          </p:val>
                                        </p:tav>
                                        <p:tav tm="100000">
                                          <p:val>
                                            <p:strVal val="#ppt_x"/>
                                          </p:val>
                                        </p:tav>
                                      </p:tavLst>
                                    </p:anim>
                                    <p:anim calcmode="lin" valueType="num">
                                      <p:cBhvr additive="base">
                                        <p:cTn id="46" dur="500" fill="hold"/>
                                        <p:tgtEl>
                                          <p:spTgt spid="3031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18" grpId="0" animBg="1" autoUpdateAnimBg="0"/>
      <p:bldP spid="303124" grpId="0" animBg="1" autoUpdateAnimBg="0"/>
      <p:bldP spid="303126" grpId="0" animBg="1" autoUpdateAnimBg="0"/>
      <p:bldP spid="303127" grpId="0" animBg="1" autoUpdateAnimBg="0"/>
      <p:bldP spid="303128" grpId="0" animBg="1"/>
      <p:bldP spid="303129" grpId="0" animBg="1"/>
      <p:bldP spid="30313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Politika Hazırlanması</a:t>
            </a:r>
          </a:p>
        </p:txBody>
      </p:sp>
      <p:grpSp>
        <p:nvGrpSpPr>
          <p:cNvPr id="296964" name="Group 4"/>
          <p:cNvGrpSpPr>
            <a:grpSpLocks/>
          </p:cNvGrpSpPr>
          <p:nvPr/>
        </p:nvGrpSpPr>
        <p:grpSpPr bwMode="auto">
          <a:xfrm>
            <a:off x="3200400" y="1447800"/>
            <a:ext cx="2819400" cy="762000"/>
            <a:chOff x="1920" y="864"/>
            <a:chExt cx="1776" cy="480"/>
          </a:xfrm>
        </p:grpSpPr>
        <p:sp>
          <p:nvSpPr>
            <p:cNvPr id="39978" name="Rectangle 5"/>
            <p:cNvSpPr>
              <a:spLocks noChangeArrowheads="1"/>
            </p:cNvSpPr>
            <p:nvPr/>
          </p:nvSpPr>
          <p:spPr bwMode="auto">
            <a:xfrm>
              <a:off x="1920" y="864"/>
              <a:ext cx="1776" cy="480"/>
            </a:xfrm>
            <a:prstGeom prst="rect">
              <a:avLst/>
            </a:prstGeom>
            <a:ln>
              <a:headEnd/>
              <a:tailEnd/>
            </a:ln>
            <a:extLst/>
          </p:spPr>
          <p:style>
            <a:lnRef idx="2">
              <a:schemeClr val="accent1"/>
            </a:lnRef>
            <a:fillRef idx="1">
              <a:schemeClr val="lt1"/>
            </a:fillRef>
            <a:effectRef idx="0">
              <a:schemeClr val="accent1"/>
            </a:effectRef>
            <a:fontRef idx="minor">
              <a:schemeClr val="dk1"/>
            </a:fontRef>
          </p:style>
          <p:txBody>
            <a:bodyPr wrap="none" anchor="ctr"/>
            <a:lstStyle/>
            <a:p>
              <a:endParaRPr lang="tr-TR"/>
            </a:p>
          </p:txBody>
        </p:sp>
        <p:sp>
          <p:nvSpPr>
            <p:cNvPr id="296966" name="Text Box 6"/>
            <p:cNvSpPr txBox="1">
              <a:spLocks noChangeArrowheads="1"/>
            </p:cNvSpPr>
            <p:nvPr/>
          </p:nvSpPr>
          <p:spPr bwMode="auto">
            <a:xfrm>
              <a:off x="1968" y="960"/>
              <a:ext cx="1728" cy="233"/>
            </a:xfrm>
            <a:prstGeom prst="rect">
              <a:avLst/>
            </a:prstGeom>
            <a:ln/>
            <a:extLst/>
          </p:spPr>
          <p:style>
            <a:lnRef idx="2">
              <a:schemeClr val="accent1"/>
            </a:lnRef>
            <a:fillRef idx="1">
              <a:schemeClr val="lt1"/>
            </a:fillRef>
            <a:effectRef idx="0">
              <a:schemeClr val="accent1"/>
            </a:effectRef>
            <a:fontRef idx="minor">
              <a:schemeClr val="dk1"/>
            </a:fontRef>
          </p:style>
          <p:txBody>
            <a:bodyPr>
              <a:spAutoFit/>
            </a:bodyPr>
            <a:lstStyle/>
            <a:p>
              <a:pPr algn="ctr">
                <a:defRPr/>
              </a:pPr>
              <a:r>
                <a:rPr lang="tr-TR"/>
                <a:t>Genel Hedefler</a:t>
              </a:r>
            </a:p>
          </p:txBody>
        </p:sp>
      </p:grpSp>
      <p:grpSp>
        <p:nvGrpSpPr>
          <p:cNvPr id="296967" name="Group 7"/>
          <p:cNvGrpSpPr>
            <a:grpSpLocks/>
          </p:cNvGrpSpPr>
          <p:nvPr/>
        </p:nvGrpSpPr>
        <p:grpSpPr bwMode="auto">
          <a:xfrm>
            <a:off x="3200400" y="2514600"/>
            <a:ext cx="2819400" cy="762000"/>
            <a:chOff x="1920" y="1536"/>
            <a:chExt cx="1776" cy="480"/>
          </a:xfrm>
        </p:grpSpPr>
        <p:sp>
          <p:nvSpPr>
            <p:cNvPr id="39976" name="Rectangle 8"/>
            <p:cNvSpPr>
              <a:spLocks noChangeArrowheads="1"/>
            </p:cNvSpPr>
            <p:nvPr/>
          </p:nvSpPr>
          <p:spPr bwMode="auto">
            <a:xfrm>
              <a:off x="1920" y="1536"/>
              <a:ext cx="1776" cy="480"/>
            </a:xfrm>
            <a:prstGeom prst="rect">
              <a:avLst/>
            </a:prstGeom>
            <a:ln>
              <a:headEnd/>
              <a:tailEnd/>
            </a:ln>
            <a:extLst/>
          </p:spPr>
          <p:style>
            <a:lnRef idx="2">
              <a:schemeClr val="accent1"/>
            </a:lnRef>
            <a:fillRef idx="1">
              <a:schemeClr val="lt1"/>
            </a:fillRef>
            <a:effectRef idx="0">
              <a:schemeClr val="accent1"/>
            </a:effectRef>
            <a:fontRef idx="minor">
              <a:schemeClr val="dk1"/>
            </a:fontRef>
          </p:style>
          <p:txBody>
            <a:bodyPr wrap="none" anchor="ctr"/>
            <a:lstStyle/>
            <a:p>
              <a:endParaRPr lang="tr-TR"/>
            </a:p>
          </p:txBody>
        </p:sp>
        <p:sp>
          <p:nvSpPr>
            <p:cNvPr id="296969" name="Text Box 9"/>
            <p:cNvSpPr txBox="1">
              <a:spLocks noChangeArrowheads="1"/>
            </p:cNvSpPr>
            <p:nvPr/>
          </p:nvSpPr>
          <p:spPr bwMode="auto">
            <a:xfrm>
              <a:off x="1920" y="1632"/>
              <a:ext cx="1776" cy="233"/>
            </a:xfrm>
            <a:prstGeom prst="rect">
              <a:avLst/>
            </a:prstGeom>
            <a:ln/>
            <a:extLst/>
          </p:spPr>
          <p:style>
            <a:lnRef idx="2">
              <a:schemeClr val="accent1"/>
            </a:lnRef>
            <a:fillRef idx="1">
              <a:schemeClr val="lt1"/>
            </a:fillRef>
            <a:effectRef idx="0">
              <a:schemeClr val="accent1"/>
            </a:effectRef>
            <a:fontRef idx="minor">
              <a:schemeClr val="dk1"/>
            </a:fontRef>
          </p:style>
          <p:txBody>
            <a:bodyPr>
              <a:spAutoFit/>
            </a:bodyPr>
            <a:lstStyle/>
            <a:p>
              <a:pPr algn="ctr">
                <a:spcBef>
                  <a:spcPct val="50000"/>
                </a:spcBef>
                <a:defRPr/>
              </a:pPr>
              <a:r>
                <a:rPr lang="tr-TR"/>
                <a:t>Spesifik Hedefler</a:t>
              </a:r>
            </a:p>
          </p:txBody>
        </p:sp>
      </p:grpSp>
      <p:grpSp>
        <p:nvGrpSpPr>
          <p:cNvPr id="296970" name="Group 10"/>
          <p:cNvGrpSpPr>
            <a:grpSpLocks/>
          </p:cNvGrpSpPr>
          <p:nvPr/>
        </p:nvGrpSpPr>
        <p:grpSpPr bwMode="auto">
          <a:xfrm>
            <a:off x="3200400" y="3886200"/>
            <a:ext cx="2819400" cy="762000"/>
            <a:chOff x="1920" y="2400"/>
            <a:chExt cx="1776" cy="480"/>
          </a:xfrm>
        </p:grpSpPr>
        <p:sp>
          <p:nvSpPr>
            <p:cNvPr id="39974" name="Rectangle 11"/>
            <p:cNvSpPr>
              <a:spLocks noChangeArrowheads="1"/>
            </p:cNvSpPr>
            <p:nvPr/>
          </p:nvSpPr>
          <p:spPr bwMode="auto">
            <a:xfrm>
              <a:off x="1920" y="2400"/>
              <a:ext cx="1776" cy="480"/>
            </a:xfrm>
            <a:prstGeom prst="rect">
              <a:avLst/>
            </a:prstGeom>
            <a:ln>
              <a:headEnd/>
              <a:tailEnd/>
            </a:ln>
            <a:extLst/>
          </p:spPr>
          <p:style>
            <a:lnRef idx="2">
              <a:schemeClr val="accent1"/>
            </a:lnRef>
            <a:fillRef idx="1">
              <a:schemeClr val="lt1"/>
            </a:fillRef>
            <a:effectRef idx="0">
              <a:schemeClr val="accent1"/>
            </a:effectRef>
            <a:fontRef idx="minor">
              <a:schemeClr val="dk1"/>
            </a:fontRef>
          </p:style>
          <p:txBody>
            <a:bodyPr wrap="none" anchor="ctr"/>
            <a:lstStyle/>
            <a:p>
              <a:endParaRPr lang="tr-TR"/>
            </a:p>
          </p:txBody>
        </p:sp>
        <p:sp>
          <p:nvSpPr>
            <p:cNvPr id="296972" name="Text Box 12"/>
            <p:cNvSpPr txBox="1">
              <a:spLocks noChangeArrowheads="1"/>
            </p:cNvSpPr>
            <p:nvPr/>
          </p:nvSpPr>
          <p:spPr bwMode="auto">
            <a:xfrm>
              <a:off x="1920" y="2496"/>
              <a:ext cx="1776" cy="233"/>
            </a:xfrm>
            <a:prstGeom prst="rect">
              <a:avLst/>
            </a:prstGeom>
            <a:ln/>
            <a:extLst/>
          </p:spPr>
          <p:style>
            <a:lnRef idx="2">
              <a:schemeClr val="accent1"/>
            </a:lnRef>
            <a:fillRef idx="1">
              <a:schemeClr val="lt1"/>
            </a:fillRef>
            <a:effectRef idx="0">
              <a:schemeClr val="accent1"/>
            </a:effectRef>
            <a:fontRef idx="minor">
              <a:schemeClr val="dk1"/>
            </a:fontRef>
          </p:style>
          <p:txBody>
            <a:bodyPr>
              <a:spAutoFit/>
            </a:bodyPr>
            <a:lstStyle/>
            <a:p>
              <a:pPr algn="ctr">
                <a:spcBef>
                  <a:spcPct val="50000"/>
                </a:spcBef>
                <a:defRPr/>
              </a:pPr>
              <a:r>
                <a:rPr lang="tr-TR"/>
                <a:t>Önlem Yaklaşımı</a:t>
              </a:r>
            </a:p>
          </p:txBody>
        </p:sp>
      </p:grpSp>
      <p:grpSp>
        <p:nvGrpSpPr>
          <p:cNvPr id="296973" name="Group 13"/>
          <p:cNvGrpSpPr>
            <a:grpSpLocks/>
          </p:cNvGrpSpPr>
          <p:nvPr/>
        </p:nvGrpSpPr>
        <p:grpSpPr bwMode="auto">
          <a:xfrm>
            <a:off x="3200400" y="5257800"/>
            <a:ext cx="2819400" cy="762000"/>
            <a:chOff x="1920" y="3264"/>
            <a:chExt cx="1776" cy="480"/>
          </a:xfrm>
        </p:grpSpPr>
        <p:sp>
          <p:nvSpPr>
            <p:cNvPr id="39972" name="Rectangle 14"/>
            <p:cNvSpPr>
              <a:spLocks noChangeArrowheads="1"/>
            </p:cNvSpPr>
            <p:nvPr/>
          </p:nvSpPr>
          <p:spPr bwMode="auto">
            <a:xfrm>
              <a:off x="1920" y="3264"/>
              <a:ext cx="1776" cy="480"/>
            </a:xfrm>
            <a:prstGeom prst="rect">
              <a:avLst/>
            </a:prstGeom>
            <a:ln>
              <a:headEnd/>
              <a:tailEnd/>
            </a:ln>
            <a:extLst/>
          </p:spPr>
          <p:style>
            <a:lnRef idx="2">
              <a:schemeClr val="accent1"/>
            </a:lnRef>
            <a:fillRef idx="1">
              <a:schemeClr val="lt1"/>
            </a:fillRef>
            <a:effectRef idx="0">
              <a:schemeClr val="accent1"/>
            </a:effectRef>
            <a:fontRef idx="minor">
              <a:schemeClr val="dk1"/>
            </a:fontRef>
          </p:style>
          <p:txBody>
            <a:bodyPr wrap="none" anchor="ctr"/>
            <a:lstStyle/>
            <a:p>
              <a:endParaRPr lang="tr-TR"/>
            </a:p>
          </p:txBody>
        </p:sp>
        <p:sp>
          <p:nvSpPr>
            <p:cNvPr id="296975" name="Text Box 15"/>
            <p:cNvSpPr txBox="1">
              <a:spLocks noChangeArrowheads="1"/>
            </p:cNvSpPr>
            <p:nvPr/>
          </p:nvSpPr>
          <p:spPr bwMode="auto">
            <a:xfrm>
              <a:off x="1920" y="3360"/>
              <a:ext cx="1776" cy="233"/>
            </a:xfrm>
            <a:prstGeom prst="rect">
              <a:avLst/>
            </a:prstGeom>
            <a:ln/>
            <a:extLst/>
          </p:spPr>
          <p:style>
            <a:lnRef idx="2">
              <a:schemeClr val="accent1"/>
            </a:lnRef>
            <a:fillRef idx="1">
              <a:schemeClr val="lt1"/>
            </a:fillRef>
            <a:effectRef idx="0">
              <a:schemeClr val="accent1"/>
            </a:effectRef>
            <a:fontRef idx="minor">
              <a:schemeClr val="dk1"/>
            </a:fontRef>
          </p:style>
          <p:txBody>
            <a:bodyPr>
              <a:spAutoFit/>
            </a:bodyPr>
            <a:lstStyle/>
            <a:p>
              <a:pPr algn="ctr">
                <a:spcBef>
                  <a:spcPct val="50000"/>
                </a:spcBef>
                <a:defRPr/>
              </a:pPr>
              <a:r>
                <a:rPr lang="tr-TR"/>
                <a:t>Dökümantasyon</a:t>
              </a:r>
            </a:p>
          </p:txBody>
        </p:sp>
      </p:grpSp>
      <p:grpSp>
        <p:nvGrpSpPr>
          <p:cNvPr id="296976" name="Group 16"/>
          <p:cNvGrpSpPr>
            <a:grpSpLocks/>
          </p:cNvGrpSpPr>
          <p:nvPr/>
        </p:nvGrpSpPr>
        <p:grpSpPr bwMode="auto">
          <a:xfrm>
            <a:off x="6705600" y="5334000"/>
            <a:ext cx="1828800" cy="609600"/>
            <a:chOff x="4128" y="3312"/>
            <a:chExt cx="1152" cy="384"/>
          </a:xfrm>
        </p:grpSpPr>
        <p:sp>
          <p:nvSpPr>
            <p:cNvPr id="39970" name="AutoShape 17"/>
            <p:cNvSpPr>
              <a:spLocks noChangeArrowheads="1"/>
            </p:cNvSpPr>
            <p:nvPr/>
          </p:nvSpPr>
          <p:spPr bwMode="auto">
            <a:xfrm>
              <a:off x="4128" y="3312"/>
              <a:ext cx="1152" cy="384"/>
            </a:xfrm>
            <a:prstGeom prst="flowChartTerminator">
              <a:avLst/>
            </a:prstGeom>
            <a:ln>
              <a:headEnd/>
              <a:tailEnd/>
            </a:ln>
            <a:extLst/>
          </p:spPr>
          <p:style>
            <a:lnRef idx="2">
              <a:schemeClr val="accent3">
                <a:shade val="50000"/>
              </a:schemeClr>
            </a:lnRef>
            <a:fillRef idx="1">
              <a:schemeClr val="accent3"/>
            </a:fillRef>
            <a:effectRef idx="0">
              <a:schemeClr val="accent3"/>
            </a:effectRef>
            <a:fontRef idx="minor">
              <a:schemeClr val="lt1"/>
            </a:fontRef>
          </p:style>
          <p:txBody>
            <a:bodyPr wrap="none" anchor="ctr"/>
            <a:lstStyle/>
            <a:p>
              <a:endParaRPr lang="tr-TR"/>
            </a:p>
          </p:txBody>
        </p:sp>
        <p:sp>
          <p:nvSpPr>
            <p:cNvPr id="296978" name="Text Box 18"/>
            <p:cNvSpPr txBox="1">
              <a:spLocks noChangeArrowheads="1"/>
            </p:cNvSpPr>
            <p:nvPr/>
          </p:nvSpPr>
          <p:spPr bwMode="auto">
            <a:xfrm>
              <a:off x="4490" y="3360"/>
              <a:ext cx="41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tr-TR" dirty="0"/>
                <a:t>BİTİR</a:t>
              </a:r>
            </a:p>
          </p:txBody>
        </p:sp>
      </p:grpSp>
      <p:grpSp>
        <p:nvGrpSpPr>
          <p:cNvPr id="296979" name="Group 19"/>
          <p:cNvGrpSpPr>
            <a:grpSpLocks/>
          </p:cNvGrpSpPr>
          <p:nvPr/>
        </p:nvGrpSpPr>
        <p:grpSpPr bwMode="auto">
          <a:xfrm>
            <a:off x="685800" y="1524000"/>
            <a:ext cx="1828800" cy="609600"/>
            <a:chOff x="336" y="912"/>
            <a:chExt cx="1152" cy="384"/>
          </a:xfrm>
        </p:grpSpPr>
        <p:sp>
          <p:nvSpPr>
            <p:cNvPr id="39968" name="AutoShape 20"/>
            <p:cNvSpPr>
              <a:spLocks noChangeArrowheads="1"/>
            </p:cNvSpPr>
            <p:nvPr/>
          </p:nvSpPr>
          <p:spPr bwMode="auto">
            <a:xfrm>
              <a:off x="336" y="912"/>
              <a:ext cx="1152" cy="384"/>
            </a:xfrm>
            <a:prstGeom prst="flowChartTerminator">
              <a:avLst/>
            </a:prstGeom>
            <a:ln>
              <a:headEnd/>
              <a:tailEnd/>
            </a:ln>
            <a:extLst/>
          </p:spPr>
          <p:style>
            <a:lnRef idx="2">
              <a:schemeClr val="accent3">
                <a:shade val="50000"/>
              </a:schemeClr>
            </a:lnRef>
            <a:fillRef idx="1">
              <a:schemeClr val="accent3"/>
            </a:fillRef>
            <a:effectRef idx="0">
              <a:schemeClr val="accent3"/>
            </a:effectRef>
            <a:fontRef idx="minor">
              <a:schemeClr val="lt1"/>
            </a:fontRef>
          </p:style>
          <p:txBody>
            <a:bodyPr wrap="none" anchor="ctr"/>
            <a:lstStyle/>
            <a:p>
              <a:endParaRPr lang="tr-TR"/>
            </a:p>
          </p:txBody>
        </p:sp>
        <p:sp>
          <p:nvSpPr>
            <p:cNvPr id="296981" name="Text Box 21"/>
            <p:cNvSpPr txBox="1">
              <a:spLocks noChangeArrowheads="1"/>
            </p:cNvSpPr>
            <p:nvPr/>
          </p:nvSpPr>
          <p:spPr bwMode="auto">
            <a:xfrm>
              <a:off x="663" y="960"/>
              <a:ext cx="490" cy="233"/>
            </a:xfrm>
            <a:prstGeom prst="rect">
              <a:avLst/>
            </a:prstGeom>
            <a:ln/>
            <a:extLst/>
          </p:spPr>
          <p:style>
            <a:lnRef idx="2">
              <a:schemeClr val="accent3">
                <a:shade val="50000"/>
              </a:schemeClr>
            </a:lnRef>
            <a:fillRef idx="1">
              <a:schemeClr val="accent3"/>
            </a:fillRef>
            <a:effectRef idx="0">
              <a:schemeClr val="accent3"/>
            </a:effectRef>
            <a:fontRef idx="minor">
              <a:schemeClr val="lt1"/>
            </a:fontRef>
          </p:style>
          <p:txBody>
            <a:bodyPr wrap="none">
              <a:spAutoFit/>
            </a:bodyPr>
            <a:lstStyle/>
            <a:p>
              <a:pPr algn="ctr">
                <a:defRPr/>
              </a:pPr>
              <a:r>
                <a:rPr lang="tr-TR"/>
                <a:t>BAŞLA</a:t>
              </a:r>
            </a:p>
          </p:txBody>
        </p:sp>
      </p:grpSp>
      <p:grpSp>
        <p:nvGrpSpPr>
          <p:cNvPr id="296982" name="Group 22"/>
          <p:cNvGrpSpPr>
            <a:grpSpLocks/>
          </p:cNvGrpSpPr>
          <p:nvPr/>
        </p:nvGrpSpPr>
        <p:grpSpPr bwMode="auto">
          <a:xfrm>
            <a:off x="457200" y="3505200"/>
            <a:ext cx="2286000" cy="1524000"/>
            <a:chOff x="192" y="2160"/>
            <a:chExt cx="1440" cy="960"/>
          </a:xfrm>
        </p:grpSpPr>
        <p:sp>
          <p:nvSpPr>
            <p:cNvPr id="39966" name="AutoShape 23"/>
            <p:cNvSpPr>
              <a:spLocks noChangeArrowheads="1"/>
            </p:cNvSpPr>
            <p:nvPr/>
          </p:nvSpPr>
          <p:spPr bwMode="auto">
            <a:xfrm>
              <a:off x="192" y="2160"/>
              <a:ext cx="1440" cy="960"/>
            </a:xfrm>
            <a:prstGeom prst="flowChartDecision">
              <a:avLst/>
            </a:prstGeom>
            <a:ln>
              <a:headEnd/>
              <a:tailEnd/>
            </a:ln>
            <a:extLst/>
          </p:spPr>
          <p:style>
            <a:lnRef idx="2">
              <a:schemeClr val="accent1"/>
            </a:lnRef>
            <a:fillRef idx="1">
              <a:schemeClr val="lt1"/>
            </a:fillRef>
            <a:effectRef idx="0">
              <a:schemeClr val="accent1"/>
            </a:effectRef>
            <a:fontRef idx="minor">
              <a:schemeClr val="dk1"/>
            </a:fontRef>
          </p:style>
          <p:txBody>
            <a:bodyPr wrap="none" anchor="ctr"/>
            <a:lstStyle/>
            <a:p>
              <a:endParaRPr lang="tr-TR"/>
            </a:p>
          </p:txBody>
        </p:sp>
        <p:sp>
          <p:nvSpPr>
            <p:cNvPr id="296984" name="Text Box 24"/>
            <p:cNvSpPr txBox="1">
              <a:spLocks noChangeArrowheads="1"/>
            </p:cNvSpPr>
            <p:nvPr/>
          </p:nvSpPr>
          <p:spPr bwMode="auto">
            <a:xfrm>
              <a:off x="582" y="2304"/>
              <a:ext cx="645" cy="582"/>
            </a:xfrm>
            <a:prstGeom prst="rect">
              <a:avLst/>
            </a:prstGeom>
            <a:ln/>
            <a:extLst/>
          </p:spPr>
          <p:style>
            <a:lnRef idx="2">
              <a:schemeClr val="accent1"/>
            </a:lnRef>
            <a:fillRef idx="1">
              <a:schemeClr val="lt1"/>
            </a:fillRef>
            <a:effectRef idx="0">
              <a:schemeClr val="accent1"/>
            </a:effectRef>
            <a:fontRef idx="minor">
              <a:schemeClr val="dk1"/>
            </a:fontRef>
          </p:style>
          <p:txBody>
            <a:bodyPr wrap="none">
              <a:spAutoFit/>
            </a:bodyPr>
            <a:lstStyle/>
            <a:p>
              <a:pPr algn="ctr">
                <a:defRPr/>
              </a:pPr>
              <a:r>
                <a:rPr lang="tr-TR"/>
                <a:t>Kabul</a:t>
              </a:r>
            </a:p>
            <a:p>
              <a:pPr algn="ctr">
                <a:defRPr/>
              </a:pPr>
              <a:r>
                <a:rPr lang="tr-TR"/>
                <a:t>edilebilir</a:t>
              </a:r>
            </a:p>
            <a:p>
              <a:pPr algn="ctr">
                <a:defRPr/>
              </a:pPr>
              <a:r>
                <a:rPr lang="tr-TR"/>
                <a:t>mi?</a:t>
              </a:r>
            </a:p>
          </p:txBody>
        </p:sp>
      </p:grpSp>
      <p:grpSp>
        <p:nvGrpSpPr>
          <p:cNvPr id="296985" name="Group 25"/>
          <p:cNvGrpSpPr>
            <a:grpSpLocks/>
          </p:cNvGrpSpPr>
          <p:nvPr/>
        </p:nvGrpSpPr>
        <p:grpSpPr bwMode="auto">
          <a:xfrm>
            <a:off x="6400800" y="2133600"/>
            <a:ext cx="2286000" cy="1524000"/>
            <a:chOff x="3936" y="1296"/>
            <a:chExt cx="1440" cy="960"/>
          </a:xfrm>
        </p:grpSpPr>
        <p:sp>
          <p:nvSpPr>
            <p:cNvPr id="39964" name="AutoShape 26"/>
            <p:cNvSpPr>
              <a:spLocks noChangeArrowheads="1"/>
            </p:cNvSpPr>
            <p:nvPr/>
          </p:nvSpPr>
          <p:spPr bwMode="auto">
            <a:xfrm>
              <a:off x="3936" y="1296"/>
              <a:ext cx="1440" cy="960"/>
            </a:xfrm>
            <a:prstGeom prst="flowChartDecision">
              <a:avLst/>
            </a:prstGeom>
            <a:ln>
              <a:headEnd/>
              <a:tailEnd/>
            </a:ln>
            <a:extLst/>
          </p:spPr>
          <p:style>
            <a:lnRef idx="2">
              <a:schemeClr val="accent1"/>
            </a:lnRef>
            <a:fillRef idx="1">
              <a:schemeClr val="lt1"/>
            </a:fillRef>
            <a:effectRef idx="0">
              <a:schemeClr val="accent1"/>
            </a:effectRef>
            <a:fontRef idx="minor">
              <a:schemeClr val="dk1"/>
            </a:fontRef>
          </p:style>
          <p:txBody>
            <a:bodyPr wrap="none" anchor="ctr"/>
            <a:lstStyle/>
            <a:p>
              <a:endParaRPr lang="tr-TR"/>
            </a:p>
          </p:txBody>
        </p:sp>
        <p:sp>
          <p:nvSpPr>
            <p:cNvPr id="296987" name="Text Box 27"/>
            <p:cNvSpPr txBox="1">
              <a:spLocks noChangeArrowheads="1"/>
            </p:cNvSpPr>
            <p:nvPr/>
          </p:nvSpPr>
          <p:spPr bwMode="auto">
            <a:xfrm>
              <a:off x="4032" y="1488"/>
              <a:ext cx="1296" cy="494"/>
            </a:xfrm>
            <a:prstGeom prst="rect">
              <a:avLst/>
            </a:prstGeom>
            <a:ln/>
            <a:extLst/>
          </p:spPr>
          <p:style>
            <a:lnRef idx="2">
              <a:schemeClr val="accent1"/>
            </a:lnRef>
            <a:fillRef idx="1">
              <a:schemeClr val="lt1"/>
            </a:fillRef>
            <a:effectRef idx="0">
              <a:schemeClr val="accent1"/>
            </a:effectRef>
            <a:fontRef idx="minor">
              <a:schemeClr val="dk1"/>
            </a:fontRef>
          </p:style>
          <p:txBody>
            <a:bodyPr>
              <a:spAutoFit/>
            </a:bodyPr>
            <a:lstStyle/>
            <a:p>
              <a:pPr algn="ctr">
                <a:spcBef>
                  <a:spcPct val="50000"/>
                </a:spcBef>
                <a:defRPr/>
              </a:pPr>
              <a:r>
                <a:rPr lang="tr-TR"/>
                <a:t>Gerçekçi</a:t>
              </a:r>
            </a:p>
            <a:p>
              <a:pPr algn="ctr">
                <a:spcBef>
                  <a:spcPct val="50000"/>
                </a:spcBef>
                <a:defRPr/>
              </a:pPr>
              <a:r>
                <a:rPr lang="tr-TR"/>
                <a:t>mi?</a:t>
              </a:r>
            </a:p>
          </p:txBody>
        </p:sp>
      </p:grpSp>
      <p:sp>
        <p:nvSpPr>
          <p:cNvPr id="296988" name="Text Box 28"/>
          <p:cNvSpPr txBox="1">
            <a:spLocks noChangeArrowheads="1"/>
          </p:cNvSpPr>
          <p:nvPr/>
        </p:nvSpPr>
        <p:spPr bwMode="auto">
          <a:xfrm>
            <a:off x="2286000" y="45720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tr-TR"/>
              <a:t>Evet</a:t>
            </a:r>
          </a:p>
        </p:txBody>
      </p:sp>
      <p:sp>
        <p:nvSpPr>
          <p:cNvPr id="296989" name="Text Box 29"/>
          <p:cNvSpPr txBox="1">
            <a:spLocks noChangeArrowheads="1"/>
          </p:cNvSpPr>
          <p:nvPr/>
        </p:nvSpPr>
        <p:spPr bwMode="auto">
          <a:xfrm>
            <a:off x="1676400" y="29718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tr-TR"/>
              <a:t>Hayır</a:t>
            </a:r>
          </a:p>
        </p:txBody>
      </p:sp>
      <p:sp>
        <p:nvSpPr>
          <p:cNvPr id="296990" name="Text Box 30"/>
          <p:cNvSpPr txBox="1">
            <a:spLocks noChangeArrowheads="1"/>
          </p:cNvSpPr>
          <p:nvPr/>
        </p:nvSpPr>
        <p:spPr bwMode="auto">
          <a:xfrm>
            <a:off x="6248400" y="19812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tr-TR"/>
              <a:t>Hayır</a:t>
            </a:r>
          </a:p>
        </p:txBody>
      </p:sp>
      <p:sp>
        <p:nvSpPr>
          <p:cNvPr id="296991" name="Text Box 31"/>
          <p:cNvSpPr txBox="1">
            <a:spLocks noChangeArrowheads="1"/>
          </p:cNvSpPr>
          <p:nvPr/>
        </p:nvSpPr>
        <p:spPr bwMode="auto">
          <a:xfrm>
            <a:off x="6248400" y="32004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tr-TR"/>
              <a:t>Evet</a:t>
            </a:r>
          </a:p>
        </p:txBody>
      </p:sp>
      <p:sp>
        <p:nvSpPr>
          <p:cNvPr id="296992" name="Line 32"/>
          <p:cNvSpPr>
            <a:spLocks noChangeShapeType="1"/>
          </p:cNvSpPr>
          <p:nvPr/>
        </p:nvSpPr>
        <p:spPr bwMode="auto">
          <a:xfrm>
            <a:off x="4572000" y="2209800"/>
            <a:ext cx="0" cy="3048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296993" name="Line 33"/>
          <p:cNvSpPr>
            <a:spLocks noChangeShapeType="1"/>
          </p:cNvSpPr>
          <p:nvPr/>
        </p:nvSpPr>
        <p:spPr bwMode="auto">
          <a:xfrm>
            <a:off x="2743200" y="4267200"/>
            <a:ext cx="457200" cy="0"/>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296994" name="Line 34"/>
          <p:cNvSpPr>
            <a:spLocks noChangeShapeType="1"/>
          </p:cNvSpPr>
          <p:nvPr/>
        </p:nvSpPr>
        <p:spPr bwMode="auto">
          <a:xfrm flipH="1">
            <a:off x="4572000" y="3657600"/>
            <a:ext cx="29718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296995" name="Line 35"/>
          <p:cNvSpPr>
            <a:spLocks noChangeShapeType="1"/>
          </p:cNvSpPr>
          <p:nvPr/>
        </p:nvSpPr>
        <p:spPr bwMode="auto">
          <a:xfrm>
            <a:off x="4572000" y="3657600"/>
            <a:ext cx="0" cy="2286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296996" name="Line 36"/>
          <p:cNvSpPr>
            <a:spLocks noChangeShapeType="1"/>
          </p:cNvSpPr>
          <p:nvPr/>
        </p:nvSpPr>
        <p:spPr bwMode="auto">
          <a:xfrm>
            <a:off x="1600200" y="5029200"/>
            <a:ext cx="30480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296997" name="Line 37"/>
          <p:cNvSpPr>
            <a:spLocks noChangeShapeType="1"/>
          </p:cNvSpPr>
          <p:nvPr/>
        </p:nvSpPr>
        <p:spPr bwMode="auto">
          <a:xfrm>
            <a:off x="4648200" y="5029200"/>
            <a:ext cx="0" cy="2286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296998" name="Line 38"/>
          <p:cNvSpPr>
            <a:spLocks noChangeShapeType="1"/>
          </p:cNvSpPr>
          <p:nvPr/>
        </p:nvSpPr>
        <p:spPr bwMode="auto">
          <a:xfrm>
            <a:off x="6019800" y="5638800"/>
            <a:ext cx="6858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296999" name="Line 39"/>
          <p:cNvSpPr>
            <a:spLocks noChangeShapeType="1"/>
          </p:cNvSpPr>
          <p:nvPr/>
        </p:nvSpPr>
        <p:spPr bwMode="auto">
          <a:xfrm>
            <a:off x="2514600" y="1828800"/>
            <a:ext cx="6858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297000" name="Line 40"/>
          <p:cNvSpPr>
            <a:spLocks noChangeShapeType="1"/>
          </p:cNvSpPr>
          <p:nvPr/>
        </p:nvSpPr>
        <p:spPr bwMode="auto">
          <a:xfrm flipV="1">
            <a:off x="1600200" y="2895600"/>
            <a:ext cx="0" cy="609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297001" name="Line 41"/>
          <p:cNvSpPr>
            <a:spLocks noChangeShapeType="1"/>
          </p:cNvSpPr>
          <p:nvPr/>
        </p:nvSpPr>
        <p:spPr bwMode="auto">
          <a:xfrm>
            <a:off x="1600200" y="2895600"/>
            <a:ext cx="16002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297002" name="Line 42"/>
          <p:cNvSpPr>
            <a:spLocks noChangeShapeType="1"/>
          </p:cNvSpPr>
          <p:nvPr/>
        </p:nvSpPr>
        <p:spPr bwMode="auto">
          <a:xfrm flipV="1">
            <a:off x="7543800" y="1828800"/>
            <a:ext cx="0" cy="304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297003" name="Line 43"/>
          <p:cNvSpPr>
            <a:spLocks noChangeShapeType="1"/>
          </p:cNvSpPr>
          <p:nvPr/>
        </p:nvSpPr>
        <p:spPr bwMode="auto">
          <a:xfrm flipH="1">
            <a:off x="6019800" y="1828800"/>
            <a:ext cx="15240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297004" name="Line 44"/>
          <p:cNvSpPr>
            <a:spLocks noChangeShapeType="1"/>
          </p:cNvSpPr>
          <p:nvPr/>
        </p:nvSpPr>
        <p:spPr bwMode="auto">
          <a:xfrm>
            <a:off x="6019800" y="2895600"/>
            <a:ext cx="3810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Tree>
    <p:extLst>
      <p:ext uri="{BB962C8B-B14F-4D97-AF65-F5344CB8AC3E}">
        <p14:creationId xmlns:p14="http://schemas.microsoft.com/office/powerpoint/2010/main" val="36649378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nodeType="clickEffect">
                                  <p:stCondLst>
                                    <p:cond delay="0"/>
                                  </p:stCondLst>
                                  <p:childTnLst>
                                    <p:set>
                                      <p:cBhvr>
                                        <p:cTn id="6" dur="1" fill="hold">
                                          <p:stCondLst>
                                            <p:cond delay="0"/>
                                          </p:stCondLst>
                                        </p:cTn>
                                        <p:tgtEl>
                                          <p:spTgt spid="296979"/>
                                        </p:tgtEl>
                                        <p:attrNameLst>
                                          <p:attrName>style.visibility</p:attrName>
                                        </p:attrNameLst>
                                      </p:cBhvr>
                                      <p:to>
                                        <p:strVal val="visible"/>
                                      </p:to>
                                    </p:set>
                                    <p:animEffect transition="in" filter="slide(fromLeft)">
                                      <p:cBhvr>
                                        <p:cTn id="7" dur="500"/>
                                        <p:tgtEl>
                                          <p:spTgt spid="2969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6999"/>
                                        </p:tgtEl>
                                        <p:attrNameLst>
                                          <p:attrName>style.visibility</p:attrName>
                                        </p:attrNameLst>
                                      </p:cBhvr>
                                      <p:to>
                                        <p:strVal val="visible"/>
                                      </p:to>
                                    </p:set>
                                    <p:animEffect transition="in" filter="wipe(left)">
                                      <p:cBhvr>
                                        <p:cTn id="12" dur="500"/>
                                        <p:tgtEl>
                                          <p:spTgt spid="2969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1" fill="hold" nodeType="clickEffect">
                                  <p:stCondLst>
                                    <p:cond delay="0"/>
                                  </p:stCondLst>
                                  <p:childTnLst>
                                    <p:set>
                                      <p:cBhvr>
                                        <p:cTn id="16" dur="1" fill="hold">
                                          <p:stCondLst>
                                            <p:cond delay="0"/>
                                          </p:stCondLst>
                                        </p:cTn>
                                        <p:tgtEl>
                                          <p:spTgt spid="296964"/>
                                        </p:tgtEl>
                                        <p:attrNameLst>
                                          <p:attrName>style.visibility</p:attrName>
                                        </p:attrNameLst>
                                      </p:cBhvr>
                                      <p:to>
                                        <p:strVal val="visible"/>
                                      </p:to>
                                    </p:set>
                                    <p:animEffect transition="in" filter="slide(fromTop)">
                                      <p:cBhvr>
                                        <p:cTn id="17" dur="500"/>
                                        <p:tgtEl>
                                          <p:spTgt spid="2969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96992"/>
                                        </p:tgtEl>
                                        <p:attrNameLst>
                                          <p:attrName>style.visibility</p:attrName>
                                        </p:attrNameLst>
                                      </p:cBhvr>
                                      <p:to>
                                        <p:strVal val="visible"/>
                                      </p:to>
                                    </p:set>
                                    <p:animEffect transition="in" filter="wipe(up)">
                                      <p:cBhvr>
                                        <p:cTn id="22" dur="500"/>
                                        <p:tgtEl>
                                          <p:spTgt spid="29699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1" fill="hold" nodeType="clickEffect">
                                  <p:stCondLst>
                                    <p:cond delay="0"/>
                                  </p:stCondLst>
                                  <p:childTnLst>
                                    <p:set>
                                      <p:cBhvr>
                                        <p:cTn id="26" dur="1" fill="hold">
                                          <p:stCondLst>
                                            <p:cond delay="0"/>
                                          </p:stCondLst>
                                        </p:cTn>
                                        <p:tgtEl>
                                          <p:spTgt spid="296967"/>
                                        </p:tgtEl>
                                        <p:attrNameLst>
                                          <p:attrName>style.visibility</p:attrName>
                                        </p:attrNameLst>
                                      </p:cBhvr>
                                      <p:to>
                                        <p:strVal val="visible"/>
                                      </p:to>
                                    </p:set>
                                    <p:animEffect transition="in" filter="slide(fromTop)">
                                      <p:cBhvr>
                                        <p:cTn id="27" dur="500"/>
                                        <p:tgtEl>
                                          <p:spTgt spid="29696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97004"/>
                                        </p:tgtEl>
                                        <p:attrNameLst>
                                          <p:attrName>style.visibility</p:attrName>
                                        </p:attrNameLst>
                                      </p:cBhvr>
                                      <p:to>
                                        <p:strVal val="visible"/>
                                      </p:to>
                                    </p:set>
                                    <p:animEffect transition="in" filter="wipe(left)">
                                      <p:cBhvr>
                                        <p:cTn id="32" dur="500"/>
                                        <p:tgtEl>
                                          <p:spTgt spid="29700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8" fill="hold" nodeType="clickEffect">
                                  <p:stCondLst>
                                    <p:cond delay="0"/>
                                  </p:stCondLst>
                                  <p:childTnLst>
                                    <p:set>
                                      <p:cBhvr>
                                        <p:cTn id="36" dur="1" fill="hold">
                                          <p:stCondLst>
                                            <p:cond delay="0"/>
                                          </p:stCondLst>
                                        </p:cTn>
                                        <p:tgtEl>
                                          <p:spTgt spid="296985"/>
                                        </p:tgtEl>
                                        <p:attrNameLst>
                                          <p:attrName>style.visibility</p:attrName>
                                        </p:attrNameLst>
                                      </p:cBhvr>
                                      <p:to>
                                        <p:strVal val="visible"/>
                                      </p:to>
                                    </p:set>
                                    <p:animEffect transition="in" filter="slide(fromLeft)">
                                      <p:cBhvr>
                                        <p:cTn id="37" dur="500"/>
                                        <p:tgtEl>
                                          <p:spTgt spid="29698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296990"/>
                                        </p:tgtEl>
                                        <p:attrNameLst>
                                          <p:attrName>style.visibility</p:attrName>
                                        </p:attrNameLst>
                                      </p:cBhvr>
                                      <p:to>
                                        <p:strVal val="visible"/>
                                      </p:to>
                                    </p:set>
                                    <p:animEffect transition="in" filter="box(out)">
                                      <p:cBhvr>
                                        <p:cTn id="42" dur="500"/>
                                        <p:tgtEl>
                                          <p:spTgt spid="29699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297002"/>
                                        </p:tgtEl>
                                        <p:attrNameLst>
                                          <p:attrName>style.visibility</p:attrName>
                                        </p:attrNameLst>
                                      </p:cBhvr>
                                      <p:to>
                                        <p:strVal val="visible"/>
                                      </p:to>
                                    </p:set>
                                    <p:animEffect transition="in" filter="wipe(down)">
                                      <p:cBhvr>
                                        <p:cTn id="47" dur="500"/>
                                        <p:tgtEl>
                                          <p:spTgt spid="29700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2" fill="hold" grpId="0" nodeType="clickEffect">
                                  <p:stCondLst>
                                    <p:cond delay="0"/>
                                  </p:stCondLst>
                                  <p:childTnLst>
                                    <p:set>
                                      <p:cBhvr>
                                        <p:cTn id="51" dur="1" fill="hold">
                                          <p:stCondLst>
                                            <p:cond delay="0"/>
                                          </p:stCondLst>
                                        </p:cTn>
                                        <p:tgtEl>
                                          <p:spTgt spid="297003"/>
                                        </p:tgtEl>
                                        <p:attrNameLst>
                                          <p:attrName>style.visibility</p:attrName>
                                        </p:attrNameLst>
                                      </p:cBhvr>
                                      <p:to>
                                        <p:strVal val="visible"/>
                                      </p:to>
                                    </p:set>
                                    <p:animEffect transition="in" filter="wipe(right)">
                                      <p:cBhvr>
                                        <p:cTn id="52" dur="500"/>
                                        <p:tgtEl>
                                          <p:spTgt spid="29700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296991"/>
                                        </p:tgtEl>
                                        <p:attrNameLst>
                                          <p:attrName>style.visibility</p:attrName>
                                        </p:attrNameLst>
                                      </p:cBhvr>
                                      <p:to>
                                        <p:strVal val="visible"/>
                                      </p:to>
                                    </p:set>
                                    <p:animEffect transition="in" filter="box(out)">
                                      <p:cBhvr>
                                        <p:cTn id="57" dur="500"/>
                                        <p:tgtEl>
                                          <p:spTgt spid="29699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2" fill="hold" grpId="0" nodeType="clickEffect">
                                  <p:stCondLst>
                                    <p:cond delay="0"/>
                                  </p:stCondLst>
                                  <p:childTnLst>
                                    <p:set>
                                      <p:cBhvr>
                                        <p:cTn id="61" dur="1" fill="hold">
                                          <p:stCondLst>
                                            <p:cond delay="0"/>
                                          </p:stCondLst>
                                        </p:cTn>
                                        <p:tgtEl>
                                          <p:spTgt spid="296994"/>
                                        </p:tgtEl>
                                        <p:attrNameLst>
                                          <p:attrName>style.visibility</p:attrName>
                                        </p:attrNameLst>
                                      </p:cBhvr>
                                      <p:to>
                                        <p:strVal val="visible"/>
                                      </p:to>
                                    </p:set>
                                    <p:animEffect transition="in" filter="wipe(right)">
                                      <p:cBhvr>
                                        <p:cTn id="62" dur="500"/>
                                        <p:tgtEl>
                                          <p:spTgt spid="29699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296995"/>
                                        </p:tgtEl>
                                        <p:attrNameLst>
                                          <p:attrName>style.visibility</p:attrName>
                                        </p:attrNameLst>
                                      </p:cBhvr>
                                      <p:to>
                                        <p:strVal val="visible"/>
                                      </p:to>
                                    </p:set>
                                    <p:animEffect transition="in" filter="wipe(up)">
                                      <p:cBhvr>
                                        <p:cTn id="67" dur="500"/>
                                        <p:tgtEl>
                                          <p:spTgt spid="29699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2" presetClass="entr" presetSubtype="1" fill="hold" nodeType="clickEffect">
                                  <p:stCondLst>
                                    <p:cond delay="0"/>
                                  </p:stCondLst>
                                  <p:childTnLst>
                                    <p:set>
                                      <p:cBhvr>
                                        <p:cTn id="71" dur="1" fill="hold">
                                          <p:stCondLst>
                                            <p:cond delay="0"/>
                                          </p:stCondLst>
                                        </p:cTn>
                                        <p:tgtEl>
                                          <p:spTgt spid="296970"/>
                                        </p:tgtEl>
                                        <p:attrNameLst>
                                          <p:attrName>style.visibility</p:attrName>
                                        </p:attrNameLst>
                                      </p:cBhvr>
                                      <p:to>
                                        <p:strVal val="visible"/>
                                      </p:to>
                                    </p:set>
                                    <p:animEffect transition="in" filter="slide(fromTop)">
                                      <p:cBhvr>
                                        <p:cTn id="72" dur="500"/>
                                        <p:tgtEl>
                                          <p:spTgt spid="296970"/>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96993"/>
                                        </p:tgtEl>
                                        <p:attrNameLst>
                                          <p:attrName>style.visibility</p:attrName>
                                        </p:attrNameLst>
                                      </p:cBhvr>
                                      <p:to>
                                        <p:strVal val="visible"/>
                                      </p:to>
                                    </p:set>
                                    <p:animEffect transition="in" filter="wipe(left)">
                                      <p:cBhvr>
                                        <p:cTn id="77" dur="500"/>
                                        <p:tgtEl>
                                          <p:spTgt spid="296993"/>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2" presetClass="entr" presetSubtype="2" fill="hold" nodeType="clickEffect">
                                  <p:stCondLst>
                                    <p:cond delay="0"/>
                                  </p:stCondLst>
                                  <p:childTnLst>
                                    <p:set>
                                      <p:cBhvr>
                                        <p:cTn id="81" dur="1" fill="hold">
                                          <p:stCondLst>
                                            <p:cond delay="0"/>
                                          </p:stCondLst>
                                        </p:cTn>
                                        <p:tgtEl>
                                          <p:spTgt spid="296982"/>
                                        </p:tgtEl>
                                        <p:attrNameLst>
                                          <p:attrName>style.visibility</p:attrName>
                                        </p:attrNameLst>
                                      </p:cBhvr>
                                      <p:to>
                                        <p:strVal val="visible"/>
                                      </p:to>
                                    </p:set>
                                    <p:animEffect transition="in" filter="slide(fromRight)">
                                      <p:cBhvr>
                                        <p:cTn id="82" dur="500"/>
                                        <p:tgtEl>
                                          <p:spTgt spid="296982"/>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4" presetClass="entr" presetSubtype="32" fill="hold" grpId="0" nodeType="clickEffect">
                                  <p:stCondLst>
                                    <p:cond delay="0"/>
                                  </p:stCondLst>
                                  <p:childTnLst>
                                    <p:set>
                                      <p:cBhvr>
                                        <p:cTn id="86" dur="1" fill="hold">
                                          <p:stCondLst>
                                            <p:cond delay="0"/>
                                          </p:stCondLst>
                                        </p:cTn>
                                        <p:tgtEl>
                                          <p:spTgt spid="296989"/>
                                        </p:tgtEl>
                                        <p:attrNameLst>
                                          <p:attrName>style.visibility</p:attrName>
                                        </p:attrNameLst>
                                      </p:cBhvr>
                                      <p:to>
                                        <p:strVal val="visible"/>
                                      </p:to>
                                    </p:set>
                                    <p:animEffect transition="in" filter="box(out)">
                                      <p:cBhvr>
                                        <p:cTn id="87" dur="500"/>
                                        <p:tgtEl>
                                          <p:spTgt spid="296989"/>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4" fill="hold" grpId="0" nodeType="clickEffect">
                                  <p:stCondLst>
                                    <p:cond delay="0"/>
                                  </p:stCondLst>
                                  <p:childTnLst>
                                    <p:set>
                                      <p:cBhvr>
                                        <p:cTn id="91" dur="1" fill="hold">
                                          <p:stCondLst>
                                            <p:cond delay="0"/>
                                          </p:stCondLst>
                                        </p:cTn>
                                        <p:tgtEl>
                                          <p:spTgt spid="297000"/>
                                        </p:tgtEl>
                                        <p:attrNameLst>
                                          <p:attrName>style.visibility</p:attrName>
                                        </p:attrNameLst>
                                      </p:cBhvr>
                                      <p:to>
                                        <p:strVal val="visible"/>
                                      </p:to>
                                    </p:set>
                                    <p:animEffect transition="in" filter="wipe(down)">
                                      <p:cBhvr>
                                        <p:cTn id="92" dur="500"/>
                                        <p:tgtEl>
                                          <p:spTgt spid="297000"/>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297001"/>
                                        </p:tgtEl>
                                        <p:attrNameLst>
                                          <p:attrName>style.visibility</p:attrName>
                                        </p:attrNameLst>
                                      </p:cBhvr>
                                      <p:to>
                                        <p:strVal val="visible"/>
                                      </p:to>
                                    </p:set>
                                    <p:animEffect transition="in" filter="wipe(left)">
                                      <p:cBhvr>
                                        <p:cTn id="97" dur="500"/>
                                        <p:tgtEl>
                                          <p:spTgt spid="297001"/>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4" presetClass="entr" presetSubtype="32" fill="hold" grpId="0" nodeType="clickEffect">
                                  <p:stCondLst>
                                    <p:cond delay="0"/>
                                  </p:stCondLst>
                                  <p:childTnLst>
                                    <p:set>
                                      <p:cBhvr>
                                        <p:cTn id="101" dur="1" fill="hold">
                                          <p:stCondLst>
                                            <p:cond delay="0"/>
                                          </p:stCondLst>
                                        </p:cTn>
                                        <p:tgtEl>
                                          <p:spTgt spid="296988"/>
                                        </p:tgtEl>
                                        <p:attrNameLst>
                                          <p:attrName>style.visibility</p:attrName>
                                        </p:attrNameLst>
                                      </p:cBhvr>
                                      <p:to>
                                        <p:strVal val="visible"/>
                                      </p:to>
                                    </p:set>
                                    <p:animEffect transition="in" filter="box(out)">
                                      <p:cBhvr>
                                        <p:cTn id="102" dur="500"/>
                                        <p:tgtEl>
                                          <p:spTgt spid="296988"/>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296996"/>
                                        </p:tgtEl>
                                        <p:attrNameLst>
                                          <p:attrName>style.visibility</p:attrName>
                                        </p:attrNameLst>
                                      </p:cBhvr>
                                      <p:to>
                                        <p:strVal val="visible"/>
                                      </p:to>
                                    </p:set>
                                    <p:animEffect transition="in" filter="wipe(left)">
                                      <p:cBhvr>
                                        <p:cTn id="107" dur="500"/>
                                        <p:tgtEl>
                                          <p:spTgt spid="296996"/>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1" fill="hold" grpId="0" nodeType="clickEffect">
                                  <p:stCondLst>
                                    <p:cond delay="0"/>
                                  </p:stCondLst>
                                  <p:childTnLst>
                                    <p:set>
                                      <p:cBhvr>
                                        <p:cTn id="111" dur="1" fill="hold">
                                          <p:stCondLst>
                                            <p:cond delay="0"/>
                                          </p:stCondLst>
                                        </p:cTn>
                                        <p:tgtEl>
                                          <p:spTgt spid="296997"/>
                                        </p:tgtEl>
                                        <p:attrNameLst>
                                          <p:attrName>style.visibility</p:attrName>
                                        </p:attrNameLst>
                                      </p:cBhvr>
                                      <p:to>
                                        <p:strVal val="visible"/>
                                      </p:to>
                                    </p:set>
                                    <p:animEffect transition="in" filter="wipe(up)">
                                      <p:cBhvr>
                                        <p:cTn id="112" dur="500"/>
                                        <p:tgtEl>
                                          <p:spTgt spid="296997"/>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2" presetClass="entr" presetSubtype="1" fill="hold" nodeType="clickEffect">
                                  <p:stCondLst>
                                    <p:cond delay="0"/>
                                  </p:stCondLst>
                                  <p:childTnLst>
                                    <p:set>
                                      <p:cBhvr>
                                        <p:cTn id="116" dur="1" fill="hold">
                                          <p:stCondLst>
                                            <p:cond delay="0"/>
                                          </p:stCondLst>
                                        </p:cTn>
                                        <p:tgtEl>
                                          <p:spTgt spid="296973"/>
                                        </p:tgtEl>
                                        <p:attrNameLst>
                                          <p:attrName>style.visibility</p:attrName>
                                        </p:attrNameLst>
                                      </p:cBhvr>
                                      <p:to>
                                        <p:strVal val="visible"/>
                                      </p:to>
                                    </p:set>
                                    <p:animEffect transition="in" filter="slide(fromTop)">
                                      <p:cBhvr>
                                        <p:cTn id="117" dur="500"/>
                                        <p:tgtEl>
                                          <p:spTgt spid="296973"/>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296998"/>
                                        </p:tgtEl>
                                        <p:attrNameLst>
                                          <p:attrName>style.visibility</p:attrName>
                                        </p:attrNameLst>
                                      </p:cBhvr>
                                      <p:to>
                                        <p:strVal val="visible"/>
                                      </p:to>
                                    </p:set>
                                    <p:animEffect transition="in" filter="wipe(left)">
                                      <p:cBhvr>
                                        <p:cTn id="122" dur="500"/>
                                        <p:tgtEl>
                                          <p:spTgt spid="296998"/>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2" presetClass="entr" presetSubtype="8" fill="hold" nodeType="clickEffect">
                                  <p:stCondLst>
                                    <p:cond delay="0"/>
                                  </p:stCondLst>
                                  <p:childTnLst>
                                    <p:set>
                                      <p:cBhvr>
                                        <p:cTn id="126" dur="1" fill="hold">
                                          <p:stCondLst>
                                            <p:cond delay="0"/>
                                          </p:stCondLst>
                                        </p:cTn>
                                        <p:tgtEl>
                                          <p:spTgt spid="296976"/>
                                        </p:tgtEl>
                                        <p:attrNameLst>
                                          <p:attrName>style.visibility</p:attrName>
                                        </p:attrNameLst>
                                      </p:cBhvr>
                                      <p:to>
                                        <p:strVal val="visible"/>
                                      </p:to>
                                    </p:set>
                                    <p:animEffect transition="in" filter="slide(fromLeft)">
                                      <p:cBhvr>
                                        <p:cTn id="127" dur="500"/>
                                        <p:tgtEl>
                                          <p:spTgt spid="2969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8" grpId="0" autoUpdateAnimBg="0"/>
      <p:bldP spid="296989" grpId="0" autoUpdateAnimBg="0"/>
      <p:bldP spid="296990" grpId="0" autoUpdateAnimBg="0"/>
      <p:bldP spid="296991" grpId="0" autoUpdateAnimBg="0"/>
      <p:bldP spid="296992" grpId="0" animBg="1"/>
      <p:bldP spid="296993" grpId="0" animBg="1"/>
      <p:bldP spid="296994" grpId="0" animBg="1"/>
      <p:bldP spid="296995" grpId="0" animBg="1"/>
      <p:bldP spid="296996" grpId="0" animBg="1"/>
      <p:bldP spid="296997" grpId="0" animBg="1"/>
      <p:bldP spid="296998" grpId="0" animBg="1"/>
      <p:bldP spid="296999" grpId="0" animBg="1"/>
      <p:bldP spid="297000" grpId="0" animBg="1"/>
      <p:bldP spid="297001" grpId="0" animBg="1"/>
      <p:bldP spid="297002" grpId="0" animBg="1"/>
      <p:bldP spid="297003" grpId="0" animBg="1"/>
      <p:bldP spid="29700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Politika Uygulatma Yaklaşımı</a:t>
            </a:r>
          </a:p>
        </p:txBody>
      </p:sp>
      <p:sp>
        <p:nvSpPr>
          <p:cNvPr id="310275" name="Rectangle 3"/>
          <p:cNvSpPr>
            <a:spLocks noChangeArrowheads="1"/>
          </p:cNvSpPr>
          <p:nvPr/>
        </p:nvSpPr>
        <p:spPr bwMode="auto">
          <a:xfrm>
            <a:off x="1066800" y="1524000"/>
            <a:ext cx="7772400" cy="480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609600" indent="-609600">
              <a:spcBef>
                <a:spcPct val="100000"/>
              </a:spcBef>
              <a:buClr>
                <a:schemeClr val="tx1"/>
              </a:buClr>
              <a:buSzPct val="90000"/>
              <a:buFont typeface="Marlett" pitchFamily="2" charset="2"/>
              <a:buNone/>
              <a:defRPr/>
            </a:pPr>
            <a:r>
              <a:rPr lang="tr-TR" b="1" dirty="0"/>
              <a:t>Bilgisayar güvenliğini tehdit edici davranışlar;</a:t>
            </a:r>
          </a:p>
          <a:p>
            <a:pPr marL="990600" lvl="1" indent="-533400">
              <a:spcBef>
                <a:spcPct val="100000"/>
              </a:spcBef>
              <a:buClr>
                <a:schemeClr val="tx1"/>
              </a:buClr>
              <a:buSzPct val="90000"/>
              <a:buFont typeface="Marlett" pitchFamily="2" charset="2"/>
              <a:buNone/>
              <a:defRPr/>
            </a:pPr>
            <a:r>
              <a:rPr lang="tr-TR" dirty="0"/>
              <a:t>1- Oluşmamasını sağlamak</a:t>
            </a:r>
          </a:p>
          <a:p>
            <a:pPr marL="990600" lvl="1" indent="-533400">
              <a:spcBef>
                <a:spcPct val="100000"/>
              </a:spcBef>
              <a:buClr>
                <a:schemeClr val="tx1"/>
              </a:buClr>
              <a:buSzPct val="90000"/>
              <a:buFont typeface="Marlett" pitchFamily="2" charset="2"/>
              <a:buNone/>
              <a:defRPr/>
            </a:pPr>
            <a:r>
              <a:rPr lang="tr-TR" dirty="0"/>
              <a:t>2- Önlemek</a:t>
            </a:r>
          </a:p>
          <a:p>
            <a:pPr marL="990600" lvl="1" indent="-533400">
              <a:spcBef>
                <a:spcPct val="100000"/>
              </a:spcBef>
              <a:buClr>
                <a:schemeClr val="tx1"/>
              </a:buClr>
              <a:buSzPct val="90000"/>
              <a:buFont typeface="Marlett" pitchFamily="2" charset="2"/>
              <a:buNone/>
              <a:defRPr/>
            </a:pPr>
            <a:r>
              <a:rPr lang="tr-TR" dirty="0"/>
              <a:t>3- Oluşur ise bunları belirlemek</a:t>
            </a:r>
          </a:p>
          <a:p>
            <a:pPr marL="990600" lvl="1" indent="-533400">
              <a:spcBef>
                <a:spcPct val="100000"/>
              </a:spcBef>
              <a:buClr>
                <a:schemeClr val="tx1"/>
              </a:buClr>
              <a:buSzPct val="90000"/>
              <a:buFont typeface="Marlett" pitchFamily="2" charset="2"/>
              <a:buNone/>
              <a:defRPr/>
            </a:pPr>
            <a:r>
              <a:rPr lang="tr-TR" dirty="0"/>
              <a:t>4- Sorumluları yakalamak ve cezalandırmak</a:t>
            </a:r>
          </a:p>
        </p:txBody>
      </p:sp>
    </p:spTree>
    <p:extLst>
      <p:ext uri="{BB962C8B-B14F-4D97-AF65-F5344CB8AC3E}">
        <p14:creationId xmlns:p14="http://schemas.microsoft.com/office/powerpoint/2010/main" val="30872345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10275">
                                            <p:txEl>
                                              <p:pRg st="0" end="0"/>
                                            </p:txEl>
                                          </p:spTgt>
                                        </p:tgtEl>
                                        <p:attrNameLst>
                                          <p:attrName>style.visibility</p:attrName>
                                        </p:attrNameLst>
                                      </p:cBhvr>
                                      <p:to>
                                        <p:strVal val="visible"/>
                                      </p:to>
                                    </p:set>
                                    <p:anim calcmode="lin" valueType="num">
                                      <p:cBhvr additive="base">
                                        <p:cTn id="7" dur="500" fill="hold"/>
                                        <p:tgtEl>
                                          <p:spTgt spid="3102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0275">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310275">
                                            <p:txEl>
                                              <p:pRg st="1" end="1"/>
                                            </p:txEl>
                                          </p:spTgt>
                                        </p:tgtEl>
                                        <p:attrNameLst>
                                          <p:attrName>style.visibility</p:attrName>
                                        </p:attrNameLst>
                                      </p:cBhvr>
                                      <p:to>
                                        <p:strVal val="visible"/>
                                      </p:to>
                                    </p:set>
                                    <p:anim calcmode="lin" valueType="num">
                                      <p:cBhvr additive="base">
                                        <p:cTn id="13" dur="500" fill="hold"/>
                                        <p:tgtEl>
                                          <p:spTgt spid="3102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10275">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310275">
                                            <p:txEl>
                                              <p:pRg st="2" end="2"/>
                                            </p:txEl>
                                          </p:spTgt>
                                        </p:tgtEl>
                                        <p:attrNameLst>
                                          <p:attrName>style.visibility</p:attrName>
                                        </p:attrNameLst>
                                      </p:cBhvr>
                                      <p:to>
                                        <p:strVal val="visible"/>
                                      </p:to>
                                    </p:set>
                                    <p:anim calcmode="lin" valueType="num">
                                      <p:cBhvr additive="base">
                                        <p:cTn id="19" dur="500" fill="hold"/>
                                        <p:tgtEl>
                                          <p:spTgt spid="31027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0275">
                                            <p:txEl>
                                              <p:pRg st="2" end="2"/>
                                            </p:txEl>
                                          </p:spTgt>
                                        </p:tgtEl>
                                        <p:attrNameLst>
                                          <p:attrName>ppt_y</p:attrName>
                                        </p:attrNameLst>
                                      </p:cBhvr>
                                      <p:tavLst>
                                        <p:tav tm="0">
                                          <p:val>
                                            <p:strVal val="0-#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310275">
                                            <p:txEl>
                                              <p:pRg st="3" end="3"/>
                                            </p:txEl>
                                          </p:spTgt>
                                        </p:tgtEl>
                                        <p:attrNameLst>
                                          <p:attrName>style.visibility</p:attrName>
                                        </p:attrNameLst>
                                      </p:cBhvr>
                                      <p:to>
                                        <p:strVal val="visible"/>
                                      </p:to>
                                    </p:set>
                                    <p:anim calcmode="lin" valueType="num">
                                      <p:cBhvr additive="base">
                                        <p:cTn id="25" dur="500" fill="hold"/>
                                        <p:tgtEl>
                                          <p:spTgt spid="31027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10275">
                                            <p:txEl>
                                              <p:pRg st="3" end="3"/>
                                            </p:txEl>
                                          </p:spTgt>
                                        </p:tgtEl>
                                        <p:attrNameLst>
                                          <p:attrName>ppt_y</p:attrName>
                                        </p:attrNameLst>
                                      </p:cBhvr>
                                      <p:tavLst>
                                        <p:tav tm="0">
                                          <p:val>
                                            <p:strVal val="0-#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310275">
                                            <p:txEl>
                                              <p:pRg st="4" end="4"/>
                                            </p:txEl>
                                          </p:spTgt>
                                        </p:tgtEl>
                                        <p:attrNameLst>
                                          <p:attrName>style.visibility</p:attrName>
                                        </p:attrNameLst>
                                      </p:cBhvr>
                                      <p:to>
                                        <p:strVal val="visible"/>
                                      </p:to>
                                    </p:set>
                                    <p:anim calcmode="lin" valueType="num">
                                      <p:cBhvr additive="base">
                                        <p:cTn id="31" dur="500" fill="hold"/>
                                        <p:tgtEl>
                                          <p:spTgt spid="31027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10275">
                                            <p:txEl>
                                              <p:pRg st="4" end="4"/>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75" grpId="0" build="p" bldLvl="2"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Önlem Yaklaşımı</a:t>
            </a:r>
          </a:p>
        </p:txBody>
      </p:sp>
      <p:grpSp>
        <p:nvGrpSpPr>
          <p:cNvPr id="328707" name="Group 3"/>
          <p:cNvGrpSpPr>
            <a:grpSpLocks/>
          </p:cNvGrpSpPr>
          <p:nvPr/>
        </p:nvGrpSpPr>
        <p:grpSpPr bwMode="auto">
          <a:xfrm>
            <a:off x="1905000" y="1371600"/>
            <a:ext cx="5257800" cy="4724400"/>
            <a:chOff x="336" y="960"/>
            <a:chExt cx="3312" cy="2976"/>
          </a:xfrm>
        </p:grpSpPr>
        <p:sp>
          <p:nvSpPr>
            <p:cNvPr id="41997" name="Rectangle 4"/>
            <p:cNvSpPr>
              <a:spLocks noChangeArrowheads="1"/>
            </p:cNvSpPr>
            <p:nvPr/>
          </p:nvSpPr>
          <p:spPr bwMode="auto">
            <a:xfrm>
              <a:off x="336" y="960"/>
              <a:ext cx="3312" cy="2976"/>
            </a:xfrm>
            <a:prstGeom prst="rect">
              <a:avLst/>
            </a:prstGeom>
            <a:ln>
              <a:headEnd/>
              <a:tailEnd/>
            </a:ln>
            <a:extLst/>
          </p:spPr>
          <p:style>
            <a:lnRef idx="2">
              <a:schemeClr val="accent1"/>
            </a:lnRef>
            <a:fillRef idx="1">
              <a:schemeClr val="lt1"/>
            </a:fillRef>
            <a:effectRef idx="0">
              <a:schemeClr val="accent1"/>
            </a:effectRef>
            <a:fontRef idx="minor">
              <a:schemeClr val="dk1"/>
            </a:fontRef>
          </p:style>
          <p:txBody>
            <a:bodyPr wrap="none" anchor="ctr"/>
            <a:lstStyle/>
            <a:p>
              <a:endParaRPr lang="tr-TR"/>
            </a:p>
          </p:txBody>
        </p:sp>
        <p:sp>
          <p:nvSpPr>
            <p:cNvPr id="328709" name="Text Box 5"/>
            <p:cNvSpPr txBox="1">
              <a:spLocks noChangeArrowheads="1"/>
            </p:cNvSpPr>
            <p:nvPr/>
          </p:nvSpPr>
          <p:spPr bwMode="auto">
            <a:xfrm>
              <a:off x="1344" y="960"/>
              <a:ext cx="1056" cy="233"/>
            </a:xfrm>
            <a:prstGeom prst="rect">
              <a:avLst/>
            </a:prstGeom>
            <a:ln/>
            <a:extLst/>
          </p:spPr>
          <p:style>
            <a:lnRef idx="2">
              <a:schemeClr val="accent1"/>
            </a:lnRef>
            <a:fillRef idx="1">
              <a:schemeClr val="lt1"/>
            </a:fillRef>
            <a:effectRef idx="0">
              <a:schemeClr val="accent1"/>
            </a:effectRef>
            <a:fontRef idx="minor">
              <a:schemeClr val="dk1"/>
            </a:fontRef>
          </p:style>
          <p:txBody>
            <a:bodyPr>
              <a:spAutoFit/>
            </a:bodyPr>
            <a:lstStyle/>
            <a:p>
              <a:pPr>
                <a:spcBef>
                  <a:spcPct val="50000"/>
                </a:spcBef>
                <a:defRPr/>
              </a:pPr>
              <a:r>
                <a:rPr lang="tr-TR"/>
                <a:t>SAKINMA</a:t>
              </a:r>
            </a:p>
          </p:txBody>
        </p:sp>
      </p:grpSp>
      <p:grpSp>
        <p:nvGrpSpPr>
          <p:cNvPr id="328710" name="Group 6"/>
          <p:cNvGrpSpPr>
            <a:grpSpLocks/>
          </p:cNvGrpSpPr>
          <p:nvPr/>
        </p:nvGrpSpPr>
        <p:grpSpPr bwMode="auto">
          <a:xfrm>
            <a:off x="2438400" y="1905000"/>
            <a:ext cx="4114800" cy="3581400"/>
            <a:chOff x="672" y="1296"/>
            <a:chExt cx="2592" cy="2256"/>
          </a:xfrm>
        </p:grpSpPr>
        <p:sp>
          <p:nvSpPr>
            <p:cNvPr id="41995" name="Rectangle 7"/>
            <p:cNvSpPr>
              <a:spLocks noChangeArrowheads="1"/>
            </p:cNvSpPr>
            <p:nvPr/>
          </p:nvSpPr>
          <p:spPr bwMode="auto">
            <a:xfrm>
              <a:off x="672" y="1296"/>
              <a:ext cx="2592" cy="2256"/>
            </a:xfrm>
            <a:prstGeom prst="rect">
              <a:avLst/>
            </a:prstGeom>
            <a:noFill/>
            <a:ln w="69850">
              <a:solidFill>
                <a:srgbClr val="FFF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328712" name="Text Box 8"/>
            <p:cNvSpPr txBox="1">
              <a:spLocks noChangeArrowheads="1"/>
            </p:cNvSpPr>
            <p:nvPr/>
          </p:nvSpPr>
          <p:spPr bwMode="auto">
            <a:xfrm>
              <a:off x="1344" y="1296"/>
              <a:ext cx="115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tr-TR"/>
                <a:t>KORUNMA</a:t>
              </a:r>
            </a:p>
          </p:txBody>
        </p:sp>
      </p:grpSp>
      <p:grpSp>
        <p:nvGrpSpPr>
          <p:cNvPr id="328713" name="Group 9"/>
          <p:cNvGrpSpPr>
            <a:grpSpLocks/>
          </p:cNvGrpSpPr>
          <p:nvPr/>
        </p:nvGrpSpPr>
        <p:grpSpPr bwMode="auto">
          <a:xfrm>
            <a:off x="2971800" y="2438400"/>
            <a:ext cx="2971800" cy="2514600"/>
            <a:chOff x="1008" y="1632"/>
            <a:chExt cx="1872" cy="1584"/>
          </a:xfrm>
        </p:grpSpPr>
        <p:sp>
          <p:nvSpPr>
            <p:cNvPr id="41993" name="Rectangle 10"/>
            <p:cNvSpPr>
              <a:spLocks noChangeArrowheads="1"/>
            </p:cNvSpPr>
            <p:nvPr/>
          </p:nvSpPr>
          <p:spPr bwMode="auto">
            <a:xfrm>
              <a:off x="1008" y="1632"/>
              <a:ext cx="1872" cy="1584"/>
            </a:xfrm>
            <a:prstGeom prst="rect">
              <a:avLst/>
            </a:prstGeom>
            <a:noFill/>
            <a:ln w="82550">
              <a:solidFill>
                <a:srgbClr val="FF99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328715" name="Text Box 11"/>
            <p:cNvSpPr txBox="1">
              <a:spLocks noChangeArrowheads="1"/>
            </p:cNvSpPr>
            <p:nvPr/>
          </p:nvSpPr>
          <p:spPr bwMode="auto">
            <a:xfrm>
              <a:off x="1344" y="1632"/>
              <a:ext cx="105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tr-TR"/>
                <a:t>TESPİT</a:t>
              </a:r>
            </a:p>
          </p:txBody>
        </p:sp>
      </p:grpSp>
      <p:grpSp>
        <p:nvGrpSpPr>
          <p:cNvPr id="328716" name="Group 12"/>
          <p:cNvGrpSpPr>
            <a:grpSpLocks/>
          </p:cNvGrpSpPr>
          <p:nvPr/>
        </p:nvGrpSpPr>
        <p:grpSpPr bwMode="auto">
          <a:xfrm>
            <a:off x="3505200" y="2971800"/>
            <a:ext cx="2133600" cy="1524000"/>
            <a:chOff x="1344" y="1968"/>
            <a:chExt cx="1344" cy="960"/>
          </a:xfrm>
        </p:grpSpPr>
        <p:sp>
          <p:nvSpPr>
            <p:cNvPr id="41991" name="Rectangle 13"/>
            <p:cNvSpPr>
              <a:spLocks noChangeArrowheads="1"/>
            </p:cNvSpPr>
            <p:nvPr/>
          </p:nvSpPr>
          <p:spPr bwMode="auto">
            <a:xfrm>
              <a:off x="1344" y="1968"/>
              <a:ext cx="1248" cy="960"/>
            </a:xfrm>
            <a:prstGeom prst="rect">
              <a:avLst/>
            </a:prstGeom>
            <a:noFill/>
            <a:ln w="9525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328718" name="Text Box 14"/>
            <p:cNvSpPr txBox="1">
              <a:spLocks noChangeArrowheads="1"/>
            </p:cNvSpPr>
            <p:nvPr/>
          </p:nvSpPr>
          <p:spPr bwMode="auto">
            <a:xfrm>
              <a:off x="1344" y="1968"/>
              <a:ext cx="134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tr-TR"/>
                <a:t>KURTARMA</a:t>
              </a:r>
            </a:p>
          </p:txBody>
        </p:sp>
      </p:grpSp>
    </p:spTree>
    <p:extLst>
      <p:ext uri="{BB962C8B-B14F-4D97-AF65-F5344CB8AC3E}">
        <p14:creationId xmlns:p14="http://schemas.microsoft.com/office/powerpoint/2010/main" val="39573497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328707"/>
                                        </p:tgtEl>
                                        <p:attrNameLst>
                                          <p:attrName>style.visibility</p:attrName>
                                        </p:attrNameLst>
                                      </p:cBhvr>
                                      <p:to>
                                        <p:strVal val="visible"/>
                                      </p:to>
                                    </p:set>
                                    <p:anim calcmode="lin" valueType="num">
                                      <p:cBhvr>
                                        <p:cTn id="7" dur="500" fill="hold"/>
                                        <p:tgtEl>
                                          <p:spTgt spid="328707"/>
                                        </p:tgtEl>
                                        <p:attrNameLst>
                                          <p:attrName>ppt_w</p:attrName>
                                        </p:attrNameLst>
                                      </p:cBhvr>
                                      <p:tavLst>
                                        <p:tav tm="0">
                                          <p:val>
                                            <p:fltVal val="0"/>
                                          </p:val>
                                        </p:tav>
                                        <p:tav tm="100000">
                                          <p:val>
                                            <p:strVal val="#ppt_w"/>
                                          </p:val>
                                        </p:tav>
                                      </p:tavLst>
                                    </p:anim>
                                    <p:anim calcmode="lin" valueType="num">
                                      <p:cBhvr>
                                        <p:cTn id="8" dur="500" fill="hold"/>
                                        <p:tgtEl>
                                          <p:spTgt spid="328707"/>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328710"/>
                                        </p:tgtEl>
                                        <p:attrNameLst>
                                          <p:attrName>style.visibility</p:attrName>
                                        </p:attrNameLst>
                                      </p:cBhvr>
                                      <p:to>
                                        <p:strVal val="visible"/>
                                      </p:to>
                                    </p:set>
                                    <p:anim calcmode="lin" valueType="num">
                                      <p:cBhvr>
                                        <p:cTn id="13" dur="500" fill="hold"/>
                                        <p:tgtEl>
                                          <p:spTgt spid="328710"/>
                                        </p:tgtEl>
                                        <p:attrNameLst>
                                          <p:attrName>ppt_w</p:attrName>
                                        </p:attrNameLst>
                                      </p:cBhvr>
                                      <p:tavLst>
                                        <p:tav tm="0">
                                          <p:val>
                                            <p:fltVal val="0"/>
                                          </p:val>
                                        </p:tav>
                                        <p:tav tm="100000">
                                          <p:val>
                                            <p:strVal val="#ppt_w"/>
                                          </p:val>
                                        </p:tav>
                                      </p:tavLst>
                                    </p:anim>
                                    <p:anim calcmode="lin" valueType="num">
                                      <p:cBhvr>
                                        <p:cTn id="14" dur="500" fill="hold"/>
                                        <p:tgtEl>
                                          <p:spTgt spid="328710"/>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nodeType="clickEffect">
                                  <p:stCondLst>
                                    <p:cond delay="0"/>
                                  </p:stCondLst>
                                  <p:childTnLst>
                                    <p:set>
                                      <p:cBhvr>
                                        <p:cTn id="18" dur="1" fill="hold">
                                          <p:stCondLst>
                                            <p:cond delay="0"/>
                                          </p:stCondLst>
                                        </p:cTn>
                                        <p:tgtEl>
                                          <p:spTgt spid="328713"/>
                                        </p:tgtEl>
                                        <p:attrNameLst>
                                          <p:attrName>style.visibility</p:attrName>
                                        </p:attrNameLst>
                                      </p:cBhvr>
                                      <p:to>
                                        <p:strVal val="visible"/>
                                      </p:to>
                                    </p:set>
                                    <p:anim calcmode="lin" valueType="num">
                                      <p:cBhvr>
                                        <p:cTn id="19" dur="500" fill="hold"/>
                                        <p:tgtEl>
                                          <p:spTgt spid="328713"/>
                                        </p:tgtEl>
                                        <p:attrNameLst>
                                          <p:attrName>ppt_w</p:attrName>
                                        </p:attrNameLst>
                                      </p:cBhvr>
                                      <p:tavLst>
                                        <p:tav tm="0">
                                          <p:val>
                                            <p:fltVal val="0"/>
                                          </p:val>
                                        </p:tav>
                                        <p:tav tm="100000">
                                          <p:val>
                                            <p:strVal val="#ppt_w"/>
                                          </p:val>
                                        </p:tav>
                                      </p:tavLst>
                                    </p:anim>
                                    <p:anim calcmode="lin" valueType="num">
                                      <p:cBhvr>
                                        <p:cTn id="20" dur="500" fill="hold"/>
                                        <p:tgtEl>
                                          <p:spTgt spid="328713"/>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16" fill="hold" nodeType="clickEffect">
                                  <p:stCondLst>
                                    <p:cond delay="0"/>
                                  </p:stCondLst>
                                  <p:childTnLst>
                                    <p:set>
                                      <p:cBhvr>
                                        <p:cTn id="24" dur="1" fill="hold">
                                          <p:stCondLst>
                                            <p:cond delay="0"/>
                                          </p:stCondLst>
                                        </p:cTn>
                                        <p:tgtEl>
                                          <p:spTgt spid="328716"/>
                                        </p:tgtEl>
                                        <p:attrNameLst>
                                          <p:attrName>style.visibility</p:attrName>
                                        </p:attrNameLst>
                                      </p:cBhvr>
                                      <p:to>
                                        <p:strVal val="visible"/>
                                      </p:to>
                                    </p:set>
                                    <p:anim calcmode="lin" valueType="num">
                                      <p:cBhvr>
                                        <p:cTn id="25" dur="500" fill="hold"/>
                                        <p:tgtEl>
                                          <p:spTgt spid="328716"/>
                                        </p:tgtEl>
                                        <p:attrNameLst>
                                          <p:attrName>ppt_w</p:attrName>
                                        </p:attrNameLst>
                                      </p:cBhvr>
                                      <p:tavLst>
                                        <p:tav tm="0">
                                          <p:val>
                                            <p:fltVal val="0"/>
                                          </p:val>
                                        </p:tav>
                                        <p:tav tm="100000">
                                          <p:val>
                                            <p:strVal val="#ppt_w"/>
                                          </p:val>
                                        </p:tav>
                                      </p:tavLst>
                                    </p:anim>
                                    <p:anim calcmode="lin" valueType="num">
                                      <p:cBhvr>
                                        <p:cTn id="26" dur="500" fill="hold"/>
                                        <p:tgtEl>
                                          <p:spTgt spid="32871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Politika Güncelleme Süreci</a:t>
            </a:r>
          </a:p>
        </p:txBody>
      </p:sp>
      <p:sp>
        <p:nvSpPr>
          <p:cNvPr id="361475" name="AutoShape 3"/>
          <p:cNvSpPr>
            <a:spLocks noChangeArrowheads="1"/>
          </p:cNvSpPr>
          <p:nvPr/>
        </p:nvSpPr>
        <p:spPr bwMode="auto">
          <a:xfrm>
            <a:off x="2722563" y="2286000"/>
            <a:ext cx="1752600" cy="1143000"/>
          </a:xfrm>
          <a:prstGeom prst="roundRect">
            <a:avLst>
              <a:gd name="adj" fmla="val 16667"/>
            </a:avLst>
          </a:prstGeom>
          <a:ln/>
          <a:extLst/>
        </p:spPr>
        <p:style>
          <a:lnRef idx="2">
            <a:schemeClr val="dk1"/>
          </a:lnRef>
          <a:fillRef idx="1">
            <a:schemeClr val="lt1"/>
          </a:fillRef>
          <a:effectRef idx="0">
            <a:schemeClr val="dk1"/>
          </a:effectRef>
          <a:fontRef idx="minor">
            <a:schemeClr val="dk1"/>
          </a:fontRef>
        </p:style>
        <p:txBody>
          <a:bodyPr wrap="none" anchor="ctr">
            <a:flatTx/>
          </a:bodyPr>
          <a:lstStyle/>
          <a:p>
            <a:pPr algn="ctr">
              <a:defRPr/>
            </a:pPr>
            <a:r>
              <a:rPr lang="tr-TR"/>
              <a:t>Kurum Dışı</a:t>
            </a:r>
          </a:p>
          <a:p>
            <a:pPr algn="ctr">
              <a:defRPr/>
            </a:pPr>
            <a:r>
              <a:rPr lang="tr-TR"/>
              <a:t>Değişiklikler</a:t>
            </a:r>
          </a:p>
        </p:txBody>
      </p:sp>
      <p:sp>
        <p:nvSpPr>
          <p:cNvPr id="361476" name="AutoShape 4"/>
          <p:cNvSpPr>
            <a:spLocks noChangeArrowheads="1"/>
          </p:cNvSpPr>
          <p:nvPr/>
        </p:nvSpPr>
        <p:spPr bwMode="auto">
          <a:xfrm>
            <a:off x="512763" y="2286000"/>
            <a:ext cx="1752600" cy="1143000"/>
          </a:xfrm>
          <a:prstGeom prst="roundRect">
            <a:avLst>
              <a:gd name="adj" fmla="val 16667"/>
            </a:avLst>
          </a:prstGeom>
          <a:ln/>
          <a:extLst/>
        </p:spPr>
        <p:style>
          <a:lnRef idx="2">
            <a:schemeClr val="dk1"/>
          </a:lnRef>
          <a:fillRef idx="1">
            <a:schemeClr val="lt1"/>
          </a:fillRef>
          <a:effectRef idx="0">
            <a:schemeClr val="dk1"/>
          </a:effectRef>
          <a:fontRef idx="minor">
            <a:schemeClr val="dk1"/>
          </a:fontRef>
        </p:style>
        <p:txBody>
          <a:bodyPr wrap="none" anchor="ctr">
            <a:flatTx/>
          </a:bodyPr>
          <a:lstStyle/>
          <a:p>
            <a:pPr algn="ctr">
              <a:defRPr/>
            </a:pPr>
            <a:r>
              <a:rPr lang="tr-TR"/>
              <a:t>Kurum İçi</a:t>
            </a:r>
          </a:p>
          <a:p>
            <a:pPr algn="ctr">
              <a:defRPr/>
            </a:pPr>
            <a:r>
              <a:rPr lang="tr-TR"/>
              <a:t>Değişiklikler</a:t>
            </a:r>
          </a:p>
        </p:txBody>
      </p:sp>
      <p:sp>
        <p:nvSpPr>
          <p:cNvPr id="361477" name="AutoShape 5"/>
          <p:cNvSpPr>
            <a:spLocks noChangeArrowheads="1"/>
          </p:cNvSpPr>
          <p:nvPr/>
        </p:nvSpPr>
        <p:spPr bwMode="auto">
          <a:xfrm>
            <a:off x="7142163" y="2286000"/>
            <a:ext cx="1620837" cy="1143000"/>
          </a:xfrm>
          <a:prstGeom prst="roundRect">
            <a:avLst>
              <a:gd name="adj" fmla="val 16667"/>
            </a:avLst>
          </a:prstGeom>
          <a:ln/>
          <a:extLst/>
        </p:spPr>
        <p:style>
          <a:lnRef idx="2">
            <a:schemeClr val="dk1"/>
          </a:lnRef>
          <a:fillRef idx="1">
            <a:schemeClr val="lt1"/>
          </a:fillRef>
          <a:effectRef idx="0">
            <a:schemeClr val="dk1"/>
          </a:effectRef>
          <a:fontRef idx="minor">
            <a:schemeClr val="dk1"/>
          </a:fontRef>
        </p:style>
        <p:txBody>
          <a:bodyPr wrap="none" anchor="ctr">
            <a:flatTx/>
          </a:bodyPr>
          <a:lstStyle/>
          <a:p>
            <a:pPr algn="ctr">
              <a:defRPr/>
            </a:pPr>
            <a:r>
              <a:rPr lang="tr-TR" dirty="0"/>
              <a:t>Periyodik</a:t>
            </a:r>
          </a:p>
          <a:p>
            <a:pPr algn="ctr">
              <a:defRPr/>
            </a:pPr>
            <a:r>
              <a:rPr lang="tr-TR" dirty="0"/>
              <a:t>Gözden</a:t>
            </a:r>
          </a:p>
          <a:p>
            <a:pPr algn="ctr">
              <a:defRPr/>
            </a:pPr>
            <a:r>
              <a:rPr lang="tr-TR" dirty="0"/>
              <a:t>Geçirme</a:t>
            </a:r>
          </a:p>
        </p:txBody>
      </p:sp>
      <p:sp>
        <p:nvSpPr>
          <p:cNvPr id="361478" name="AutoShape 6"/>
          <p:cNvSpPr>
            <a:spLocks noChangeArrowheads="1"/>
          </p:cNvSpPr>
          <p:nvPr/>
        </p:nvSpPr>
        <p:spPr bwMode="auto">
          <a:xfrm>
            <a:off x="4945063" y="2286000"/>
            <a:ext cx="1739900" cy="1143000"/>
          </a:xfrm>
          <a:prstGeom prst="roundRect">
            <a:avLst>
              <a:gd name="adj" fmla="val 16667"/>
            </a:avLst>
          </a:prstGeom>
          <a:ln/>
          <a:extLst/>
        </p:spPr>
        <p:style>
          <a:lnRef idx="2">
            <a:schemeClr val="dk1"/>
          </a:lnRef>
          <a:fillRef idx="1">
            <a:schemeClr val="lt1"/>
          </a:fillRef>
          <a:effectRef idx="0">
            <a:schemeClr val="dk1"/>
          </a:effectRef>
          <a:fontRef idx="minor">
            <a:schemeClr val="dk1"/>
          </a:fontRef>
        </p:style>
        <p:txBody>
          <a:bodyPr wrap="none" anchor="ctr">
            <a:flatTx/>
          </a:bodyPr>
          <a:lstStyle/>
          <a:p>
            <a:pPr algn="ctr">
              <a:defRPr/>
            </a:pPr>
            <a:r>
              <a:rPr lang="tr-TR"/>
              <a:t>Güvenliği</a:t>
            </a:r>
          </a:p>
          <a:p>
            <a:pPr algn="ctr">
              <a:defRPr/>
            </a:pPr>
            <a:r>
              <a:rPr lang="tr-TR"/>
              <a:t>Tehdit Eden</a:t>
            </a:r>
          </a:p>
          <a:p>
            <a:pPr algn="ctr">
              <a:defRPr/>
            </a:pPr>
            <a:r>
              <a:rPr lang="tr-TR"/>
              <a:t>Davranışlar</a:t>
            </a:r>
          </a:p>
        </p:txBody>
      </p:sp>
      <p:grpSp>
        <p:nvGrpSpPr>
          <p:cNvPr id="361479" name="Group 7"/>
          <p:cNvGrpSpPr>
            <a:grpSpLocks/>
          </p:cNvGrpSpPr>
          <p:nvPr/>
        </p:nvGrpSpPr>
        <p:grpSpPr bwMode="auto">
          <a:xfrm>
            <a:off x="512763" y="3429000"/>
            <a:ext cx="8250237" cy="1447800"/>
            <a:chOff x="323" y="2160"/>
            <a:chExt cx="5197" cy="912"/>
          </a:xfrm>
        </p:grpSpPr>
        <p:sp>
          <p:nvSpPr>
            <p:cNvPr id="43019" name="Line 8"/>
            <p:cNvSpPr>
              <a:spLocks noChangeShapeType="1"/>
            </p:cNvSpPr>
            <p:nvPr/>
          </p:nvSpPr>
          <p:spPr bwMode="auto">
            <a:xfrm flipH="1" flipV="1">
              <a:off x="323" y="2160"/>
              <a:ext cx="2077" cy="912"/>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43020" name="Line 9"/>
            <p:cNvSpPr>
              <a:spLocks noChangeShapeType="1"/>
            </p:cNvSpPr>
            <p:nvPr/>
          </p:nvSpPr>
          <p:spPr bwMode="auto">
            <a:xfrm flipV="1">
              <a:off x="3504" y="2160"/>
              <a:ext cx="2016" cy="912"/>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grpSp>
      <p:grpSp>
        <p:nvGrpSpPr>
          <p:cNvPr id="361482" name="Group 10"/>
          <p:cNvGrpSpPr>
            <a:grpSpLocks/>
          </p:cNvGrpSpPr>
          <p:nvPr/>
        </p:nvGrpSpPr>
        <p:grpSpPr bwMode="auto">
          <a:xfrm>
            <a:off x="512763" y="4876800"/>
            <a:ext cx="8402637" cy="514350"/>
            <a:chOff x="624" y="2016"/>
            <a:chExt cx="1056" cy="624"/>
          </a:xfrm>
        </p:grpSpPr>
        <p:sp>
          <p:nvSpPr>
            <p:cNvPr id="43017" name="Rectangle 11"/>
            <p:cNvSpPr>
              <a:spLocks noChangeArrowheads="1"/>
            </p:cNvSpPr>
            <p:nvPr/>
          </p:nvSpPr>
          <p:spPr bwMode="auto">
            <a:xfrm>
              <a:off x="624" y="2016"/>
              <a:ext cx="1056" cy="624"/>
            </a:xfrm>
            <a:prstGeom prst="rect">
              <a:avLst/>
            </a:prstGeom>
            <a:ln>
              <a:headEnd/>
              <a:tailEnd/>
            </a:ln>
            <a:extLst/>
          </p:spPr>
          <p:style>
            <a:lnRef idx="2">
              <a:schemeClr val="dk1"/>
            </a:lnRef>
            <a:fillRef idx="1">
              <a:schemeClr val="lt1"/>
            </a:fillRef>
            <a:effectRef idx="0">
              <a:schemeClr val="dk1"/>
            </a:effectRef>
            <a:fontRef idx="minor">
              <a:schemeClr val="dk1"/>
            </a:fontRef>
          </p:style>
          <p:txBody>
            <a:bodyPr wrap="none" anchor="ctr">
              <a:flatTx/>
            </a:bodyPr>
            <a:lstStyle/>
            <a:p>
              <a:endParaRPr lang="tr-TR"/>
            </a:p>
          </p:txBody>
        </p:sp>
        <p:sp>
          <p:nvSpPr>
            <p:cNvPr id="361484" name="Text Box 12"/>
            <p:cNvSpPr txBox="1">
              <a:spLocks noChangeArrowheads="1"/>
            </p:cNvSpPr>
            <p:nvPr/>
          </p:nvSpPr>
          <p:spPr bwMode="auto">
            <a:xfrm>
              <a:off x="624" y="2112"/>
              <a:ext cx="1056" cy="448"/>
            </a:xfrm>
            <a:prstGeom prst="rect">
              <a:avLst/>
            </a:prstGeom>
            <a:ln/>
            <a:extLst/>
          </p:spPr>
          <p:style>
            <a:lnRef idx="2">
              <a:schemeClr val="dk1"/>
            </a:lnRef>
            <a:fillRef idx="1">
              <a:schemeClr val="lt1"/>
            </a:fillRef>
            <a:effectRef idx="0">
              <a:schemeClr val="dk1"/>
            </a:effectRef>
            <a:fontRef idx="minor">
              <a:schemeClr val="dk1"/>
            </a:fontRef>
          </p:style>
          <p:txBody>
            <a:bodyPr>
              <a:spAutoFit/>
            </a:bodyPr>
            <a:lstStyle/>
            <a:p>
              <a:pPr algn="ctr">
                <a:spcBef>
                  <a:spcPct val="50000"/>
                </a:spcBef>
                <a:defRPr/>
              </a:pPr>
              <a:r>
                <a:rPr lang="tr-TR"/>
                <a:t>Politika İzleme</a:t>
              </a:r>
            </a:p>
          </p:txBody>
        </p:sp>
      </p:grpSp>
    </p:spTree>
    <p:extLst>
      <p:ext uri="{BB962C8B-B14F-4D97-AF65-F5344CB8AC3E}">
        <p14:creationId xmlns:p14="http://schemas.microsoft.com/office/powerpoint/2010/main" val="29708361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61482"/>
                                        </p:tgtEl>
                                        <p:attrNameLst>
                                          <p:attrName>style.visibility</p:attrName>
                                        </p:attrNameLst>
                                      </p:cBhvr>
                                      <p:to>
                                        <p:strVal val="visible"/>
                                      </p:to>
                                    </p:set>
                                    <p:anim calcmode="lin" valueType="num">
                                      <p:cBhvr additive="base">
                                        <p:cTn id="7" dur="500" fill="hold"/>
                                        <p:tgtEl>
                                          <p:spTgt spid="361482"/>
                                        </p:tgtEl>
                                        <p:attrNameLst>
                                          <p:attrName>ppt_x</p:attrName>
                                        </p:attrNameLst>
                                      </p:cBhvr>
                                      <p:tavLst>
                                        <p:tav tm="0">
                                          <p:val>
                                            <p:strVal val="#ppt_x"/>
                                          </p:val>
                                        </p:tav>
                                        <p:tav tm="100000">
                                          <p:val>
                                            <p:strVal val="#ppt_x"/>
                                          </p:val>
                                        </p:tav>
                                      </p:tavLst>
                                    </p:anim>
                                    <p:anim calcmode="lin" valueType="num">
                                      <p:cBhvr additive="base">
                                        <p:cTn id="8" dur="500" fill="hold"/>
                                        <p:tgtEl>
                                          <p:spTgt spid="36148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nodeType="clickEffect">
                                  <p:stCondLst>
                                    <p:cond delay="0"/>
                                  </p:stCondLst>
                                  <p:childTnLst>
                                    <p:set>
                                      <p:cBhvr>
                                        <p:cTn id="12" dur="1" fill="hold">
                                          <p:stCondLst>
                                            <p:cond delay="0"/>
                                          </p:stCondLst>
                                        </p:cTn>
                                        <p:tgtEl>
                                          <p:spTgt spid="361479"/>
                                        </p:tgtEl>
                                        <p:attrNameLst>
                                          <p:attrName>style.visibility</p:attrName>
                                        </p:attrNameLst>
                                      </p:cBhvr>
                                      <p:to>
                                        <p:strVal val="visible"/>
                                      </p:to>
                                    </p:set>
                                    <p:anim calcmode="lin" valueType="num">
                                      <p:cBhvr>
                                        <p:cTn id="13" dur="500" fill="hold"/>
                                        <p:tgtEl>
                                          <p:spTgt spid="361479"/>
                                        </p:tgtEl>
                                        <p:attrNameLst>
                                          <p:attrName>ppt_w</p:attrName>
                                        </p:attrNameLst>
                                      </p:cBhvr>
                                      <p:tavLst>
                                        <p:tav tm="0">
                                          <p:val>
                                            <p:fltVal val="0"/>
                                          </p:val>
                                        </p:tav>
                                        <p:tav tm="100000">
                                          <p:val>
                                            <p:strVal val="#ppt_w"/>
                                          </p:val>
                                        </p:tav>
                                      </p:tavLst>
                                    </p:anim>
                                    <p:anim calcmode="lin" valueType="num">
                                      <p:cBhvr>
                                        <p:cTn id="14" dur="500" fill="hold"/>
                                        <p:tgtEl>
                                          <p:spTgt spid="361479"/>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361476"/>
                                        </p:tgtEl>
                                        <p:attrNameLst>
                                          <p:attrName>style.visibility</p:attrName>
                                        </p:attrNameLst>
                                      </p:cBhvr>
                                      <p:to>
                                        <p:strVal val="visible"/>
                                      </p:to>
                                    </p:set>
                                    <p:anim calcmode="lin" valueType="num">
                                      <p:cBhvr additive="base">
                                        <p:cTn id="19" dur="500" fill="hold"/>
                                        <p:tgtEl>
                                          <p:spTgt spid="361476"/>
                                        </p:tgtEl>
                                        <p:attrNameLst>
                                          <p:attrName>ppt_x</p:attrName>
                                        </p:attrNameLst>
                                      </p:cBhvr>
                                      <p:tavLst>
                                        <p:tav tm="0">
                                          <p:val>
                                            <p:strVal val="#ppt_x"/>
                                          </p:val>
                                        </p:tav>
                                        <p:tav tm="100000">
                                          <p:val>
                                            <p:strVal val="#ppt_x"/>
                                          </p:val>
                                        </p:tav>
                                      </p:tavLst>
                                    </p:anim>
                                    <p:anim calcmode="lin" valueType="num">
                                      <p:cBhvr additive="base">
                                        <p:cTn id="20" dur="500" fill="hold"/>
                                        <p:tgtEl>
                                          <p:spTgt spid="361476"/>
                                        </p:tgtEl>
                                        <p:attrNameLst>
                                          <p:attrName>ppt_y</p:attrName>
                                        </p:attrNameLst>
                                      </p:cBhvr>
                                      <p:tavLst>
                                        <p:tav tm="0">
                                          <p:val>
                                            <p:strVal val="0-#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361475"/>
                                        </p:tgtEl>
                                        <p:attrNameLst>
                                          <p:attrName>style.visibility</p:attrName>
                                        </p:attrNameLst>
                                      </p:cBhvr>
                                      <p:to>
                                        <p:strVal val="visible"/>
                                      </p:to>
                                    </p:set>
                                    <p:anim calcmode="lin" valueType="num">
                                      <p:cBhvr additive="base">
                                        <p:cTn id="25" dur="500" fill="hold"/>
                                        <p:tgtEl>
                                          <p:spTgt spid="361475"/>
                                        </p:tgtEl>
                                        <p:attrNameLst>
                                          <p:attrName>ppt_x</p:attrName>
                                        </p:attrNameLst>
                                      </p:cBhvr>
                                      <p:tavLst>
                                        <p:tav tm="0">
                                          <p:val>
                                            <p:strVal val="#ppt_x"/>
                                          </p:val>
                                        </p:tav>
                                        <p:tav tm="100000">
                                          <p:val>
                                            <p:strVal val="#ppt_x"/>
                                          </p:val>
                                        </p:tav>
                                      </p:tavLst>
                                    </p:anim>
                                    <p:anim calcmode="lin" valueType="num">
                                      <p:cBhvr additive="base">
                                        <p:cTn id="26" dur="500" fill="hold"/>
                                        <p:tgtEl>
                                          <p:spTgt spid="361475"/>
                                        </p:tgtEl>
                                        <p:attrNameLst>
                                          <p:attrName>ppt_y</p:attrName>
                                        </p:attrNameLst>
                                      </p:cBhvr>
                                      <p:tavLst>
                                        <p:tav tm="0">
                                          <p:val>
                                            <p:strVal val="0-#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361478"/>
                                        </p:tgtEl>
                                        <p:attrNameLst>
                                          <p:attrName>style.visibility</p:attrName>
                                        </p:attrNameLst>
                                      </p:cBhvr>
                                      <p:to>
                                        <p:strVal val="visible"/>
                                      </p:to>
                                    </p:set>
                                    <p:anim calcmode="lin" valueType="num">
                                      <p:cBhvr additive="base">
                                        <p:cTn id="31" dur="500" fill="hold"/>
                                        <p:tgtEl>
                                          <p:spTgt spid="361478"/>
                                        </p:tgtEl>
                                        <p:attrNameLst>
                                          <p:attrName>ppt_x</p:attrName>
                                        </p:attrNameLst>
                                      </p:cBhvr>
                                      <p:tavLst>
                                        <p:tav tm="0">
                                          <p:val>
                                            <p:strVal val="#ppt_x"/>
                                          </p:val>
                                        </p:tav>
                                        <p:tav tm="100000">
                                          <p:val>
                                            <p:strVal val="#ppt_x"/>
                                          </p:val>
                                        </p:tav>
                                      </p:tavLst>
                                    </p:anim>
                                    <p:anim calcmode="lin" valueType="num">
                                      <p:cBhvr additive="base">
                                        <p:cTn id="32" dur="500" fill="hold"/>
                                        <p:tgtEl>
                                          <p:spTgt spid="361478"/>
                                        </p:tgtEl>
                                        <p:attrNameLst>
                                          <p:attrName>ppt_y</p:attrName>
                                        </p:attrNameLst>
                                      </p:cBhvr>
                                      <p:tavLst>
                                        <p:tav tm="0">
                                          <p:val>
                                            <p:strVal val="0-#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1" fill="hold" grpId="0" nodeType="clickEffect">
                                  <p:stCondLst>
                                    <p:cond delay="0"/>
                                  </p:stCondLst>
                                  <p:childTnLst>
                                    <p:set>
                                      <p:cBhvr>
                                        <p:cTn id="36" dur="1" fill="hold">
                                          <p:stCondLst>
                                            <p:cond delay="0"/>
                                          </p:stCondLst>
                                        </p:cTn>
                                        <p:tgtEl>
                                          <p:spTgt spid="361477"/>
                                        </p:tgtEl>
                                        <p:attrNameLst>
                                          <p:attrName>style.visibility</p:attrName>
                                        </p:attrNameLst>
                                      </p:cBhvr>
                                      <p:to>
                                        <p:strVal val="visible"/>
                                      </p:to>
                                    </p:set>
                                    <p:anim calcmode="lin" valueType="num">
                                      <p:cBhvr additive="base">
                                        <p:cTn id="37" dur="500" fill="hold"/>
                                        <p:tgtEl>
                                          <p:spTgt spid="361477"/>
                                        </p:tgtEl>
                                        <p:attrNameLst>
                                          <p:attrName>ppt_x</p:attrName>
                                        </p:attrNameLst>
                                      </p:cBhvr>
                                      <p:tavLst>
                                        <p:tav tm="0">
                                          <p:val>
                                            <p:strVal val="#ppt_x"/>
                                          </p:val>
                                        </p:tav>
                                        <p:tav tm="100000">
                                          <p:val>
                                            <p:strVal val="#ppt_x"/>
                                          </p:val>
                                        </p:tav>
                                      </p:tavLst>
                                    </p:anim>
                                    <p:anim calcmode="lin" valueType="num">
                                      <p:cBhvr additive="base">
                                        <p:cTn id="38" dur="500" fill="hold"/>
                                        <p:tgtEl>
                                          <p:spTgt spid="36147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5" grpId="0" animBg="1" autoUpdateAnimBg="0"/>
      <p:bldP spid="361476" grpId="0" animBg="1" autoUpdateAnimBg="0"/>
      <p:bldP spid="361477" grpId="0" animBg="1" autoUpdateAnimBg="0"/>
      <p:bldP spid="361478" grpId="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Politika Belgesi</a:t>
            </a:r>
          </a:p>
        </p:txBody>
      </p:sp>
      <p:sp>
        <p:nvSpPr>
          <p:cNvPr id="293891" name="Rectangle 3"/>
          <p:cNvSpPr>
            <a:spLocks noChangeArrowheads="1"/>
          </p:cNvSpPr>
          <p:nvPr/>
        </p:nvSpPr>
        <p:spPr bwMode="auto">
          <a:xfrm>
            <a:off x="2362200" y="1752600"/>
            <a:ext cx="6553200" cy="381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a:spcBef>
                <a:spcPct val="50000"/>
              </a:spcBef>
              <a:buClr>
                <a:srgbClr val="CCFFFF"/>
              </a:buClr>
              <a:buSzPct val="90000"/>
              <a:buFont typeface="Marlett" pitchFamily="2" charset="2"/>
              <a:buChar char="h"/>
              <a:defRPr/>
            </a:pPr>
            <a:r>
              <a:rPr lang="tr-TR"/>
              <a:t>Amaç ve Kapsam</a:t>
            </a:r>
          </a:p>
          <a:p>
            <a:pPr marL="342900" indent="-342900">
              <a:spcBef>
                <a:spcPct val="50000"/>
              </a:spcBef>
              <a:buClr>
                <a:srgbClr val="CCFFFF"/>
              </a:buClr>
              <a:buSzPct val="90000"/>
              <a:buFont typeface="Marlett" pitchFamily="2" charset="2"/>
              <a:buChar char="h"/>
              <a:defRPr/>
            </a:pPr>
            <a:r>
              <a:rPr lang="tr-TR"/>
              <a:t>Kurum ve Bilgisayar Sistemi Tanıtımı</a:t>
            </a:r>
          </a:p>
          <a:p>
            <a:pPr marL="342900" indent="-342900">
              <a:spcBef>
                <a:spcPct val="50000"/>
              </a:spcBef>
              <a:buClr>
                <a:srgbClr val="CCFFFF"/>
              </a:buClr>
              <a:buSzPct val="90000"/>
              <a:buFont typeface="Marlett" pitchFamily="2" charset="2"/>
              <a:buChar char="h"/>
              <a:defRPr/>
            </a:pPr>
            <a:r>
              <a:rPr lang="tr-TR"/>
              <a:t>Risk Analizi</a:t>
            </a:r>
          </a:p>
          <a:p>
            <a:pPr marL="342900" indent="-342900">
              <a:spcBef>
                <a:spcPct val="50000"/>
              </a:spcBef>
              <a:buClr>
                <a:srgbClr val="CCFFFF"/>
              </a:buClr>
              <a:buSzPct val="90000"/>
              <a:buFont typeface="Marlett" pitchFamily="2" charset="2"/>
              <a:buChar char="h"/>
              <a:defRPr/>
            </a:pPr>
            <a:r>
              <a:rPr lang="tr-TR"/>
              <a:t>Önlem Tasarımı</a:t>
            </a:r>
          </a:p>
          <a:p>
            <a:pPr marL="342900" indent="-342900">
              <a:spcBef>
                <a:spcPct val="50000"/>
              </a:spcBef>
              <a:buClr>
                <a:srgbClr val="CCFFFF"/>
              </a:buClr>
              <a:buSzPct val="90000"/>
              <a:buFont typeface="Marlett" pitchFamily="2" charset="2"/>
              <a:buChar char="h"/>
              <a:defRPr/>
            </a:pPr>
            <a:r>
              <a:rPr lang="tr-TR"/>
              <a:t>Politika Uygulama, Uygulatma Planları</a:t>
            </a:r>
          </a:p>
          <a:p>
            <a:pPr marL="342900" indent="-342900">
              <a:spcBef>
                <a:spcPct val="50000"/>
              </a:spcBef>
              <a:buClr>
                <a:srgbClr val="CCFFFF"/>
              </a:buClr>
              <a:buSzPct val="90000"/>
              <a:buFont typeface="Marlett" pitchFamily="2" charset="2"/>
              <a:buChar char="h"/>
              <a:defRPr/>
            </a:pPr>
            <a:r>
              <a:rPr lang="tr-TR"/>
              <a:t>Politika Güncelleme Koşulları</a:t>
            </a:r>
          </a:p>
        </p:txBody>
      </p:sp>
      <p:sp>
        <p:nvSpPr>
          <p:cNvPr id="293895" name="Rectangle 7"/>
          <p:cNvSpPr>
            <a:spLocks noChangeArrowheads="1"/>
          </p:cNvSpPr>
          <p:nvPr/>
        </p:nvSpPr>
        <p:spPr bwMode="auto">
          <a:xfrm>
            <a:off x="457200" y="1752600"/>
            <a:ext cx="2057400" cy="3810000"/>
          </a:xfrm>
          <a:prstGeom prst="rect">
            <a:avLst/>
          </a:prstGeom>
          <a:solidFill>
            <a:srgbClr val="66FFFF"/>
          </a:solidFill>
          <a:ln w="9525">
            <a:miter lim="800000"/>
            <a:headEnd/>
            <a:tailEnd/>
          </a:ln>
          <a:effectLst/>
          <a:scene3d>
            <a:camera prst="legacyObliqueTopLeft"/>
            <a:lightRig rig="legacyFlat3" dir="t"/>
          </a:scene3d>
          <a:sp3d extrusionH="430200" prstMaterial="legacyMatte">
            <a:bevelT w="13500" h="13500" prst="angle"/>
            <a:bevelB w="13500" h="13500" prst="angle"/>
            <a:extrusionClr>
              <a:srgbClr val="66FFFF"/>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tr-TR"/>
              <a:t>İçerik</a:t>
            </a:r>
          </a:p>
        </p:txBody>
      </p:sp>
      <p:sp>
        <p:nvSpPr>
          <p:cNvPr id="293896" name="Rectangle 8"/>
          <p:cNvSpPr>
            <a:spLocks noChangeArrowheads="1"/>
          </p:cNvSpPr>
          <p:nvPr/>
        </p:nvSpPr>
        <p:spPr bwMode="auto">
          <a:xfrm>
            <a:off x="457200" y="5867400"/>
            <a:ext cx="2057400" cy="533400"/>
          </a:xfrm>
          <a:prstGeom prst="rect">
            <a:avLst/>
          </a:prstGeom>
          <a:solidFill>
            <a:srgbClr val="CCECFF"/>
          </a:solidFill>
          <a:ln w="9525">
            <a:miter lim="800000"/>
            <a:headEnd/>
            <a:tailEnd/>
          </a:ln>
          <a:effectLst/>
          <a:scene3d>
            <a:camera prst="legacyObliqueTopLeft"/>
            <a:lightRig rig="legacyFlat3" dir="t"/>
          </a:scene3d>
          <a:sp3d extrusionH="430200" prstMaterial="legacyMatte">
            <a:bevelT w="13500" h="13500" prst="angle"/>
            <a:bevelB w="13500" h="13500" prst="angle"/>
            <a:extrusionClr>
              <a:srgbClr val="CCECFF"/>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tr-TR"/>
              <a:t>Yazım Şekli</a:t>
            </a:r>
          </a:p>
        </p:txBody>
      </p:sp>
    </p:spTree>
    <p:extLst>
      <p:ext uri="{BB962C8B-B14F-4D97-AF65-F5344CB8AC3E}">
        <p14:creationId xmlns:p14="http://schemas.microsoft.com/office/powerpoint/2010/main" val="29785847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93895"/>
                                        </p:tgtEl>
                                        <p:attrNameLst>
                                          <p:attrName>style.visibility</p:attrName>
                                        </p:attrNameLst>
                                      </p:cBhvr>
                                      <p:to>
                                        <p:strVal val="visible"/>
                                      </p:to>
                                    </p:set>
                                    <p:animEffect transition="in" filter="slide(fromBottom)">
                                      <p:cBhvr>
                                        <p:cTn id="7" dur="500"/>
                                        <p:tgtEl>
                                          <p:spTgt spid="2938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293896"/>
                                        </p:tgtEl>
                                        <p:attrNameLst>
                                          <p:attrName>style.visibility</p:attrName>
                                        </p:attrNameLst>
                                      </p:cBhvr>
                                      <p:to>
                                        <p:strVal val="visible"/>
                                      </p:to>
                                    </p:set>
                                    <p:animEffect transition="in" filter="slide(fromTop)">
                                      <p:cBhvr>
                                        <p:cTn id="12" dur="500"/>
                                        <p:tgtEl>
                                          <p:spTgt spid="2938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1" fill="hold" grpId="0" nodeType="clickEffect">
                                  <p:stCondLst>
                                    <p:cond delay="0"/>
                                  </p:stCondLst>
                                  <p:childTnLst>
                                    <p:set>
                                      <p:cBhvr>
                                        <p:cTn id="16" dur="1" fill="hold">
                                          <p:stCondLst>
                                            <p:cond delay="0"/>
                                          </p:stCondLst>
                                        </p:cTn>
                                        <p:tgtEl>
                                          <p:spTgt spid="293891">
                                            <p:txEl>
                                              <p:pRg st="0" end="0"/>
                                            </p:txEl>
                                          </p:spTgt>
                                        </p:tgtEl>
                                        <p:attrNameLst>
                                          <p:attrName>style.visibility</p:attrName>
                                        </p:attrNameLst>
                                      </p:cBhvr>
                                      <p:to>
                                        <p:strVal val="visible"/>
                                      </p:to>
                                    </p:set>
                                    <p:anim calcmode="lin" valueType="num">
                                      <p:cBhvr additive="base">
                                        <p:cTn id="17" dur="500" fill="hold"/>
                                        <p:tgtEl>
                                          <p:spTgt spid="293891">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93891">
                                            <p:txEl>
                                              <p:pRg st="0" end="0"/>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93891">
                                            <p:txEl>
                                              <p:pRg st="0" end="0"/>
                                            </p:txEl>
                                          </p:spTgt>
                                        </p:tgtEl>
                                        <p:attrNameLst>
                                          <p:attrName>ppt_c</p:attrName>
                                        </p:attrNameLst>
                                      </p:cBhvr>
                                      <p:to>
                                        <a:srgbClr val="66CCFF"/>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1" fill="hold" grpId="0" nodeType="clickEffect">
                                  <p:stCondLst>
                                    <p:cond delay="0"/>
                                  </p:stCondLst>
                                  <p:childTnLst>
                                    <p:set>
                                      <p:cBhvr>
                                        <p:cTn id="22" dur="1" fill="hold">
                                          <p:stCondLst>
                                            <p:cond delay="0"/>
                                          </p:stCondLst>
                                        </p:cTn>
                                        <p:tgtEl>
                                          <p:spTgt spid="293891">
                                            <p:txEl>
                                              <p:pRg st="1" end="1"/>
                                            </p:txEl>
                                          </p:spTgt>
                                        </p:tgtEl>
                                        <p:attrNameLst>
                                          <p:attrName>style.visibility</p:attrName>
                                        </p:attrNameLst>
                                      </p:cBhvr>
                                      <p:to>
                                        <p:strVal val="visible"/>
                                      </p:to>
                                    </p:set>
                                    <p:anim calcmode="lin" valueType="num">
                                      <p:cBhvr additive="base">
                                        <p:cTn id="23" dur="500" fill="hold"/>
                                        <p:tgtEl>
                                          <p:spTgt spid="293891">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93891">
                                            <p:txEl>
                                              <p:pRg st="1" end="1"/>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93891">
                                            <p:txEl>
                                              <p:pRg st="1" end="1"/>
                                            </p:txEl>
                                          </p:spTgt>
                                        </p:tgtEl>
                                        <p:attrNameLst>
                                          <p:attrName>ppt_c</p:attrName>
                                        </p:attrNameLst>
                                      </p:cBhvr>
                                      <p:to>
                                        <a:srgbClr val="66CCFF"/>
                                      </p:to>
                                    </p:animClr>
                                  </p:sub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1" fill="hold" grpId="0" nodeType="clickEffect">
                                  <p:stCondLst>
                                    <p:cond delay="0"/>
                                  </p:stCondLst>
                                  <p:childTnLst>
                                    <p:set>
                                      <p:cBhvr>
                                        <p:cTn id="28" dur="1" fill="hold">
                                          <p:stCondLst>
                                            <p:cond delay="0"/>
                                          </p:stCondLst>
                                        </p:cTn>
                                        <p:tgtEl>
                                          <p:spTgt spid="293891">
                                            <p:txEl>
                                              <p:pRg st="2" end="2"/>
                                            </p:txEl>
                                          </p:spTgt>
                                        </p:tgtEl>
                                        <p:attrNameLst>
                                          <p:attrName>style.visibility</p:attrName>
                                        </p:attrNameLst>
                                      </p:cBhvr>
                                      <p:to>
                                        <p:strVal val="visible"/>
                                      </p:to>
                                    </p:set>
                                    <p:anim calcmode="lin" valueType="num">
                                      <p:cBhvr additive="base">
                                        <p:cTn id="29" dur="500" fill="hold"/>
                                        <p:tgtEl>
                                          <p:spTgt spid="293891">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93891">
                                            <p:txEl>
                                              <p:pRg st="2" end="2"/>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93891">
                                            <p:txEl>
                                              <p:pRg st="2" end="2"/>
                                            </p:txEl>
                                          </p:spTgt>
                                        </p:tgtEl>
                                        <p:attrNameLst>
                                          <p:attrName>ppt_c</p:attrName>
                                        </p:attrNameLst>
                                      </p:cBhvr>
                                      <p:to>
                                        <a:srgbClr val="66CCFF"/>
                                      </p:to>
                                    </p:animClr>
                                  </p:sub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1" fill="hold" grpId="0" nodeType="clickEffect">
                                  <p:stCondLst>
                                    <p:cond delay="0"/>
                                  </p:stCondLst>
                                  <p:childTnLst>
                                    <p:set>
                                      <p:cBhvr>
                                        <p:cTn id="34" dur="1" fill="hold">
                                          <p:stCondLst>
                                            <p:cond delay="0"/>
                                          </p:stCondLst>
                                        </p:cTn>
                                        <p:tgtEl>
                                          <p:spTgt spid="293891">
                                            <p:txEl>
                                              <p:pRg st="3" end="3"/>
                                            </p:txEl>
                                          </p:spTgt>
                                        </p:tgtEl>
                                        <p:attrNameLst>
                                          <p:attrName>style.visibility</p:attrName>
                                        </p:attrNameLst>
                                      </p:cBhvr>
                                      <p:to>
                                        <p:strVal val="visible"/>
                                      </p:to>
                                    </p:set>
                                    <p:anim calcmode="lin" valueType="num">
                                      <p:cBhvr additive="base">
                                        <p:cTn id="35" dur="500" fill="hold"/>
                                        <p:tgtEl>
                                          <p:spTgt spid="293891">
                                            <p:txEl>
                                              <p:pRg st="3" end="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93891">
                                            <p:txEl>
                                              <p:pRg st="3" end="3"/>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93891">
                                            <p:txEl>
                                              <p:pRg st="3" end="3"/>
                                            </p:txEl>
                                          </p:spTgt>
                                        </p:tgtEl>
                                        <p:attrNameLst>
                                          <p:attrName>ppt_c</p:attrName>
                                        </p:attrNameLst>
                                      </p:cBhvr>
                                      <p:to>
                                        <a:srgbClr val="66CCFF"/>
                                      </p:to>
                                    </p:animClr>
                                  </p:sub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1" fill="hold" grpId="0" nodeType="clickEffect">
                                  <p:stCondLst>
                                    <p:cond delay="0"/>
                                  </p:stCondLst>
                                  <p:childTnLst>
                                    <p:set>
                                      <p:cBhvr>
                                        <p:cTn id="40" dur="1" fill="hold">
                                          <p:stCondLst>
                                            <p:cond delay="0"/>
                                          </p:stCondLst>
                                        </p:cTn>
                                        <p:tgtEl>
                                          <p:spTgt spid="293891">
                                            <p:txEl>
                                              <p:pRg st="4" end="4"/>
                                            </p:txEl>
                                          </p:spTgt>
                                        </p:tgtEl>
                                        <p:attrNameLst>
                                          <p:attrName>style.visibility</p:attrName>
                                        </p:attrNameLst>
                                      </p:cBhvr>
                                      <p:to>
                                        <p:strVal val="visible"/>
                                      </p:to>
                                    </p:set>
                                    <p:anim calcmode="lin" valueType="num">
                                      <p:cBhvr additive="base">
                                        <p:cTn id="41" dur="500" fill="hold"/>
                                        <p:tgtEl>
                                          <p:spTgt spid="293891">
                                            <p:txEl>
                                              <p:pRg st="4" end="4"/>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93891">
                                            <p:txEl>
                                              <p:pRg st="4" end="4"/>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93891">
                                            <p:txEl>
                                              <p:pRg st="4" end="4"/>
                                            </p:txEl>
                                          </p:spTgt>
                                        </p:tgtEl>
                                        <p:attrNameLst>
                                          <p:attrName>ppt_c</p:attrName>
                                        </p:attrNameLst>
                                      </p:cBhvr>
                                      <p:to>
                                        <a:srgbClr val="66CCFF"/>
                                      </p:to>
                                    </p:animClr>
                                  </p:sub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1" fill="hold" grpId="0" nodeType="clickEffect">
                                  <p:stCondLst>
                                    <p:cond delay="0"/>
                                  </p:stCondLst>
                                  <p:childTnLst>
                                    <p:set>
                                      <p:cBhvr>
                                        <p:cTn id="46" dur="1" fill="hold">
                                          <p:stCondLst>
                                            <p:cond delay="0"/>
                                          </p:stCondLst>
                                        </p:cTn>
                                        <p:tgtEl>
                                          <p:spTgt spid="293891">
                                            <p:txEl>
                                              <p:pRg st="5" end="5"/>
                                            </p:txEl>
                                          </p:spTgt>
                                        </p:tgtEl>
                                        <p:attrNameLst>
                                          <p:attrName>style.visibility</p:attrName>
                                        </p:attrNameLst>
                                      </p:cBhvr>
                                      <p:to>
                                        <p:strVal val="visible"/>
                                      </p:to>
                                    </p:set>
                                    <p:anim calcmode="lin" valueType="num">
                                      <p:cBhvr additive="base">
                                        <p:cTn id="47" dur="500" fill="hold"/>
                                        <p:tgtEl>
                                          <p:spTgt spid="293891">
                                            <p:txEl>
                                              <p:pRg st="5" end="5"/>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93891">
                                            <p:txEl>
                                              <p:pRg st="5" end="5"/>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93891">
                                            <p:txEl>
                                              <p:pRg st="5" end="5"/>
                                            </p:txEl>
                                          </p:spTgt>
                                        </p:tgtEl>
                                        <p:attrNameLst>
                                          <p:attrName>ppt_c</p:attrName>
                                        </p:attrNameLst>
                                      </p:cBhvr>
                                      <p:to>
                                        <a:srgbClr val="66CCFF"/>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891" grpId="0" build="p" autoUpdateAnimBg="0"/>
      <p:bldP spid="293895" grpId="0" animBg="1" autoUpdateAnimBg="0"/>
      <p:bldP spid="293896" grpId="0" animBg="1"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ChangeArrowheads="1"/>
          </p:cNvSpPr>
          <p:nvPr/>
        </p:nvSpPr>
        <p:spPr bwMode="auto">
          <a:xfrm>
            <a:off x="0" y="0"/>
            <a:ext cx="91440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lIns="91440" tIns="45720" rIns="91440" bIns="45720" rtlCol="0" anchor="b">
            <a:normAutofit/>
          </a:bodyPr>
          <a:lstStyle/>
          <a:p>
            <a:pPr algn="ctr">
              <a:spcBef>
                <a:spcPct val="0"/>
              </a:spcBef>
            </a:pPr>
            <a:r>
              <a:rPr kumimoji="1" lang="tr-TR" sz="2400" b="1" dirty="0">
                <a:latin typeface="Arial" charset="0"/>
              </a:rPr>
              <a:t>Politika Yazım Şekli</a:t>
            </a:r>
          </a:p>
        </p:txBody>
      </p:sp>
      <p:sp>
        <p:nvSpPr>
          <p:cNvPr id="299011" name="Rectangle 3"/>
          <p:cNvSpPr>
            <a:spLocks noChangeArrowheads="1"/>
          </p:cNvSpPr>
          <p:nvPr/>
        </p:nvSpPr>
        <p:spPr bwMode="auto">
          <a:xfrm>
            <a:off x="1524000" y="1600200"/>
            <a:ext cx="67056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a:spcBef>
                <a:spcPct val="100000"/>
              </a:spcBef>
              <a:buClr>
                <a:schemeClr val="tx1"/>
              </a:buClr>
              <a:buSzPct val="90000"/>
              <a:buFont typeface="Marlett" pitchFamily="2" charset="2"/>
              <a:buChar char="h"/>
              <a:defRPr/>
            </a:pPr>
            <a:r>
              <a:rPr lang="tr-TR"/>
              <a:t>Kesin ve net ifadeler</a:t>
            </a:r>
          </a:p>
          <a:p>
            <a:pPr marL="342900" indent="-342900">
              <a:spcBef>
                <a:spcPct val="100000"/>
              </a:spcBef>
              <a:buClr>
                <a:schemeClr val="tx1"/>
              </a:buClr>
              <a:buSzPct val="90000"/>
              <a:buFont typeface="Marlett" pitchFamily="2" charset="2"/>
              <a:buChar char="h"/>
              <a:defRPr/>
            </a:pPr>
            <a:r>
              <a:rPr lang="tr-TR"/>
              <a:t>Kurum koşullarını dikkate alan ifadeler</a:t>
            </a:r>
          </a:p>
          <a:p>
            <a:pPr marL="342900" indent="-342900">
              <a:spcBef>
                <a:spcPct val="100000"/>
              </a:spcBef>
              <a:buClr>
                <a:schemeClr val="tx1"/>
              </a:buClr>
              <a:buSzPct val="90000"/>
              <a:buFont typeface="Marlett" pitchFamily="2" charset="2"/>
              <a:buChar char="h"/>
              <a:defRPr/>
            </a:pPr>
            <a:r>
              <a:rPr lang="tr-TR"/>
              <a:t>Detay içermeyen abstrakt ifadeler</a:t>
            </a:r>
          </a:p>
          <a:p>
            <a:pPr marL="342900" indent="-342900">
              <a:spcBef>
                <a:spcPct val="100000"/>
              </a:spcBef>
              <a:buClr>
                <a:schemeClr val="tx1"/>
              </a:buClr>
              <a:buSzPct val="90000"/>
              <a:buFont typeface="Marlett" pitchFamily="2" charset="2"/>
              <a:buChar char="h"/>
              <a:defRPr/>
            </a:pPr>
            <a:r>
              <a:rPr lang="tr-TR"/>
              <a:t>Yorumlamaya ilişkin açıklamalar</a:t>
            </a:r>
          </a:p>
          <a:p>
            <a:pPr marL="342900" indent="-342900">
              <a:spcBef>
                <a:spcPct val="100000"/>
              </a:spcBef>
              <a:buClr>
                <a:schemeClr val="tx1"/>
              </a:buClr>
              <a:buSzPct val="90000"/>
              <a:buFont typeface="Marlett" pitchFamily="2" charset="2"/>
              <a:buChar char="h"/>
              <a:defRPr/>
            </a:pPr>
            <a:r>
              <a:rPr lang="tr-TR"/>
              <a:t>Yorumlamaya ilişkin örnekler</a:t>
            </a:r>
          </a:p>
        </p:txBody>
      </p:sp>
      <p:sp>
        <p:nvSpPr>
          <p:cNvPr id="299012" name="Rectangle 4"/>
          <p:cNvSpPr>
            <a:spLocks noChangeArrowheads="1"/>
          </p:cNvSpPr>
          <p:nvPr/>
        </p:nvSpPr>
        <p:spPr bwMode="auto">
          <a:xfrm>
            <a:off x="457200" y="5867400"/>
            <a:ext cx="2057400" cy="533400"/>
          </a:xfrm>
          <a:prstGeom prst="rect">
            <a:avLst/>
          </a:prstGeom>
          <a:solidFill>
            <a:srgbClr val="CCECFF"/>
          </a:solidFill>
          <a:ln w="9525">
            <a:miter lim="800000"/>
            <a:headEnd/>
            <a:tailEnd/>
          </a:ln>
          <a:effectLst/>
          <a:scene3d>
            <a:camera prst="legacyObliqueTopLeft"/>
            <a:lightRig rig="legacyFlat3" dir="t"/>
          </a:scene3d>
          <a:sp3d extrusionH="430200" prstMaterial="legacyMatte">
            <a:bevelT w="13500" h="13500" prst="angle"/>
            <a:bevelB w="13500" h="13500" prst="angle"/>
            <a:extrusionClr>
              <a:srgbClr val="CCECFF"/>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tr-TR"/>
              <a:t>Yazım Şekli</a:t>
            </a:r>
          </a:p>
        </p:txBody>
      </p:sp>
    </p:spTree>
    <p:extLst>
      <p:ext uri="{BB962C8B-B14F-4D97-AF65-F5344CB8AC3E}">
        <p14:creationId xmlns:p14="http://schemas.microsoft.com/office/powerpoint/2010/main" val="336190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299012"/>
                                        </p:tgtEl>
                                        <p:attrNameLst>
                                          <p:attrName>style.visibility</p:attrName>
                                        </p:attrNameLst>
                                      </p:cBhvr>
                                      <p:to>
                                        <p:strVal val="visible"/>
                                      </p:to>
                                    </p:set>
                                    <p:animEffect transition="in" filter="slide(fromTop)">
                                      <p:cBhvr>
                                        <p:cTn id="7" dur="500"/>
                                        <p:tgtEl>
                                          <p:spTgt spid="2990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99011">
                                            <p:txEl>
                                              <p:pRg st="0" end="0"/>
                                            </p:txEl>
                                          </p:spTgt>
                                        </p:tgtEl>
                                        <p:attrNameLst>
                                          <p:attrName>style.visibility</p:attrName>
                                        </p:attrNameLst>
                                      </p:cBhvr>
                                      <p:to>
                                        <p:strVal val="visible"/>
                                      </p:to>
                                    </p:set>
                                    <p:anim calcmode="lin" valueType="num">
                                      <p:cBhvr additive="base">
                                        <p:cTn id="12" dur="500" fill="hold"/>
                                        <p:tgtEl>
                                          <p:spTgt spid="299011">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99011">
                                            <p:txEl>
                                              <p:pRg st="0" end="0"/>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299011">
                                            <p:txEl>
                                              <p:pRg st="0" end="0"/>
                                            </p:txEl>
                                          </p:spTgt>
                                        </p:tgtEl>
                                        <p:attrNameLst>
                                          <p:attrName>ppt_c</p:attrName>
                                        </p:attrNameLst>
                                      </p:cBhvr>
                                      <p:to>
                                        <a:srgbClr val="66CCFF"/>
                                      </p:to>
                                    </p:animClr>
                                  </p:sub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99011">
                                            <p:txEl>
                                              <p:pRg st="1" end="1"/>
                                            </p:txEl>
                                          </p:spTgt>
                                        </p:tgtEl>
                                        <p:attrNameLst>
                                          <p:attrName>style.visibility</p:attrName>
                                        </p:attrNameLst>
                                      </p:cBhvr>
                                      <p:to>
                                        <p:strVal val="visible"/>
                                      </p:to>
                                    </p:set>
                                    <p:anim calcmode="lin" valueType="num">
                                      <p:cBhvr additive="base">
                                        <p:cTn id="18" dur="500" fill="hold"/>
                                        <p:tgtEl>
                                          <p:spTgt spid="299011">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99011">
                                            <p:txEl>
                                              <p:pRg st="1" end="1"/>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299011">
                                            <p:txEl>
                                              <p:pRg st="1" end="1"/>
                                            </p:txEl>
                                          </p:spTgt>
                                        </p:tgtEl>
                                        <p:attrNameLst>
                                          <p:attrName>ppt_c</p:attrName>
                                        </p:attrNameLst>
                                      </p:cBhvr>
                                      <p:to>
                                        <a:srgbClr val="66CCFF"/>
                                      </p:to>
                                    </p:animClr>
                                  </p:sub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99011">
                                            <p:txEl>
                                              <p:pRg st="2" end="2"/>
                                            </p:txEl>
                                          </p:spTgt>
                                        </p:tgtEl>
                                        <p:attrNameLst>
                                          <p:attrName>style.visibility</p:attrName>
                                        </p:attrNameLst>
                                      </p:cBhvr>
                                      <p:to>
                                        <p:strVal val="visible"/>
                                      </p:to>
                                    </p:set>
                                    <p:anim calcmode="lin" valueType="num">
                                      <p:cBhvr additive="base">
                                        <p:cTn id="24" dur="500" fill="hold"/>
                                        <p:tgtEl>
                                          <p:spTgt spid="299011">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99011">
                                            <p:txEl>
                                              <p:pRg st="2" end="2"/>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299011">
                                            <p:txEl>
                                              <p:pRg st="2" end="2"/>
                                            </p:txEl>
                                          </p:spTgt>
                                        </p:tgtEl>
                                        <p:attrNameLst>
                                          <p:attrName>ppt_c</p:attrName>
                                        </p:attrNameLst>
                                      </p:cBhvr>
                                      <p:to>
                                        <a:srgbClr val="66CCFF"/>
                                      </p:to>
                                    </p:animClr>
                                  </p:sub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99011">
                                            <p:txEl>
                                              <p:pRg st="3" end="3"/>
                                            </p:txEl>
                                          </p:spTgt>
                                        </p:tgtEl>
                                        <p:attrNameLst>
                                          <p:attrName>style.visibility</p:attrName>
                                        </p:attrNameLst>
                                      </p:cBhvr>
                                      <p:to>
                                        <p:strVal val="visible"/>
                                      </p:to>
                                    </p:set>
                                    <p:anim calcmode="lin" valueType="num">
                                      <p:cBhvr additive="base">
                                        <p:cTn id="30" dur="500" fill="hold"/>
                                        <p:tgtEl>
                                          <p:spTgt spid="299011">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99011">
                                            <p:txEl>
                                              <p:pRg st="3" end="3"/>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299011">
                                            <p:txEl>
                                              <p:pRg st="3" end="3"/>
                                            </p:txEl>
                                          </p:spTgt>
                                        </p:tgtEl>
                                        <p:attrNameLst>
                                          <p:attrName>ppt_c</p:attrName>
                                        </p:attrNameLst>
                                      </p:cBhvr>
                                      <p:to>
                                        <a:srgbClr val="66CCFF"/>
                                      </p:to>
                                    </p:animClr>
                                  </p:sub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299011">
                                            <p:txEl>
                                              <p:pRg st="4" end="4"/>
                                            </p:txEl>
                                          </p:spTgt>
                                        </p:tgtEl>
                                        <p:attrNameLst>
                                          <p:attrName>style.visibility</p:attrName>
                                        </p:attrNameLst>
                                      </p:cBhvr>
                                      <p:to>
                                        <p:strVal val="visible"/>
                                      </p:to>
                                    </p:set>
                                    <p:anim calcmode="lin" valueType="num">
                                      <p:cBhvr additive="base">
                                        <p:cTn id="36" dur="500" fill="hold"/>
                                        <p:tgtEl>
                                          <p:spTgt spid="299011">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299011">
                                            <p:txEl>
                                              <p:pRg st="4" end="4"/>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299011">
                                            <p:txEl>
                                              <p:pRg st="4" end="4"/>
                                            </p:txEl>
                                          </p:spTgt>
                                        </p:tgtEl>
                                        <p:attrNameLst>
                                          <p:attrName>ppt_c</p:attrName>
                                        </p:attrNameLst>
                                      </p:cBhvr>
                                      <p:to>
                                        <a:srgbClr val="66CCFF"/>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1" grpId="0" build="p" autoUpdateAnimBg="0"/>
      <p:bldP spid="299012" grpId="0" animBg="1"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4638"/>
            <a:ext cx="8229600" cy="778098"/>
          </a:xfrm>
          <a:noFill/>
          <a:ln>
            <a:noFill/>
          </a:ln>
        </p:spPr>
        <p:txBody>
          <a:bodyPr vert="horz" lIns="91440" tIns="45720" rIns="91440" bIns="45720" rtlCol="0" anchor="b">
            <a:normAutofit/>
          </a:bodyPr>
          <a:lstStyle/>
          <a:p>
            <a:r>
              <a:rPr kumimoji="1" lang="tr-TR" sz="2400" b="1" dirty="0">
                <a:latin typeface="Arial" charset="0"/>
                <a:ea typeface="+mn-ea"/>
                <a:cs typeface="+mn-cs"/>
              </a:rPr>
              <a:t>KURUMUN İHTİYAÇLARININ BELİRLENMESİ</a:t>
            </a:r>
          </a:p>
        </p:txBody>
      </p:sp>
      <p:sp>
        <p:nvSpPr>
          <p:cNvPr id="3" name="İçerik Yer Tutucusu 2"/>
          <p:cNvSpPr>
            <a:spLocks noGrp="1"/>
          </p:cNvSpPr>
          <p:nvPr>
            <p:ph idx="1"/>
          </p:nvPr>
        </p:nvSpPr>
        <p:spPr/>
        <p:txBody>
          <a:bodyPr/>
          <a:lstStyle/>
          <a:p>
            <a:r>
              <a:rPr lang="tr-TR" dirty="0"/>
              <a:t>Güvenlik Politikalarının oluşturulması sırasındaki ilk adım olarak bu politikanın </a:t>
            </a:r>
            <a:r>
              <a:rPr lang="tr-TR" dirty="0" smtClean="0"/>
              <a:t>kurumun hangi </a:t>
            </a:r>
            <a:r>
              <a:rPr lang="tr-TR" dirty="0"/>
              <a:t>gereksinimlerine yönelik oluşturulacağı belirlenmelidir.</a:t>
            </a:r>
          </a:p>
        </p:txBody>
      </p:sp>
    </p:spTree>
    <p:extLst>
      <p:ext uri="{BB962C8B-B14F-4D97-AF65-F5344CB8AC3E}">
        <p14:creationId xmlns:p14="http://schemas.microsoft.com/office/powerpoint/2010/main" val="30067571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normAutofit/>
          </a:bodyPr>
          <a:lstStyle/>
          <a:p>
            <a:r>
              <a:rPr lang="tr-TR" i="1" dirty="0" smtClean="0"/>
              <a:t>Korunacak </a:t>
            </a:r>
            <a:r>
              <a:rPr lang="tr-TR" i="1" dirty="0"/>
              <a:t>nesnelerin </a:t>
            </a:r>
            <a:r>
              <a:rPr lang="tr-TR" i="1" dirty="0" smtClean="0"/>
              <a:t>belirlenmesi</a:t>
            </a:r>
          </a:p>
          <a:p>
            <a:r>
              <a:rPr lang="tr-TR" i="1" dirty="0"/>
              <a:t>Kime karşı korumanın yapılacağının </a:t>
            </a:r>
            <a:r>
              <a:rPr lang="tr-TR" i="1" dirty="0" smtClean="0"/>
              <a:t>belirlenmesi</a:t>
            </a:r>
          </a:p>
          <a:p>
            <a:r>
              <a:rPr lang="tr-TR" i="1" dirty="0"/>
              <a:t>Bilgileri saklama yönteminin </a:t>
            </a:r>
            <a:r>
              <a:rPr lang="tr-TR" i="1" dirty="0" smtClean="0"/>
              <a:t>belirlenmesi</a:t>
            </a:r>
          </a:p>
          <a:p>
            <a:r>
              <a:rPr lang="tr-TR" i="1" dirty="0"/>
              <a:t>Bilgilerin arşivlenmesi ve </a:t>
            </a:r>
            <a:r>
              <a:rPr lang="tr-TR" i="1" dirty="0" smtClean="0"/>
              <a:t>yedeklenmesi</a:t>
            </a:r>
          </a:p>
          <a:p>
            <a:r>
              <a:rPr lang="tr-TR" i="1" dirty="0"/>
              <a:t>Kurum içerisinde sorumlulukların </a:t>
            </a:r>
            <a:r>
              <a:rPr lang="tr-TR" i="1" dirty="0" smtClean="0"/>
              <a:t>belirlenmesi</a:t>
            </a:r>
          </a:p>
          <a:p>
            <a:r>
              <a:rPr lang="tr-TR" i="1" dirty="0"/>
              <a:t>Yaptırım gücünün belirlenmesi</a:t>
            </a:r>
            <a:endParaRPr lang="tr-TR" i="1" dirty="0" smtClean="0"/>
          </a:p>
        </p:txBody>
      </p:sp>
      <p:sp>
        <p:nvSpPr>
          <p:cNvPr id="4" name="Başlık 1"/>
          <p:cNvSpPr>
            <a:spLocks noGrp="1"/>
          </p:cNvSpPr>
          <p:nvPr>
            <p:ph type="title"/>
          </p:nvPr>
        </p:nvSpPr>
        <p:spPr/>
        <p:txBody>
          <a:bodyPr>
            <a:normAutofit/>
          </a:bodyPr>
          <a:lstStyle/>
          <a:p>
            <a:r>
              <a:rPr lang="tr-TR" sz="3200" b="1" dirty="0"/>
              <a:t>KURUMUN İHTİYAÇLARININ BELİRLENMESİ</a:t>
            </a:r>
          </a:p>
        </p:txBody>
      </p:sp>
    </p:spTree>
    <p:extLst>
      <p:ext uri="{BB962C8B-B14F-4D97-AF65-F5344CB8AC3E}">
        <p14:creationId xmlns:p14="http://schemas.microsoft.com/office/powerpoint/2010/main" val="15246076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Ağ Güvenlik Politikaları</a:t>
            </a:r>
            <a:endParaRPr lang="tr-TR" dirty="0"/>
          </a:p>
        </p:txBody>
      </p:sp>
      <p:sp>
        <p:nvSpPr>
          <p:cNvPr id="3" name="İçerik Yer Tutucusu 2"/>
          <p:cNvSpPr>
            <a:spLocks noGrp="1"/>
          </p:cNvSpPr>
          <p:nvPr>
            <p:ph idx="1"/>
          </p:nvPr>
        </p:nvSpPr>
        <p:spPr/>
        <p:txBody>
          <a:bodyPr>
            <a:normAutofit lnSpcReduction="10000"/>
          </a:bodyPr>
          <a:lstStyle/>
          <a:p>
            <a:pPr marL="0" indent="0">
              <a:buNone/>
            </a:pPr>
            <a:r>
              <a:rPr lang="tr-TR" dirty="0"/>
              <a:t>1. Kabul edilebilir kullanım (</a:t>
            </a:r>
            <a:r>
              <a:rPr lang="tr-TR" dirty="0" err="1"/>
              <a:t>acceptable</a:t>
            </a:r>
            <a:r>
              <a:rPr lang="tr-TR" dirty="0"/>
              <a:t> </a:t>
            </a:r>
            <a:r>
              <a:rPr lang="tr-TR" dirty="0" err="1"/>
              <a:t>use</a:t>
            </a:r>
            <a:r>
              <a:rPr lang="tr-TR" dirty="0"/>
              <a:t>) politikası</a:t>
            </a:r>
          </a:p>
          <a:p>
            <a:pPr marL="0" indent="0">
              <a:buNone/>
            </a:pPr>
            <a:r>
              <a:rPr lang="tr-TR" dirty="0"/>
              <a:t>2. Erişim politikası</a:t>
            </a:r>
          </a:p>
          <a:p>
            <a:pPr marL="0" indent="0">
              <a:buNone/>
            </a:pPr>
            <a:r>
              <a:rPr lang="tr-TR" dirty="0"/>
              <a:t>3. Ağ güvenlik duvarı (firewall) politikası</a:t>
            </a:r>
          </a:p>
          <a:p>
            <a:pPr marL="0" indent="0">
              <a:buNone/>
            </a:pPr>
            <a:r>
              <a:rPr lang="tr-TR" dirty="0"/>
              <a:t>4. İnternet </a:t>
            </a:r>
            <a:r>
              <a:rPr lang="tr-TR" dirty="0" smtClean="0"/>
              <a:t>politikası</a:t>
            </a:r>
          </a:p>
          <a:p>
            <a:pPr marL="0" indent="0">
              <a:buNone/>
            </a:pPr>
            <a:r>
              <a:rPr lang="tr-TR" dirty="0"/>
              <a:t>5. Şifre yönetimi politikası</a:t>
            </a:r>
          </a:p>
          <a:p>
            <a:pPr marL="0" indent="0">
              <a:buNone/>
            </a:pPr>
            <a:r>
              <a:rPr lang="tr-TR" dirty="0"/>
              <a:t>6. Fiziksel güvenlik politikası</a:t>
            </a:r>
          </a:p>
          <a:p>
            <a:pPr marL="0" indent="0">
              <a:buNone/>
            </a:pPr>
            <a:r>
              <a:rPr lang="tr-TR" dirty="0"/>
              <a:t>7. Sosyal mühendislik politikası</a:t>
            </a:r>
          </a:p>
        </p:txBody>
      </p:sp>
    </p:spTree>
    <p:extLst>
      <p:ext uri="{BB962C8B-B14F-4D97-AF65-F5344CB8AC3E}">
        <p14:creationId xmlns:p14="http://schemas.microsoft.com/office/powerpoint/2010/main" val="40139837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RİSK ANALİZİ</a:t>
            </a:r>
          </a:p>
        </p:txBody>
      </p:sp>
      <p:sp>
        <p:nvSpPr>
          <p:cNvPr id="3" name="İçerik Yer Tutucusu 2"/>
          <p:cNvSpPr>
            <a:spLocks noGrp="1"/>
          </p:cNvSpPr>
          <p:nvPr>
            <p:ph idx="1"/>
          </p:nvPr>
        </p:nvSpPr>
        <p:spPr>
          <a:xfrm>
            <a:off x="457200" y="1484784"/>
            <a:ext cx="8229600" cy="4641379"/>
          </a:xfrm>
        </p:spPr>
        <p:txBody>
          <a:bodyPr>
            <a:normAutofit fontScale="92500" lnSpcReduction="10000"/>
          </a:bodyPr>
          <a:lstStyle/>
          <a:p>
            <a:r>
              <a:rPr lang="tr-TR" dirty="0"/>
              <a:t>Risk analiziyle kurumun ağına, ağ kaynaklarına ve verilere yapılabilecek </a:t>
            </a:r>
            <a:r>
              <a:rPr lang="tr-TR" dirty="0" smtClean="0"/>
              <a:t>saldırılarla oluşabilecek </a:t>
            </a:r>
            <a:r>
              <a:rPr lang="tr-TR" dirty="0"/>
              <a:t>riskler tanımlanır. Amaç değişik ağ bölümlerindeki tehdit </a:t>
            </a:r>
            <a:r>
              <a:rPr lang="tr-TR" dirty="0" smtClean="0"/>
              <a:t>tahminlerinin belirlenmesi </a:t>
            </a:r>
            <a:r>
              <a:rPr lang="tr-TR" dirty="0"/>
              <a:t>ve buna uygun bir düzeyde güvenlik önlemlerinin </a:t>
            </a:r>
            <a:r>
              <a:rPr lang="tr-TR" dirty="0" smtClean="0"/>
              <a:t>uygulanmasıdır.</a:t>
            </a:r>
          </a:p>
          <a:p>
            <a:r>
              <a:rPr lang="tr-TR" dirty="0" smtClean="0"/>
              <a:t>Oluşabilecek </a:t>
            </a:r>
            <a:r>
              <a:rPr lang="tr-TR" dirty="0" err="1"/>
              <a:t>tehditin</a:t>
            </a:r>
            <a:r>
              <a:rPr lang="tr-TR" dirty="0"/>
              <a:t> önemine ve büyüklüğüne göre üç düzey kullanılabilir; Düşük </a:t>
            </a:r>
            <a:r>
              <a:rPr lang="tr-TR" dirty="0" smtClean="0"/>
              <a:t>Risk, Orta </a:t>
            </a:r>
            <a:r>
              <a:rPr lang="tr-TR" dirty="0"/>
              <a:t>Risk, Yüksek Risk. Riskler tanımlandıktan sonra sistemin </a:t>
            </a:r>
            <a:r>
              <a:rPr lang="tr-TR" dirty="0" smtClean="0"/>
              <a:t>kullanıcıları tanımlanmalıdır</a:t>
            </a:r>
            <a:r>
              <a:rPr lang="tr-TR" dirty="0"/>
              <a:t>.</a:t>
            </a:r>
          </a:p>
        </p:txBody>
      </p:sp>
    </p:spTree>
    <p:extLst>
      <p:ext uri="{BB962C8B-B14F-4D97-AF65-F5344CB8AC3E}">
        <p14:creationId xmlns:p14="http://schemas.microsoft.com/office/powerpoint/2010/main" val="24367264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r>
              <a:rPr lang="tr-TR" dirty="0" smtClean="0"/>
              <a:t>Kullanıcı Türleri</a:t>
            </a:r>
          </a:p>
          <a:p>
            <a:pPr lvl="1"/>
            <a:r>
              <a:rPr lang="tr-TR" dirty="0" smtClean="0"/>
              <a:t>Yöneticiler</a:t>
            </a:r>
          </a:p>
          <a:p>
            <a:pPr lvl="1"/>
            <a:r>
              <a:rPr lang="tr-TR" dirty="0"/>
              <a:t>Öncelikliler (</a:t>
            </a:r>
            <a:r>
              <a:rPr lang="tr-TR" dirty="0" err="1"/>
              <a:t>priviliged</a:t>
            </a:r>
            <a:r>
              <a:rPr lang="tr-TR" dirty="0" smtClean="0"/>
              <a:t>)</a:t>
            </a:r>
          </a:p>
          <a:p>
            <a:pPr lvl="1"/>
            <a:r>
              <a:rPr lang="tr-TR" dirty="0"/>
              <a:t>İş </a:t>
            </a:r>
            <a:r>
              <a:rPr lang="tr-TR" dirty="0" smtClean="0"/>
              <a:t>Ortakları</a:t>
            </a:r>
          </a:p>
          <a:p>
            <a:pPr lvl="1"/>
            <a:r>
              <a:rPr lang="tr-TR" dirty="0"/>
              <a:t>Kullanıcılar</a:t>
            </a:r>
          </a:p>
          <a:p>
            <a:pPr lvl="1"/>
            <a:r>
              <a:rPr lang="tr-TR" dirty="0" smtClean="0"/>
              <a:t>Diğer</a:t>
            </a:r>
          </a:p>
        </p:txBody>
      </p:sp>
      <p:sp>
        <p:nvSpPr>
          <p:cNvPr id="4" name="Başlık 1"/>
          <p:cNvSpPr>
            <a:spLocks noGrp="1"/>
          </p:cNvSpPr>
          <p:nvPr>
            <p:ph type="title"/>
          </p:nvPr>
        </p:nvSpPr>
        <p:spPr/>
        <p:txBody>
          <a:bodyPr/>
          <a:lstStyle/>
          <a:p>
            <a:r>
              <a:rPr lang="tr-TR" dirty="0"/>
              <a:t>RİSK ANALİZİ</a:t>
            </a:r>
          </a:p>
        </p:txBody>
      </p:sp>
    </p:spTree>
    <p:extLst>
      <p:ext uri="{BB962C8B-B14F-4D97-AF65-F5344CB8AC3E}">
        <p14:creationId xmlns:p14="http://schemas.microsoft.com/office/powerpoint/2010/main" val="5525389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fontScale="90000"/>
          </a:bodyPr>
          <a:lstStyle/>
          <a:p>
            <a:r>
              <a:rPr lang="tr-TR" dirty="0"/>
              <a:t>Ağ Sistem Elemanlarının Risk Seviyesi Sınıflandırılması</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2060282"/>
            <a:ext cx="8485990" cy="4543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696028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fontScale="90000"/>
          </a:bodyPr>
          <a:lstStyle/>
          <a:p>
            <a:r>
              <a:rPr lang="tr-TR" dirty="0"/>
              <a:t>GÜVENLİK POLİTİKASININ UYGULANMASI</a:t>
            </a:r>
          </a:p>
        </p:txBody>
      </p:sp>
      <p:sp>
        <p:nvSpPr>
          <p:cNvPr id="3" name="İçerik Yer Tutucusu 2"/>
          <p:cNvSpPr>
            <a:spLocks noGrp="1"/>
          </p:cNvSpPr>
          <p:nvPr>
            <p:ph idx="1"/>
          </p:nvPr>
        </p:nvSpPr>
        <p:spPr/>
        <p:txBody>
          <a:bodyPr/>
          <a:lstStyle/>
          <a:p>
            <a:r>
              <a:rPr lang="tr-TR" i="1" dirty="0"/>
              <a:t>Politika hazırlanırken katılım </a:t>
            </a:r>
            <a:r>
              <a:rPr lang="tr-TR" i="1" dirty="0" smtClean="0"/>
              <a:t>sağlanmalıdır</a:t>
            </a:r>
          </a:p>
          <a:p>
            <a:r>
              <a:rPr lang="tr-TR" i="1" dirty="0"/>
              <a:t>Politika standartlara uyumlu </a:t>
            </a:r>
            <a:r>
              <a:rPr lang="tr-TR" i="1" dirty="0" smtClean="0"/>
              <a:t>olmalıdır</a:t>
            </a:r>
          </a:p>
          <a:p>
            <a:r>
              <a:rPr lang="tr-TR" i="1" dirty="0"/>
              <a:t>Yönetimin onayı alınmalı ve politika </a:t>
            </a:r>
            <a:r>
              <a:rPr lang="tr-TR" i="1" dirty="0" smtClean="0"/>
              <a:t>duyurulmalıdır</a:t>
            </a:r>
          </a:p>
          <a:p>
            <a:r>
              <a:rPr lang="tr-TR" i="1" dirty="0"/>
              <a:t>Acil durum politikası oluşturulmalıdır</a:t>
            </a:r>
            <a:endParaRPr lang="tr-TR" dirty="0"/>
          </a:p>
        </p:txBody>
      </p:sp>
    </p:spTree>
    <p:extLst>
      <p:ext uri="{BB962C8B-B14F-4D97-AF65-F5344CB8AC3E}">
        <p14:creationId xmlns:p14="http://schemas.microsoft.com/office/powerpoint/2010/main" val="3516614558"/>
      </p:ext>
    </p:extLst>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257</TotalTime>
  <Words>1641</Words>
  <Application>Microsoft Office PowerPoint</Application>
  <PresentationFormat>Ekran Gösterisi (4:3)</PresentationFormat>
  <Paragraphs>464</Paragraphs>
  <Slides>55</Slides>
  <Notes>6</Notes>
  <HiddenSlides>0</HiddenSlides>
  <MMClips>0</MMClips>
  <ScaleCrop>false</ScaleCrop>
  <HeadingPairs>
    <vt:vector size="4" baseType="variant">
      <vt:variant>
        <vt:lpstr>Tema</vt:lpstr>
      </vt:variant>
      <vt:variant>
        <vt:i4>1</vt:i4>
      </vt:variant>
      <vt:variant>
        <vt:lpstr>Slayt Başlıkları</vt:lpstr>
      </vt:variant>
      <vt:variant>
        <vt:i4>55</vt:i4>
      </vt:variant>
    </vt:vector>
  </HeadingPairs>
  <TitlesOfParts>
    <vt:vector size="56" baseType="lpstr">
      <vt:lpstr>Ofis Teması</vt:lpstr>
      <vt:lpstr>Planlama ve Politika</vt:lpstr>
      <vt:lpstr>PowerPoint Sunusu</vt:lpstr>
      <vt:lpstr>PowerPoint Sunusu</vt:lpstr>
      <vt:lpstr>PowerPoint Sunusu</vt:lpstr>
      <vt:lpstr>PowerPoint Sunusu</vt:lpstr>
      <vt:lpstr>PowerPoint Sunusu</vt:lpstr>
      <vt:lpstr>PowerPoint Sunusu</vt:lpstr>
      <vt:lpstr>PowerPoint Sunusu</vt:lpstr>
      <vt:lpstr>Risk Yönetimi</vt:lpstr>
      <vt:lpstr>Güvenlik Risk Analizi</vt:lpstr>
      <vt:lpstr>Güvenlik tehditleri</vt:lpstr>
      <vt:lpstr>Derinlemesine Güvenlik</vt:lpstr>
      <vt:lpstr>Güvenliğe etki eden faktörler</vt:lpstr>
      <vt:lpstr>Güvenlik için yapılması gerekenler</vt:lpstr>
      <vt:lpstr>Teknoloji: Zaafiyetleri bulmak ve gidermek</vt:lpstr>
      <vt:lpstr>Teknoloji: Gerekli yamaların yüklenmesi</vt:lpstr>
      <vt:lpstr>İşlemler: Bütün sistemlerin gözlenmesi</vt:lpstr>
      <vt:lpstr>İşlemler: Güvenlik politikaları oluşturmak</vt:lpstr>
      <vt:lpstr>İşlemler ve İnsanlar: Güvenlik politikaları oluşturmak</vt:lpstr>
      <vt:lpstr>İşlemler: Genel güvenlik ilkelerini izlemek</vt:lpstr>
      <vt:lpstr>İşlemler: Genel güvenlik ilkelerini izlemek</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KURUMUN İHTİYAÇLARININ BELİRLENMESİ</vt:lpstr>
      <vt:lpstr>KURUMUN İHTİYAÇLARININ BELİRLENMESİ</vt:lpstr>
      <vt:lpstr>Ağ Güvenlik Politikaları</vt:lpstr>
      <vt:lpstr>RİSK ANALİZİ</vt:lpstr>
      <vt:lpstr>RİSK ANALİZİ</vt:lpstr>
      <vt:lpstr>Ağ Sistem Elemanlarının Risk Seviyesi Sınıflandırılması</vt:lpstr>
      <vt:lpstr>GÜVENLİK POLİTİKASININ UYGULANMASI</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Bilgisayar ve Ağ Güvenliğine Giriş</dc:title>
  <dc:creator>mevlut</dc:creator>
  <cp:lastModifiedBy>mevlut</cp:lastModifiedBy>
  <cp:revision>25</cp:revision>
  <dcterms:created xsi:type="dcterms:W3CDTF">2015-01-15T13:33:10Z</dcterms:created>
  <dcterms:modified xsi:type="dcterms:W3CDTF">2015-02-23T15:10:49Z</dcterms:modified>
</cp:coreProperties>
</file>