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7493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0244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781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9272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167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35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254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843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366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298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531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774C8-B50D-400C-B0B1-3EB6071B74DB}" type="datetimeFigureOut">
              <a:rPr lang="tr-TR" smtClean="0"/>
              <a:t>11.02.2020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790DE-98CD-496D-898E-C7873D039E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5792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Bilgisayar ve Ağ Güvenliği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BIL450</a:t>
            </a:r>
            <a:endParaRPr lang="tr-TR" dirty="0" smtClean="0"/>
          </a:p>
          <a:p>
            <a:r>
              <a:rPr lang="tr-TR" dirty="0" smtClean="0"/>
              <a:t>Yrd. Doç. Dr. </a:t>
            </a:r>
            <a:r>
              <a:rPr lang="tr-TR" dirty="0" err="1" smtClean="0"/>
              <a:t>Mevlüt</a:t>
            </a:r>
            <a:r>
              <a:rPr lang="tr-TR" dirty="0" smtClean="0"/>
              <a:t> ERSOY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5176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Dersin Amacı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Saldırıların nasıl yapıldığı değil, saldırı risklerine karşı alınabilecek önlemler üzerinedir.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12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Konular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dirty="0" smtClean="0"/>
              <a:t>Bilgisayar ve Ağ </a:t>
            </a:r>
            <a:r>
              <a:rPr lang="tr-TR" dirty="0"/>
              <a:t>Güvenliğine Giriş. </a:t>
            </a:r>
            <a:endParaRPr lang="tr-TR" dirty="0" smtClean="0"/>
          </a:p>
          <a:p>
            <a:r>
              <a:rPr lang="tr-TR" dirty="0" smtClean="0"/>
              <a:t>Ağ </a:t>
            </a:r>
            <a:r>
              <a:rPr lang="tr-TR" dirty="0"/>
              <a:t>Güvenliği Temel Kavramları. </a:t>
            </a:r>
            <a:endParaRPr lang="tr-TR" dirty="0" smtClean="0"/>
          </a:p>
          <a:p>
            <a:r>
              <a:rPr lang="tr-TR" dirty="0" smtClean="0"/>
              <a:t>Risk </a:t>
            </a:r>
            <a:r>
              <a:rPr lang="tr-TR" dirty="0"/>
              <a:t>Değerlendirmesi. </a:t>
            </a:r>
            <a:endParaRPr lang="tr-TR" dirty="0" smtClean="0"/>
          </a:p>
          <a:p>
            <a:r>
              <a:rPr lang="tr-TR" dirty="0" smtClean="0"/>
              <a:t>Güvenlik </a:t>
            </a:r>
            <a:r>
              <a:rPr lang="tr-TR" dirty="0"/>
              <a:t>Politikası. </a:t>
            </a:r>
            <a:endParaRPr lang="tr-TR" dirty="0" smtClean="0"/>
          </a:p>
          <a:p>
            <a:r>
              <a:rPr lang="tr-TR" dirty="0" smtClean="0"/>
              <a:t>Tehditlerin </a:t>
            </a:r>
            <a:r>
              <a:rPr lang="tr-TR" dirty="0"/>
              <a:t>Sınıflandırılması. </a:t>
            </a:r>
            <a:endParaRPr lang="tr-TR" dirty="0" smtClean="0"/>
          </a:p>
          <a:p>
            <a:r>
              <a:rPr lang="tr-TR" dirty="0" smtClean="0"/>
              <a:t>Parolalar</a:t>
            </a:r>
            <a:r>
              <a:rPr lang="tr-TR" dirty="0"/>
              <a:t>, Erişim İzinleri. </a:t>
            </a:r>
            <a:endParaRPr lang="tr-TR" dirty="0" smtClean="0"/>
          </a:p>
          <a:p>
            <a:r>
              <a:rPr lang="tr-TR" dirty="0" smtClean="0"/>
              <a:t>Şifreleme </a:t>
            </a:r>
            <a:r>
              <a:rPr lang="tr-TR" dirty="0"/>
              <a:t>Teknikleri. </a:t>
            </a:r>
            <a:endParaRPr lang="tr-TR" dirty="0" smtClean="0"/>
          </a:p>
          <a:p>
            <a:r>
              <a:rPr lang="tr-TR" dirty="0" smtClean="0"/>
              <a:t>Geleneksel </a:t>
            </a:r>
            <a:r>
              <a:rPr lang="tr-TR" dirty="0"/>
              <a:t>Yöntemler. </a:t>
            </a:r>
            <a:endParaRPr lang="tr-TR" dirty="0" smtClean="0"/>
          </a:p>
          <a:p>
            <a:r>
              <a:rPr lang="tr-TR" dirty="0" smtClean="0"/>
              <a:t>Açık </a:t>
            </a:r>
            <a:r>
              <a:rPr lang="tr-TR" dirty="0"/>
              <a:t>Anahtar Yöntemleri. </a:t>
            </a:r>
            <a:endParaRPr lang="tr-TR" dirty="0" smtClean="0"/>
          </a:p>
          <a:p>
            <a:r>
              <a:rPr lang="tr-TR" dirty="0" err="1" smtClean="0"/>
              <a:t>Asıllama</a:t>
            </a:r>
            <a:r>
              <a:rPr lang="tr-TR" dirty="0"/>
              <a:t>, Sayısal İmza. </a:t>
            </a:r>
            <a:endParaRPr lang="tr-TR" dirty="0" smtClean="0"/>
          </a:p>
          <a:p>
            <a:r>
              <a:rPr lang="tr-TR" dirty="0" smtClean="0"/>
              <a:t>Protokoller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 smtClean="0"/>
              <a:t>Şifreleme </a:t>
            </a:r>
            <a:r>
              <a:rPr lang="tr-TR" dirty="0"/>
              <a:t>Yazılımları. </a:t>
            </a:r>
            <a:endParaRPr lang="tr-TR" dirty="0" smtClean="0"/>
          </a:p>
          <a:p>
            <a:r>
              <a:rPr lang="tr-TR" dirty="0" smtClean="0"/>
              <a:t>TCP/IP </a:t>
            </a:r>
            <a:r>
              <a:rPr lang="tr-TR" dirty="0"/>
              <a:t>Protokol ve Hizmetlerinde Güvenlik, Güvenlik Duvarları. </a:t>
            </a:r>
            <a:endParaRPr lang="tr-TR" dirty="0" smtClean="0"/>
          </a:p>
          <a:p>
            <a:r>
              <a:rPr lang="tr-TR" dirty="0" smtClean="0"/>
              <a:t>Sanal </a:t>
            </a:r>
            <a:r>
              <a:rPr lang="tr-TR" dirty="0"/>
              <a:t>Özel Ağlar, Saldırı Tespit Sistemleri.</a:t>
            </a:r>
          </a:p>
        </p:txBody>
      </p:sp>
    </p:spTree>
    <p:extLst>
      <p:ext uri="{BB962C8B-B14F-4D97-AF65-F5344CB8AC3E}">
        <p14:creationId xmlns:p14="http://schemas.microsoft.com/office/powerpoint/2010/main" val="177447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Ders İşleyiş Esasları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Bilgisayar ve Ağ Güvenliğine Giriş konu anlatımı</a:t>
            </a:r>
          </a:p>
          <a:p>
            <a:r>
              <a:rPr lang="tr-TR" dirty="0" smtClean="0"/>
              <a:t>Senaryolar ve çözümleri</a:t>
            </a:r>
          </a:p>
          <a:p>
            <a:r>
              <a:rPr lang="tr-TR" dirty="0" smtClean="0"/>
              <a:t>Sunumlar</a:t>
            </a:r>
            <a:endParaRPr lang="tr-TR" dirty="0" smtClean="0"/>
          </a:p>
          <a:p>
            <a:r>
              <a:rPr lang="tr-TR" dirty="0" err="1" smtClean="0"/>
              <a:t>Packet</a:t>
            </a:r>
            <a:r>
              <a:rPr lang="tr-TR" dirty="0" smtClean="0"/>
              <a:t> </a:t>
            </a:r>
            <a:r>
              <a:rPr lang="tr-TR" dirty="0" err="1" smtClean="0"/>
              <a:t>Tracer</a:t>
            </a:r>
            <a:r>
              <a:rPr lang="tr-TR" dirty="0" smtClean="0"/>
              <a:t> Güvenlik Uygulamaları</a:t>
            </a:r>
          </a:p>
          <a:p>
            <a:r>
              <a:rPr lang="tr-TR" dirty="0" smtClean="0"/>
              <a:t>İşletim Sistemi Güvenlik Uygulamaları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0172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Sınav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Vize Sınavı (%40)</a:t>
            </a:r>
          </a:p>
          <a:p>
            <a:r>
              <a:rPr lang="tr-TR" sz="2800" dirty="0" smtClean="0"/>
              <a:t>Final (%60)</a:t>
            </a:r>
          </a:p>
          <a:p>
            <a:endParaRPr lang="tr-TR" dirty="0" smtClean="0"/>
          </a:p>
          <a:p>
            <a:endParaRPr lang="tr-TR" dirty="0" smtClean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3939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Kaynaklar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60847"/>
          </a:xfrm>
        </p:spPr>
        <p:txBody>
          <a:bodyPr>
            <a:normAutofit/>
          </a:bodyPr>
          <a:lstStyle/>
          <a:p>
            <a:r>
              <a:rPr lang="tr-TR" sz="2800" dirty="0" smtClean="0"/>
              <a:t>William </a:t>
            </a:r>
            <a:r>
              <a:rPr lang="tr-TR" sz="2800" dirty="0" err="1" smtClean="0"/>
              <a:t>Stallings</a:t>
            </a:r>
            <a:r>
              <a:rPr lang="tr-TR" sz="2800" dirty="0" smtClean="0"/>
              <a:t> – Network Security Essentials</a:t>
            </a:r>
          </a:p>
          <a:p>
            <a:r>
              <a:rPr lang="tr-TR" sz="2800" dirty="0" err="1" smtClean="0"/>
              <a:t>Corparate</a:t>
            </a:r>
            <a:r>
              <a:rPr lang="tr-TR" sz="2800" dirty="0" smtClean="0"/>
              <a:t> </a:t>
            </a:r>
            <a:r>
              <a:rPr lang="tr-TR" sz="2800" dirty="0" err="1" smtClean="0"/>
              <a:t>Computer</a:t>
            </a:r>
            <a:r>
              <a:rPr lang="tr-TR" sz="2800" dirty="0" smtClean="0"/>
              <a:t> Security – </a:t>
            </a:r>
            <a:r>
              <a:rPr lang="tr-TR" sz="2800" dirty="0" err="1" smtClean="0"/>
              <a:t>Randall</a:t>
            </a:r>
            <a:r>
              <a:rPr lang="tr-TR" sz="2800" dirty="0" smtClean="0"/>
              <a:t> J. </a:t>
            </a:r>
            <a:r>
              <a:rPr lang="tr-TR" sz="2800" dirty="0" err="1" smtClean="0"/>
              <a:t>Boyle</a:t>
            </a:r>
            <a:endParaRPr lang="tr-TR" sz="2800" dirty="0" smtClean="0"/>
          </a:p>
          <a:p>
            <a:r>
              <a:rPr lang="tr-TR" sz="2800" dirty="0" smtClean="0"/>
              <a:t>Cisco Eğitim İçerikleri</a:t>
            </a:r>
          </a:p>
          <a:p>
            <a:r>
              <a:rPr lang="tr-TR" sz="2800" dirty="0" smtClean="0"/>
              <a:t>Kurumsal Bildiriler-Makaleler</a:t>
            </a:r>
          </a:p>
        </p:txBody>
      </p:sp>
    </p:spTree>
    <p:extLst>
      <p:ext uri="{BB962C8B-B14F-4D97-AF65-F5344CB8AC3E}">
        <p14:creationId xmlns:p14="http://schemas.microsoft.com/office/powerpoint/2010/main" val="52739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142</Words>
  <Application>Microsoft Office PowerPoint</Application>
  <PresentationFormat>Ekran Gösterisi 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9" baseType="lpstr">
      <vt:lpstr>Arial</vt:lpstr>
      <vt:lpstr>Calibri</vt:lpstr>
      <vt:lpstr>Ofis Teması</vt:lpstr>
      <vt:lpstr>Bilgisayar ve Ağ Güvenliği</vt:lpstr>
      <vt:lpstr>Dersin Amacı</vt:lpstr>
      <vt:lpstr>Konular</vt:lpstr>
      <vt:lpstr>Ders İşleyiş Esasları</vt:lpstr>
      <vt:lpstr>Sınav</vt:lpstr>
      <vt:lpstr>Kaynaklar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Bilgisayar ve Ağ Güvenliği</dc:title>
  <dc:creator>mevlut</dc:creator>
  <cp:lastModifiedBy>mevlut ersoy</cp:lastModifiedBy>
  <cp:revision>11</cp:revision>
  <dcterms:created xsi:type="dcterms:W3CDTF">2015-01-15T12:23:29Z</dcterms:created>
  <dcterms:modified xsi:type="dcterms:W3CDTF">2020-02-11T06:09:03Z</dcterms:modified>
</cp:coreProperties>
</file>