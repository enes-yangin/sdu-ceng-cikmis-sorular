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90" r:id="rId4"/>
    <p:sldId id="291" r:id="rId5"/>
    <p:sldId id="292" r:id="rId6"/>
    <p:sldId id="293" r:id="rId7"/>
    <p:sldId id="294" r:id="rId8"/>
    <p:sldId id="295" r:id="rId9"/>
    <p:sldId id="258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BE8651-36CF-4CCF-B5A6-20FBB1EBFD4D}" type="doc">
      <dgm:prSet loTypeId="urn:microsoft.com/office/officeart/2005/8/layout/hierarchy3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tr-TR"/>
        </a:p>
      </dgm:t>
    </dgm:pt>
    <dgm:pt modelId="{03EA595D-ED01-4A4C-A341-A3B58C24DC7F}">
      <dgm:prSet phldrT="[Metin]"/>
      <dgm:spPr/>
      <dgm:t>
        <a:bodyPr/>
        <a:lstStyle/>
        <a:p>
          <a:r>
            <a:rPr lang="tr-TR" dirty="0" smtClean="0"/>
            <a:t>Pasif Saldırılar</a:t>
          </a:r>
          <a:endParaRPr lang="tr-TR" dirty="0"/>
        </a:p>
      </dgm:t>
    </dgm:pt>
    <dgm:pt modelId="{74EABA3F-3208-4B02-8A11-1167BBB3DC31}" type="parTrans" cxnId="{6A6F905E-593E-4CBE-B843-E802C01F5F76}">
      <dgm:prSet/>
      <dgm:spPr/>
      <dgm:t>
        <a:bodyPr/>
        <a:lstStyle/>
        <a:p>
          <a:endParaRPr lang="tr-TR"/>
        </a:p>
      </dgm:t>
    </dgm:pt>
    <dgm:pt modelId="{3F511E81-F29F-4645-A8C7-66383B64B8E5}" type="sibTrans" cxnId="{6A6F905E-593E-4CBE-B843-E802C01F5F76}">
      <dgm:prSet/>
      <dgm:spPr/>
      <dgm:t>
        <a:bodyPr/>
        <a:lstStyle/>
        <a:p>
          <a:endParaRPr lang="tr-TR"/>
        </a:p>
      </dgm:t>
    </dgm:pt>
    <dgm:pt modelId="{44CD51DE-FFCB-4DB3-ADF6-509B290AF698}">
      <dgm:prSet phldrT="[Metin]"/>
      <dgm:spPr/>
      <dgm:t>
        <a:bodyPr/>
        <a:lstStyle/>
        <a:p>
          <a:r>
            <a:rPr lang="tr-TR" dirty="0" smtClean="0"/>
            <a:t>Mesaj içeriğinin Yayını</a:t>
          </a:r>
          <a:endParaRPr lang="tr-TR" dirty="0"/>
        </a:p>
      </dgm:t>
    </dgm:pt>
    <dgm:pt modelId="{2150D852-2570-437E-ABA4-131634702076}" type="parTrans" cxnId="{DB9BE832-A13B-406B-9215-51998D26B3B3}">
      <dgm:prSet/>
      <dgm:spPr/>
      <dgm:t>
        <a:bodyPr/>
        <a:lstStyle/>
        <a:p>
          <a:endParaRPr lang="tr-TR"/>
        </a:p>
      </dgm:t>
    </dgm:pt>
    <dgm:pt modelId="{AD83BBEA-8ADC-4084-AE58-46EAC442271A}" type="sibTrans" cxnId="{DB9BE832-A13B-406B-9215-51998D26B3B3}">
      <dgm:prSet/>
      <dgm:spPr/>
      <dgm:t>
        <a:bodyPr/>
        <a:lstStyle/>
        <a:p>
          <a:endParaRPr lang="tr-TR"/>
        </a:p>
      </dgm:t>
    </dgm:pt>
    <dgm:pt modelId="{171A7ED4-E684-4E0F-BD31-A35F0D687B02}">
      <dgm:prSet phldrT="[Metin]"/>
      <dgm:spPr/>
      <dgm:t>
        <a:bodyPr/>
        <a:lstStyle/>
        <a:p>
          <a:r>
            <a:rPr lang="tr-TR" dirty="0" smtClean="0"/>
            <a:t>Trafik Analizi</a:t>
          </a:r>
          <a:endParaRPr lang="tr-TR" dirty="0"/>
        </a:p>
      </dgm:t>
    </dgm:pt>
    <dgm:pt modelId="{293F4783-827A-462E-B709-2D11FD03350F}" type="parTrans" cxnId="{A9DCA783-6B09-44F3-A0E4-64ACA4BE6AD0}">
      <dgm:prSet/>
      <dgm:spPr/>
      <dgm:t>
        <a:bodyPr/>
        <a:lstStyle/>
        <a:p>
          <a:endParaRPr lang="tr-TR"/>
        </a:p>
      </dgm:t>
    </dgm:pt>
    <dgm:pt modelId="{53073408-960D-4470-AD8C-78E52A813107}" type="sibTrans" cxnId="{A9DCA783-6B09-44F3-A0E4-64ACA4BE6AD0}">
      <dgm:prSet/>
      <dgm:spPr/>
      <dgm:t>
        <a:bodyPr/>
        <a:lstStyle/>
        <a:p>
          <a:endParaRPr lang="tr-TR"/>
        </a:p>
      </dgm:t>
    </dgm:pt>
    <dgm:pt modelId="{3047C82A-525D-430D-A68E-B307CF7637BC}">
      <dgm:prSet phldrT="[Metin]"/>
      <dgm:spPr/>
      <dgm:t>
        <a:bodyPr/>
        <a:lstStyle/>
        <a:p>
          <a:r>
            <a:rPr lang="tr-TR" dirty="0" smtClean="0"/>
            <a:t>Aktif Saldırılar</a:t>
          </a:r>
          <a:endParaRPr lang="tr-TR" dirty="0"/>
        </a:p>
      </dgm:t>
    </dgm:pt>
    <dgm:pt modelId="{5D47A283-2A26-416C-8263-BC94B9B09CEE}" type="parTrans" cxnId="{D4E94249-F44F-4669-BEA1-A881AD4F64C6}">
      <dgm:prSet/>
      <dgm:spPr/>
      <dgm:t>
        <a:bodyPr/>
        <a:lstStyle/>
        <a:p>
          <a:endParaRPr lang="tr-TR"/>
        </a:p>
      </dgm:t>
    </dgm:pt>
    <dgm:pt modelId="{EAF08A67-0E69-4810-891A-EAFEB9C41C65}" type="sibTrans" cxnId="{D4E94249-F44F-4669-BEA1-A881AD4F64C6}">
      <dgm:prSet/>
      <dgm:spPr/>
      <dgm:t>
        <a:bodyPr/>
        <a:lstStyle/>
        <a:p>
          <a:endParaRPr lang="tr-TR"/>
        </a:p>
      </dgm:t>
    </dgm:pt>
    <dgm:pt modelId="{A7495758-071E-4DE8-B23D-B66D8E55033F}">
      <dgm:prSet phldrT="[Metin]"/>
      <dgm:spPr/>
      <dgm:t>
        <a:bodyPr/>
        <a:lstStyle/>
        <a:p>
          <a:r>
            <a:rPr lang="tr-TR" dirty="0" smtClean="0"/>
            <a:t>Kendini … olarak tanıtma</a:t>
          </a:r>
        </a:p>
        <a:p>
          <a:r>
            <a:rPr lang="tr-TR" dirty="0" err="1" smtClean="0"/>
            <a:t>Masquerade</a:t>
          </a:r>
          <a:endParaRPr lang="tr-TR" dirty="0"/>
        </a:p>
      </dgm:t>
    </dgm:pt>
    <dgm:pt modelId="{BCB990FA-A61B-4F63-9B2E-0ADF4264A341}" type="parTrans" cxnId="{C88EEA99-7BF4-4218-89E3-6D9DEB565B68}">
      <dgm:prSet/>
      <dgm:spPr/>
      <dgm:t>
        <a:bodyPr/>
        <a:lstStyle/>
        <a:p>
          <a:endParaRPr lang="tr-TR"/>
        </a:p>
      </dgm:t>
    </dgm:pt>
    <dgm:pt modelId="{BFA1B579-F0CC-411C-82B4-0E5F45D1F367}" type="sibTrans" cxnId="{C88EEA99-7BF4-4218-89E3-6D9DEB565B68}">
      <dgm:prSet/>
      <dgm:spPr/>
      <dgm:t>
        <a:bodyPr/>
        <a:lstStyle/>
        <a:p>
          <a:endParaRPr lang="tr-TR"/>
        </a:p>
      </dgm:t>
    </dgm:pt>
    <dgm:pt modelId="{5295C46D-EBE8-454B-87E9-19C9F4FB69A1}">
      <dgm:prSet phldrT="[Metin]"/>
      <dgm:spPr/>
      <dgm:t>
        <a:bodyPr/>
        <a:lstStyle/>
        <a:p>
          <a:r>
            <a:rPr lang="tr-TR" dirty="0" smtClean="0"/>
            <a:t>Tekrarlama</a:t>
          </a:r>
        </a:p>
        <a:p>
          <a:r>
            <a:rPr lang="tr-TR" dirty="0" smtClean="0"/>
            <a:t>(</a:t>
          </a:r>
          <a:r>
            <a:rPr lang="tr-TR" dirty="0" err="1" smtClean="0"/>
            <a:t>replay</a:t>
          </a:r>
          <a:r>
            <a:rPr lang="tr-TR" dirty="0" smtClean="0"/>
            <a:t>)</a:t>
          </a:r>
          <a:endParaRPr lang="tr-TR" dirty="0"/>
        </a:p>
      </dgm:t>
    </dgm:pt>
    <dgm:pt modelId="{72E92ED4-C4F5-4609-A992-83765C54D84E}" type="parTrans" cxnId="{661F4D03-982F-4356-94D2-51D8A6FBAB28}">
      <dgm:prSet/>
      <dgm:spPr/>
      <dgm:t>
        <a:bodyPr/>
        <a:lstStyle/>
        <a:p>
          <a:endParaRPr lang="tr-TR"/>
        </a:p>
      </dgm:t>
    </dgm:pt>
    <dgm:pt modelId="{DCC1F047-F0CF-4AB5-8B17-72599444EC6B}" type="sibTrans" cxnId="{661F4D03-982F-4356-94D2-51D8A6FBAB28}">
      <dgm:prSet/>
      <dgm:spPr/>
      <dgm:t>
        <a:bodyPr/>
        <a:lstStyle/>
        <a:p>
          <a:endParaRPr lang="tr-TR"/>
        </a:p>
      </dgm:t>
    </dgm:pt>
    <dgm:pt modelId="{3990E6A9-3B0E-4208-948C-A4F5535D38CE}">
      <dgm:prSet phldrT="[Metin]"/>
      <dgm:spPr/>
      <dgm:t>
        <a:bodyPr/>
        <a:lstStyle/>
        <a:p>
          <a:r>
            <a:rPr lang="tr-TR" dirty="0" smtClean="0"/>
            <a:t>Mesajın değiştirilmesi</a:t>
          </a:r>
        </a:p>
        <a:p>
          <a:r>
            <a:rPr lang="tr-TR" dirty="0" smtClean="0"/>
            <a:t>(</a:t>
          </a:r>
          <a:r>
            <a:rPr lang="tr-TR" dirty="0" err="1" smtClean="0"/>
            <a:t>Modification</a:t>
          </a:r>
          <a:r>
            <a:rPr lang="tr-TR" dirty="0" smtClean="0"/>
            <a:t> of </a:t>
          </a:r>
          <a:r>
            <a:rPr lang="tr-TR" dirty="0" err="1" smtClean="0"/>
            <a:t>messages</a:t>
          </a:r>
          <a:r>
            <a:rPr lang="tr-TR" dirty="0" smtClean="0"/>
            <a:t>)</a:t>
          </a:r>
          <a:endParaRPr lang="tr-TR" dirty="0"/>
        </a:p>
      </dgm:t>
    </dgm:pt>
    <dgm:pt modelId="{0BA5FA5C-31D7-4C23-86F2-D55C506089FA}" type="parTrans" cxnId="{D2723CDD-3991-4587-8703-F2CFE203BAAA}">
      <dgm:prSet/>
      <dgm:spPr/>
      <dgm:t>
        <a:bodyPr/>
        <a:lstStyle/>
        <a:p>
          <a:endParaRPr lang="tr-TR"/>
        </a:p>
      </dgm:t>
    </dgm:pt>
    <dgm:pt modelId="{7B57D7E2-D391-48AD-B65E-D45B1552A1B6}" type="sibTrans" cxnId="{D2723CDD-3991-4587-8703-F2CFE203BAAA}">
      <dgm:prSet/>
      <dgm:spPr/>
      <dgm:t>
        <a:bodyPr/>
        <a:lstStyle/>
        <a:p>
          <a:endParaRPr lang="tr-TR"/>
        </a:p>
      </dgm:t>
    </dgm:pt>
    <dgm:pt modelId="{4DD9ED7D-81E0-4D32-81D0-C72915129BA7}">
      <dgm:prSet phldrT="[Metin]"/>
      <dgm:spPr/>
      <dgm:t>
        <a:bodyPr/>
        <a:lstStyle/>
        <a:p>
          <a:r>
            <a:rPr lang="tr-TR" dirty="0" smtClean="0"/>
            <a:t>Hizmet reddi</a:t>
          </a:r>
        </a:p>
        <a:p>
          <a:r>
            <a:rPr lang="tr-TR" dirty="0" smtClean="0"/>
            <a:t>(</a:t>
          </a:r>
          <a:r>
            <a:rPr lang="tr-TR" dirty="0" err="1" smtClean="0"/>
            <a:t>Denial</a:t>
          </a:r>
          <a:r>
            <a:rPr lang="tr-TR" dirty="0" smtClean="0"/>
            <a:t> of service) </a:t>
          </a:r>
          <a:endParaRPr lang="tr-TR" dirty="0"/>
        </a:p>
      </dgm:t>
    </dgm:pt>
    <dgm:pt modelId="{A3200132-E03E-4357-B27D-0DDC7C12AB04}" type="parTrans" cxnId="{E62A4CED-EAEF-4536-8166-EE4AD681AC81}">
      <dgm:prSet/>
      <dgm:spPr/>
      <dgm:t>
        <a:bodyPr/>
        <a:lstStyle/>
        <a:p>
          <a:endParaRPr lang="tr-TR"/>
        </a:p>
      </dgm:t>
    </dgm:pt>
    <dgm:pt modelId="{B1870F35-4129-44D6-A491-72BBE6279355}" type="sibTrans" cxnId="{E62A4CED-EAEF-4536-8166-EE4AD681AC81}">
      <dgm:prSet/>
      <dgm:spPr/>
      <dgm:t>
        <a:bodyPr/>
        <a:lstStyle/>
        <a:p>
          <a:endParaRPr lang="tr-TR"/>
        </a:p>
      </dgm:t>
    </dgm:pt>
    <dgm:pt modelId="{8AEC7992-2BDB-4A76-BD63-6FF1033E6836}" type="pres">
      <dgm:prSet presAssocID="{CDBE8651-36CF-4CCF-B5A6-20FBB1EBFD4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tr-TR"/>
        </a:p>
      </dgm:t>
    </dgm:pt>
    <dgm:pt modelId="{2F74FC8B-155A-4B52-A48C-2E52D651F95A}" type="pres">
      <dgm:prSet presAssocID="{03EA595D-ED01-4A4C-A341-A3B58C24DC7F}" presName="root" presStyleCnt="0"/>
      <dgm:spPr/>
    </dgm:pt>
    <dgm:pt modelId="{771A1BC6-9947-4C71-8A23-50354FE6CF25}" type="pres">
      <dgm:prSet presAssocID="{03EA595D-ED01-4A4C-A341-A3B58C24DC7F}" presName="rootComposite" presStyleCnt="0"/>
      <dgm:spPr/>
    </dgm:pt>
    <dgm:pt modelId="{682B7C51-B822-4160-A14C-CEF2C965F537}" type="pres">
      <dgm:prSet presAssocID="{03EA595D-ED01-4A4C-A341-A3B58C24DC7F}" presName="rootText" presStyleLbl="node1" presStyleIdx="0" presStyleCnt="2"/>
      <dgm:spPr/>
      <dgm:t>
        <a:bodyPr/>
        <a:lstStyle/>
        <a:p>
          <a:endParaRPr lang="tr-TR"/>
        </a:p>
      </dgm:t>
    </dgm:pt>
    <dgm:pt modelId="{896712D4-385F-4285-94BB-D8D11D6DE909}" type="pres">
      <dgm:prSet presAssocID="{03EA595D-ED01-4A4C-A341-A3B58C24DC7F}" presName="rootConnector" presStyleLbl="node1" presStyleIdx="0" presStyleCnt="2"/>
      <dgm:spPr/>
      <dgm:t>
        <a:bodyPr/>
        <a:lstStyle/>
        <a:p>
          <a:endParaRPr lang="tr-TR"/>
        </a:p>
      </dgm:t>
    </dgm:pt>
    <dgm:pt modelId="{460C8A62-C62B-4F33-9407-EB644AC93F02}" type="pres">
      <dgm:prSet presAssocID="{03EA595D-ED01-4A4C-A341-A3B58C24DC7F}" presName="childShape" presStyleCnt="0"/>
      <dgm:spPr/>
    </dgm:pt>
    <dgm:pt modelId="{ECE5EEA8-AF26-4ED4-A887-BBF04EBBBDE0}" type="pres">
      <dgm:prSet presAssocID="{2150D852-2570-437E-ABA4-131634702076}" presName="Name13" presStyleLbl="parChTrans1D2" presStyleIdx="0" presStyleCnt="6"/>
      <dgm:spPr/>
      <dgm:t>
        <a:bodyPr/>
        <a:lstStyle/>
        <a:p>
          <a:endParaRPr lang="tr-TR"/>
        </a:p>
      </dgm:t>
    </dgm:pt>
    <dgm:pt modelId="{EFFC60EE-1AA1-4550-800E-F3CDC1018C43}" type="pres">
      <dgm:prSet presAssocID="{44CD51DE-FFCB-4DB3-ADF6-509B290AF698}" presName="childText" presStyleLbl="bgAcc1" presStyleIdx="0" presStyleCnt="6" custScaleX="15950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F8A19DDF-4C68-406F-9955-B95B1BDBB838}" type="pres">
      <dgm:prSet presAssocID="{293F4783-827A-462E-B709-2D11FD03350F}" presName="Name13" presStyleLbl="parChTrans1D2" presStyleIdx="1" presStyleCnt="6"/>
      <dgm:spPr/>
      <dgm:t>
        <a:bodyPr/>
        <a:lstStyle/>
        <a:p>
          <a:endParaRPr lang="tr-TR"/>
        </a:p>
      </dgm:t>
    </dgm:pt>
    <dgm:pt modelId="{0905F53F-3157-475B-89EF-FBD71716626A}" type="pres">
      <dgm:prSet presAssocID="{171A7ED4-E684-4E0F-BD31-A35F0D687B02}" presName="childText" presStyleLbl="bgAcc1" presStyleIdx="1" presStyleCnt="6" custScaleX="15950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32B0DE5B-5963-4C00-8220-D1B3E238623A}" type="pres">
      <dgm:prSet presAssocID="{3047C82A-525D-430D-A68E-B307CF7637BC}" presName="root" presStyleCnt="0"/>
      <dgm:spPr/>
    </dgm:pt>
    <dgm:pt modelId="{E5954149-F6D6-4FFF-91C2-D4EDA5DA06EF}" type="pres">
      <dgm:prSet presAssocID="{3047C82A-525D-430D-A68E-B307CF7637BC}" presName="rootComposite" presStyleCnt="0"/>
      <dgm:spPr/>
    </dgm:pt>
    <dgm:pt modelId="{73D2583F-C33F-4F52-9222-E7CAF1649E93}" type="pres">
      <dgm:prSet presAssocID="{3047C82A-525D-430D-A68E-B307CF7637BC}" presName="rootText" presStyleLbl="node1" presStyleIdx="1" presStyleCnt="2"/>
      <dgm:spPr/>
      <dgm:t>
        <a:bodyPr/>
        <a:lstStyle/>
        <a:p>
          <a:endParaRPr lang="tr-TR"/>
        </a:p>
      </dgm:t>
    </dgm:pt>
    <dgm:pt modelId="{958A16D2-8661-402A-87BF-07064436BF81}" type="pres">
      <dgm:prSet presAssocID="{3047C82A-525D-430D-A68E-B307CF7637BC}" presName="rootConnector" presStyleLbl="node1" presStyleIdx="1" presStyleCnt="2"/>
      <dgm:spPr/>
      <dgm:t>
        <a:bodyPr/>
        <a:lstStyle/>
        <a:p>
          <a:endParaRPr lang="tr-TR"/>
        </a:p>
      </dgm:t>
    </dgm:pt>
    <dgm:pt modelId="{E0FCF67E-41A6-4BD5-984F-07205B7C33BD}" type="pres">
      <dgm:prSet presAssocID="{3047C82A-525D-430D-A68E-B307CF7637BC}" presName="childShape" presStyleCnt="0"/>
      <dgm:spPr/>
    </dgm:pt>
    <dgm:pt modelId="{5FD0BAFF-FC63-494C-876F-3F7AA2032019}" type="pres">
      <dgm:prSet presAssocID="{BCB990FA-A61B-4F63-9B2E-0ADF4264A341}" presName="Name13" presStyleLbl="parChTrans1D2" presStyleIdx="2" presStyleCnt="6"/>
      <dgm:spPr/>
      <dgm:t>
        <a:bodyPr/>
        <a:lstStyle/>
        <a:p>
          <a:endParaRPr lang="tr-TR"/>
        </a:p>
      </dgm:t>
    </dgm:pt>
    <dgm:pt modelId="{FF9588F6-ED99-458C-9418-8F9A888163D5}" type="pres">
      <dgm:prSet presAssocID="{A7495758-071E-4DE8-B23D-B66D8E55033F}" presName="childText" presStyleLbl="bgAcc1" presStyleIdx="2" presStyleCnt="6" custScaleX="16519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61F78930-FE6A-423A-9239-E505D223D5DC}" type="pres">
      <dgm:prSet presAssocID="{72E92ED4-C4F5-4609-A992-83765C54D84E}" presName="Name13" presStyleLbl="parChTrans1D2" presStyleIdx="3" presStyleCnt="6"/>
      <dgm:spPr/>
      <dgm:t>
        <a:bodyPr/>
        <a:lstStyle/>
        <a:p>
          <a:endParaRPr lang="tr-TR"/>
        </a:p>
      </dgm:t>
    </dgm:pt>
    <dgm:pt modelId="{AC314A98-81AC-41F7-A1C3-C11CDAB76C8F}" type="pres">
      <dgm:prSet presAssocID="{5295C46D-EBE8-454B-87E9-19C9F4FB69A1}" presName="childText" presStyleLbl="bgAcc1" presStyleIdx="3" presStyleCnt="6" custScaleX="16519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BEB2065-8DB9-4068-B308-EEB14F49714F}" type="pres">
      <dgm:prSet presAssocID="{0BA5FA5C-31D7-4C23-86F2-D55C506089FA}" presName="Name13" presStyleLbl="parChTrans1D2" presStyleIdx="4" presStyleCnt="6"/>
      <dgm:spPr/>
      <dgm:t>
        <a:bodyPr/>
        <a:lstStyle/>
        <a:p>
          <a:endParaRPr lang="tr-TR"/>
        </a:p>
      </dgm:t>
    </dgm:pt>
    <dgm:pt modelId="{29149376-26A6-4FAF-814F-042BC6DCB18F}" type="pres">
      <dgm:prSet presAssocID="{3990E6A9-3B0E-4208-948C-A4F5535D38CE}" presName="childText" presStyleLbl="bgAcc1" presStyleIdx="4" presStyleCnt="6" custScaleX="16519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ED8ECE58-3C6C-41BE-8856-3DD63744E26B}" type="pres">
      <dgm:prSet presAssocID="{A3200132-E03E-4357-B27D-0DDC7C12AB04}" presName="Name13" presStyleLbl="parChTrans1D2" presStyleIdx="5" presStyleCnt="6"/>
      <dgm:spPr/>
      <dgm:t>
        <a:bodyPr/>
        <a:lstStyle/>
        <a:p>
          <a:endParaRPr lang="tr-TR"/>
        </a:p>
      </dgm:t>
    </dgm:pt>
    <dgm:pt modelId="{939C24E6-2730-41B6-ACE3-E88FA677E38B}" type="pres">
      <dgm:prSet presAssocID="{4DD9ED7D-81E0-4D32-81D0-C72915129BA7}" presName="childText" presStyleLbl="bgAcc1" presStyleIdx="5" presStyleCnt="6" custScaleX="165199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E62A4CED-EAEF-4536-8166-EE4AD681AC81}" srcId="{3047C82A-525D-430D-A68E-B307CF7637BC}" destId="{4DD9ED7D-81E0-4D32-81D0-C72915129BA7}" srcOrd="3" destOrd="0" parTransId="{A3200132-E03E-4357-B27D-0DDC7C12AB04}" sibTransId="{B1870F35-4129-44D6-A491-72BBE6279355}"/>
    <dgm:cxn modelId="{D4E94249-F44F-4669-BEA1-A881AD4F64C6}" srcId="{CDBE8651-36CF-4CCF-B5A6-20FBB1EBFD4D}" destId="{3047C82A-525D-430D-A68E-B307CF7637BC}" srcOrd="1" destOrd="0" parTransId="{5D47A283-2A26-416C-8263-BC94B9B09CEE}" sibTransId="{EAF08A67-0E69-4810-891A-EAFEB9C41C65}"/>
    <dgm:cxn modelId="{F42A82E7-8D62-4266-A96A-DB58076291B0}" type="presOf" srcId="{171A7ED4-E684-4E0F-BD31-A35F0D687B02}" destId="{0905F53F-3157-475B-89EF-FBD71716626A}" srcOrd="0" destOrd="0" presId="urn:microsoft.com/office/officeart/2005/8/layout/hierarchy3"/>
    <dgm:cxn modelId="{18182DEA-EB2E-4DB7-809B-2790818D16D7}" type="presOf" srcId="{03EA595D-ED01-4A4C-A341-A3B58C24DC7F}" destId="{896712D4-385F-4285-94BB-D8D11D6DE909}" srcOrd="1" destOrd="0" presId="urn:microsoft.com/office/officeart/2005/8/layout/hierarchy3"/>
    <dgm:cxn modelId="{4D8469DD-B07A-4D83-9B1D-479A3BA769C0}" type="presOf" srcId="{2150D852-2570-437E-ABA4-131634702076}" destId="{ECE5EEA8-AF26-4ED4-A887-BBF04EBBBDE0}" srcOrd="0" destOrd="0" presId="urn:microsoft.com/office/officeart/2005/8/layout/hierarchy3"/>
    <dgm:cxn modelId="{8FC3AFDF-409A-4152-A154-56D0ED9CDCC9}" type="presOf" srcId="{3047C82A-525D-430D-A68E-B307CF7637BC}" destId="{73D2583F-C33F-4F52-9222-E7CAF1649E93}" srcOrd="0" destOrd="0" presId="urn:microsoft.com/office/officeart/2005/8/layout/hierarchy3"/>
    <dgm:cxn modelId="{C88EEA99-7BF4-4218-89E3-6D9DEB565B68}" srcId="{3047C82A-525D-430D-A68E-B307CF7637BC}" destId="{A7495758-071E-4DE8-B23D-B66D8E55033F}" srcOrd="0" destOrd="0" parTransId="{BCB990FA-A61B-4F63-9B2E-0ADF4264A341}" sibTransId="{BFA1B579-F0CC-411C-82B4-0E5F45D1F367}"/>
    <dgm:cxn modelId="{661F4D03-982F-4356-94D2-51D8A6FBAB28}" srcId="{3047C82A-525D-430D-A68E-B307CF7637BC}" destId="{5295C46D-EBE8-454B-87E9-19C9F4FB69A1}" srcOrd="1" destOrd="0" parTransId="{72E92ED4-C4F5-4609-A992-83765C54D84E}" sibTransId="{DCC1F047-F0CF-4AB5-8B17-72599444EC6B}"/>
    <dgm:cxn modelId="{5CAADEB4-29B4-4FFB-AAC6-A2720F5FBDC1}" type="presOf" srcId="{CDBE8651-36CF-4CCF-B5A6-20FBB1EBFD4D}" destId="{8AEC7992-2BDB-4A76-BD63-6FF1033E6836}" srcOrd="0" destOrd="0" presId="urn:microsoft.com/office/officeart/2005/8/layout/hierarchy3"/>
    <dgm:cxn modelId="{A9DCA783-6B09-44F3-A0E4-64ACA4BE6AD0}" srcId="{03EA595D-ED01-4A4C-A341-A3B58C24DC7F}" destId="{171A7ED4-E684-4E0F-BD31-A35F0D687B02}" srcOrd="1" destOrd="0" parTransId="{293F4783-827A-462E-B709-2D11FD03350F}" sibTransId="{53073408-960D-4470-AD8C-78E52A813107}"/>
    <dgm:cxn modelId="{0A1742ED-FC6D-4C3A-A65B-0E4C93495102}" type="presOf" srcId="{4DD9ED7D-81E0-4D32-81D0-C72915129BA7}" destId="{939C24E6-2730-41B6-ACE3-E88FA677E38B}" srcOrd="0" destOrd="0" presId="urn:microsoft.com/office/officeart/2005/8/layout/hierarchy3"/>
    <dgm:cxn modelId="{71DA6DD0-0473-4804-BFC1-E1B4CEA58B16}" type="presOf" srcId="{0BA5FA5C-31D7-4C23-86F2-D55C506089FA}" destId="{7BEB2065-8DB9-4068-B308-EEB14F49714F}" srcOrd="0" destOrd="0" presId="urn:microsoft.com/office/officeart/2005/8/layout/hierarchy3"/>
    <dgm:cxn modelId="{41A2F31A-CB68-4E32-A6B0-1936AC04B9FE}" type="presOf" srcId="{44CD51DE-FFCB-4DB3-ADF6-509B290AF698}" destId="{EFFC60EE-1AA1-4550-800E-F3CDC1018C43}" srcOrd="0" destOrd="0" presId="urn:microsoft.com/office/officeart/2005/8/layout/hierarchy3"/>
    <dgm:cxn modelId="{7A4BF55A-F11D-4EB0-888D-BAF5145E877F}" type="presOf" srcId="{A3200132-E03E-4357-B27D-0DDC7C12AB04}" destId="{ED8ECE58-3C6C-41BE-8856-3DD63744E26B}" srcOrd="0" destOrd="0" presId="urn:microsoft.com/office/officeart/2005/8/layout/hierarchy3"/>
    <dgm:cxn modelId="{BC2E3AD1-95FD-4AED-83CC-7E82BF44183A}" type="presOf" srcId="{A7495758-071E-4DE8-B23D-B66D8E55033F}" destId="{FF9588F6-ED99-458C-9418-8F9A888163D5}" srcOrd="0" destOrd="0" presId="urn:microsoft.com/office/officeart/2005/8/layout/hierarchy3"/>
    <dgm:cxn modelId="{5696431F-D417-4296-BB85-C96BC3B75C80}" type="presOf" srcId="{72E92ED4-C4F5-4609-A992-83765C54D84E}" destId="{61F78930-FE6A-423A-9239-E505D223D5DC}" srcOrd="0" destOrd="0" presId="urn:microsoft.com/office/officeart/2005/8/layout/hierarchy3"/>
    <dgm:cxn modelId="{DB9BE832-A13B-406B-9215-51998D26B3B3}" srcId="{03EA595D-ED01-4A4C-A341-A3B58C24DC7F}" destId="{44CD51DE-FFCB-4DB3-ADF6-509B290AF698}" srcOrd="0" destOrd="0" parTransId="{2150D852-2570-437E-ABA4-131634702076}" sibTransId="{AD83BBEA-8ADC-4084-AE58-46EAC442271A}"/>
    <dgm:cxn modelId="{7A9C1EA9-5E69-4256-939D-1E46B7212E18}" type="presOf" srcId="{293F4783-827A-462E-B709-2D11FD03350F}" destId="{F8A19DDF-4C68-406F-9955-B95B1BDBB838}" srcOrd="0" destOrd="0" presId="urn:microsoft.com/office/officeart/2005/8/layout/hierarchy3"/>
    <dgm:cxn modelId="{6A6F905E-593E-4CBE-B843-E802C01F5F76}" srcId="{CDBE8651-36CF-4CCF-B5A6-20FBB1EBFD4D}" destId="{03EA595D-ED01-4A4C-A341-A3B58C24DC7F}" srcOrd="0" destOrd="0" parTransId="{74EABA3F-3208-4B02-8A11-1167BBB3DC31}" sibTransId="{3F511E81-F29F-4645-A8C7-66383B64B8E5}"/>
    <dgm:cxn modelId="{D2723CDD-3991-4587-8703-F2CFE203BAAA}" srcId="{3047C82A-525D-430D-A68E-B307CF7637BC}" destId="{3990E6A9-3B0E-4208-948C-A4F5535D38CE}" srcOrd="2" destOrd="0" parTransId="{0BA5FA5C-31D7-4C23-86F2-D55C506089FA}" sibTransId="{7B57D7E2-D391-48AD-B65E-D45B1552A1B6}"/>
    <dgm:cxn modelId="{14C706AD-1587-4BE5-A441-A8C2423F143D}" type="presOf" srcId="{5295C46D-EBE8-454B-87E9-19C9F4FB69A1}" destId="{AC314A98-81AC-41F7-A1C3-C11CDAB76C8F}" srcOrd="0" destOrd="0" presId="urn:microsoft.com/office/officeart/2005/8/layout/hierarchy3"/>
    <dgm:cxn modelId="{5D5AB18E-A1D1-47EE-B423-4F2EDD80DD55}" type="presOf" srcId="{3047C82A-525D-430D-A68E-B307CF7637BC}" destId="{958A16D2-8661-402A-87BF-07064436BF81}" srcOrd="1" destOrd="0" presId="urn:microsoft.com/office/officeart/2005/8/layout/hierarchy3"/>
    <dgm:cxn modelId="{A64162A1-0B9D-48F8-9E55-B1FF4282E6EF}" type="presOf" srcId="{03EA595D-ED01-4A4C-A341-A3B58C24DC7F}" destId="{682B7C51-B822-4160-A14C-CEF2C965F537}" srcOrd="0" destOrd="0" presId="urn:microsoft.com/office/officeart/2005/8/layout/hierarchy3"/>
    <dgm:cxn modelId="{7D7EF5E0-BA0C-428D-916F-A9A17006E6B5}" type="presOf" srcId="{3990E6A9-3B0E-4208-948C-A4F5535D38CE}" destId="{29149376-26A6-4FAF-814F-042BC6DCB18F}" srcOrd="0" destOrd="0" presId="urn:microsoft.com/office/officeart/2005/8/layout/hierarchy3"/>
    <dgm:cxn modelId="{86381021-66E0-41AE-91F0-E7C9E3363A99}" type="presOf" srcId="{BCB990FA-A61B-4F63-9B2E-0ADF4264A341}" destId="{5FD0BAFF-FC63-494C-876F-3F7AA2032019}" srcOrd="0" destOrd="0" presId="urn:microsoft.com/office/officeart/2005/8/layout/hierarchy3"/>
    <dgm:cxn modelId="{7480A98C-372E-475F-AAEB-EDEADDA74D1F}" type="presParOf" srcId="{8AEC7992-2BDB-4A76-BD63-6FF1033E6836}" destId="{2F74FC8B-155A-4B52-A48C-2E52D651F95A}" srcOrd="0" destOrd="0" presId="urn:microsoft.com/office/officeart/2005/8/layout/hierarchy3"/>
    <dgm:cxn modelId="{A77C34B1-E887-42AA-B921-7DB3CEA19F56}" type="presParOf" srcId="{2F74FC8B-155A-4B52-A48C-2E52D651F95A}" destId="{771A1BC6-9947-4C71-8A23-50354FE6CF25}" srcOrd="0" destOrd="0" presId="urn:microsoft.com/office/officeart/2005/8/layout/hierarchy3"/>
    <dgm:cxn modelId="{8CE5E1D7-2256-4A41-A5F0-EBACF232752B}" type="presParOf" srcId="{771A1BC6-9947-4C71-8A23-50354FE6CF25}" destId="{682B7C51-B822-4160-A14C-CEF2C965F537}" srcOrd="0" destOrd="0" presId="urn:microsoft.com/office/officeart/2005/8/layout/hierarchy3"/>
    <dgm:cxn modelId="{0DA51420-7BE6-4D42-AA79-F268E068921F}" type="presParOf" srcId="{771A1BC6-9947-4C71-8A23-50354FE6CF25}" destId="{896712D4-385F-4285-94BB-D8D11D6DE909}" srcOrd="1" destOrd="0" presId="urn:microsoft.com/office/officeart/2005/8/layout/hierarchy3"/>
    <dgm:cxn modelId="{0C841D85-B8C6-43BE-BC7C-3262CC3DCA9D}" type="presParOf" srcId="{2F74FC8B-155A-4B52-A48C-2E52D651F95A}" destId="{460C8A62-C62B-4F33-9407-EB644AC93F02}" srcOrd="1" destOrd="0" presId="urn:microsoft.com/office/officeart/2005/8/layout/hierarchy3"/>
    <dgm:cxn modelId="{82C1947E-1FAD-4444-A8A7-4298974CDA2E}" type="presParOf" srcId="{460C8A62-C62B-4F33-9407-EB644AC93F02}" destId="{ECE5EEA8-AF26-4ED4-A887-BBF04EBBBDE0}" srcOrd="0" destOrd="0" presId="urn:microsoft.com/office/officeart/2005/8/layout/hierarchy3"/>
    <dgm:cxn modelId="{D85DBAD4-32A7-471E-847C-6B7EACD2BFDA}" type="presParOf" srcId="{460C8A62-C62B-4F33-9407-EB644AC93F02}" destId="{EFFC60EE-1AA1-4550-800E-F3CDC1018C43}" srcOrd="1" destOrd="0" presId="urn:microsoft.com/office/officeart/2005/8/layout/hierarchy3"/>
    <dgm:cxn modelId="{0EC35215-98B0-4C2B-8C7C-DBE9F3286807}" type="presParOf" srcId="{460C8A62-C62B-4F33-9407-EB644AC93F02}" destId="{F8A19DDF-4C68-406F-9955-B95B1BDBB838}" srcOrd="2" destOrd="0" presId="urn:microsoft.com/office/officeart/2005/8/layout/hierarchy3"/>
    <dgm:cxn modelId="{7B8EEBB0-BE08-4BE3-8693-AFA15A25AB39}" type="presParOf" srcId="{460C8A62-C62B-4F33-9407-EB644AC93F02}" destId="{0905F53F-3157-475B-89EF-FBD71716626A}" srcOrd="3" destOrd="0" presId="urn:microsoft.com/office/officeart/2005/8/layout/hierarchy3"/>
    <dgm:cxn modelId="{DA397D89-B85F-4505-9760-6556D1DFA9CF}" type="presParOf" srcId="{8AEC7992-2BDB-4A76-BD63-6FF1033E6836}" destId="{32B0DE5B-5963-4C00-8220-D1B3E238623A}" srcOrd="1" destOrd="0" presId="urn:microsoft.com/office/officeart/2005/8/layout/hierarchy3"/>
    <dgm:cxn modelId="{B5B46569-C845-469A-AC58-14F58B5ABCBF}" type="presParOf" srcId="{32B0DE5B-5963-4C00-8220-D1B3E238623A}" destId="{E5954149-F6D6-4FFF-91C2-D4EDA5DA06EF}" srcOrd="0" destOrd="0" presId="urn:microsoft.com/office/officeart/2005/8/layout/hierarchy3"/>
    <dgm:cxn modelId="{1F03E69A-D28C-4A5E-AC9E-76F03F5FF068}" type="presParOf" srcId="{E5954149-F6D6-4FFF-91C2-D4EDA5DA06EF}" destId="{73D2583F-C33F-4F52-9222-E7CAF1649E93}" srcOrd="0" destOrd="0" presId="urn:microsoft.com/office/officeart/2005/8/layout/hierarchy3"/>
    <dgm:cxn modelId="{1983EB94-7353-409D-875A-208DB02AEC2B}" type="presParOf" srcId="{E5954149-F6D6-4FFF-91C2-D4EDA5DA06EF}" destId="{958A16D2-8661-402A-87BF-07064436BF81}" srcOrd="1" destOrd="0" presId="urn:microsoft.com/office/officeart/2005/8/layout/hierarchy3"/>
    <dgm:cxn modelId="{A7E64A47-9D18-4A9E-BAFE-6C09B9438676}" type="presParOf" srcId="{32B0DE5B-5963-4C00-8220-D1B3E238623A}" destId="{E0FCF67E-41A6-4BD5-984F-07205B7C33BD}" srcOrd="1" destOrd="0" presId="urn:microsoft.com/office/officeart/2005/8/layout/hierarchy3"/>
    <dgm:cxn modelId="{042A2579-686B-4138-AA59-FD117234A7DF}" type="presParOf" srcId="{E0FCF67E-41A6-4BD5-984F-07205B7C33BD}" destId="{5FD0BAFF-FC63-494C-876F-3F7AA2032019}" srcOrd="0" destOrd="0" presId="urn:microsoft.com/office/officeart/2005/8/layout/hierarchy3"/>
    <dgm:cxn modelId="{5867F015-98D5-408B-B562-D2A4403A2C53}" type="presParOf" srcId="{E0FCF67E-41A6-4BD5-984F-07205B7C33BD}" destId="{FF9588F6-ED99-458C-9418-8F9A888163D5}" srcOrd="1" destOrd="0" presId="urn:microsoft.com/office/officeart/2005/8/layout/hierarchy3"/>
    <dgm:cxn modelId="{2AE74577-F759-4A0E-B2CA-FF8639BD85FA}" type="presParOf" srcId="{E0FCF67E-41A6-4BD5-984F-07205B7C33BD}" destId="{61F78930-FE6A-423A-9239-E505D223D5DC}" srcOrd="2" destOrd="0" presId="urn:microsoft.com/office/officeart/2005/8/layout/hierarchy3"/>
    <dgm:cxn modelId="{A22E2772-2FA3-439B-A320-44E97AD24D28}" type="presParOf" srcId="{E0FCF67E-41A6-4BD5-984F-07205B7C33BD}" destId="{AC314A98-81AC-41F7-A1C3-C11CDAB76C8F}" srcOrd="3" destOrd="0" presId="urn:microsoft.com/office/officeart/2005/8/layout/hierarchy3"/>
    <dgm:cxn modelId="{32AD074B-005F-4704-B46A-CAA4AD501DBF}" type="presParOf" srcId="{E0FCF67E-41A6-4BD5-984F-07205B7C33BD}" destId="{7BEB2065-8DB9-4068-B308-EEB14F49714F}" srcOrd="4" destOrd="0" presId="urn:microsoft.com/office/officeart/2005/8/layout/hierarchy3"/>
    <dgm:cxn modelId="{1FA1AF40-2E00-468E-98FE-5DD809DB053B}" type="presParOf" srcId="{E0FCF67E-41A6-4BD5-984F-07205B7C33BD}" destId="{29149376-26A6-4FAF-814F-042BC6DCB18F}" srcOrd="5" destOrd="0" presId="urn:microsoft.com/office/officeart/2005/8/layout/hierarchy3"/>
    <dgm:cxn modelId="{7FE80B89-AFDF-4B99-968F-21C4F96BF1D2}" type="presParOf" srcId="{E0FCF67E-41A6-4BD5-984F-07205B7C33BD}" destId="{ED8ECE58-3C6C-41BE-8856-3DD63744E26B}" srcOrd="6" destOrd="0" presId="urn:microsoft.com/office/officeart/2005/8/layout/hierarchy3"/>
    <dgm:cxn modelId="{6C41C7E6-3CB1-4126-AA7F-A720842FDADA}" type="presParOf" srcId="{E0FCF67E-41A6-4BD5-984F-07205B7C33BD}" destId="{939C24E6-2730-41B6-ACE3-E88FA677E38B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48DFD0-E9A4-401D-AF2E-FEFF1029D8E4}" type="doc">
      <dgm:prSet loTypeId="urn:microsoft.com/office/officeart/2005/8/layout/lProcess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tr-TR"/>
        </a:p>
      </dgm:t>
    </dgm:pt>
    <dgm:pt modelId="{35C84B44-4432-4A4C-85B2-03FFD0DBB18F}">
      <dgm:prSet phldrT="[Metin]"/>
      <dgm:spPr/>
      <dgm:t>
        <a:bodyPr/>
        <a:lstStyle/>
        <a:p>
          <a:r>
            <a:rPr lang="tr-TR" dirty="0" smtClean="0"/>
            <a:t>ÖZEL GÜVENLİK MEKANİZMALARI</a:t>
          </a:r>
          <a:endParaRPr lang="tr-TR" dirty="0"/>
        </a:p>
      </dgm:t>
    </dgm:pt>
    <dgm:pt modelId="{09767958-CA98-4A91-9CD6-7F637F014AFD}" type="parTrans" cxnId="{E145AF22-021F-4BE3-A388-C3B234B0FC60}">
      <dgm:prSet/>
      <dgm:spPr/>
      <dgm:t>
        <a:bodyPr/>
        <a:lstStyle/>
        <a:p>
          <a:endParaRPr lang="tr-TR"/>
        </a:p>
      </dgm:t>
    </dgm:pt>
    <dgm:pt modelId="{3C315382-36AB-418A-926C-86FD6EA477B8}" type="sibTrans" cxnId="{E145AF22-021F-4BE3-A388-C3B234B0FC60}">
      <dgm:prSet/>
      <dgm:spPr/>
      <dgm:t>
        <a:bodyPr/>
        <a:lstStyle/>
        <a:p>
          <a:endParaRPr lang="tr-TR"/>
        </a:p>
      </dgm:t>
    </dgm:pt>
    <dgm:pt modelId="{6BD06F8C-8EB0-4C69-B06F-96E749DE23B8}">
      <dgm:prSet phldrT="[Metin]"/>
      <dgm:spPr/>
      <dgm:t>
        <a:bodyPr/>
        <a:lstStyle/>
        <a:p>
          <a:r>
            <a:rPr lang="tr-TR" dirty="0" smtClean="0"/>
            <a:t>Şifreleme</a:t>
          </a:r>
          <a:endParaRPr lang="tr-TR" dirty="0"/>
        </a:p>
      </dgm:t>
    </dgm:pt>
    <dgm:pt modelId="{3FDFB373-35A3-4A14-B6D4-05821E7FA02A}" type="parTrans" cxnId="{1801B9A9-3800-40E7-A0F1-183200B69506}">
      <dgm:prSet/>
      <dgm:spPr/>
      <dgm:t>
        <a:bodyPr/>
        <a:lstStyle/>
        <a:p>
          <a:endParaRPr lang="tr-TR"/>
        </a:p>
      </dgm:t>
    </dgm:pt>
    <dgm:pt modelId="{8C3D2FB1-C12C-4A42-A028-5B1CA562F3EB}" type="sibTrans" cxnId="{1801B9A9-3800-40E7-A0F1-183200B69506}">
      <dgm:prSet/>
      <dgm:spPr/>
      <dgm:t>
        <a:bodyPr/>
        <a:lstStyle/>
        <a:p>
          <a:endParaRPr lang="tr-TR"/>
        </a:p>
      </dgm:t>
    </dgm:pt>
    <dgm:pt modelId="{3CD103E0-C7C3-4823-AD25-4042805018AB}">
      <dgm:prSet phldrT="[Metin]"/>
      <dgm:spPr/>
      <dgm:t>
        <a:bodyPr/>
        <a:lstStyle/>
        <a:p>
          <a:r>
            <a:rPr lang="tr-TR" dirty="0" smtClean="0"/>
            <a:t>Dijital İmza</a:t>
          </a:r>
        </a:p>
      </dgm:t>
    </dgm:pt>
    <dgm:pt modelId="{280B5AAF-8E1A-48DC-B07C-A0E85FD3A5D3}" type="parTrans" cxnId="{B5067487-7005-4576-AEBC-ACC3B002C855}">
      <dgm:prSet/>
      <dgm:spPr/>
      <dgm:t>
        <a:bodyPr/>
        <a:lstStyle/>
        <a:p>
          <a:endParaRPr lang="tr-TR"/>
        </a:p>
      </dgm:t>
    </dgm:pt>
    <dgm:pt modelId="{10E34ADB-B037-4693-B52C-C938D824AF8A}" type="sibTrans" cxnId="{B5067487-7005-4576-AEBC-ACC3B002C855}">
      <dgm:prSet/>
      <dgm:spPr/>
      <dgm:t>
        <a:bodyPr/>
        <a:lstStyle/>
        <a:p>
          <a:endParaRPr lang="tr-TR"/>
        </a:p>
      </dgm:t>
    </dgm:pt>
    <dgm:pt modelId="{1D3F33A9-2E7E-4812-80BF-C871EE915CE8}">
      <dgm:prSet phldrT="[Metin]"/>
      <dgm:spPr/>
      <dgm:t>
        <a:bodyPr/>
        <a:lstStyle/>
        <a:p>
          <a:r>
            <a:rPr lang="tr-TR" dirty="0" smtClean="0"/>
            <a:t>YAYGIN GÜVENLİK MEKANİZMALARI</a:t>
          </a:r>
          <a:endParaRPr lang="tr-TR" dirty="0"/>
        </a:p>
      </dgm:t>
    </dgm:pt>
    <dgm:pt modelId="{FF55E64D-FC18-45CC-9FEA-63485EEE11BB}" type="parTrans" cxnId="{78C443A6-5255-4D8F-8327-229560707AAD}">
      <dgm:prSet/>
      <dgm:spPr/>
      <dgm:t>
        <a:bodyPr/>
        <a:lstStyle/>
        <a:p>
          <a:endParaRPr lang="tr-TR"/>
        </a:p>
      </dgm:t>
    </dgm:pt>
    <dgm:pt modelId="{731714A7-0CB6-4744-A77A-2425FE6392D6}" type="sibTrans" cxnId="{78C443A6-5255-4D8F-8327-229560707AAD}">
      <dgm:prSet/>
      <dgm:spPr/>
      <dgm:t>
        <a:bodyPr/>
        <a:lstStyle/>
        <a:p>
          <a:endParaRPr lang="tr-TR"/>
        </a:p>
      </dgm:t>
    </dgm:pt>
    <dgm:pt modelId="{437D2507-0058-4FB5-B138-0D7B8BD0EF6C}">
      <dgm:prSet phldrT="[Metin]"/>
      <dgm:spPr/>
      <dgm:t>
        <a:bodyPr/>
        <a:lstStyle/>
        <a:p>
          <a:r>
            <a:rPr lang="tr-TR" dirty="0" smtClean="0"/>
            <a:t>güvenilir İşlevsellik</a:t>
          </a:r>
          <a:endParaRPr lang="tr-TR" dirty="0"/>
        </a:p>
      </dgm:t>
    </dgm:pt>
    <dgm:pt modelId="{45910A7B-BCCB-4026-8148-D1B9087FB21D}" type="parTrans" cxnId="{FB966C67-632F-4F50-9A63-0EE9D563604D}">
      <dgm:prSet/>
      <dgm:spPr/>
      <dgm:t>
        <a:bodyPr/>
        <a:lstStyle/>
        <a:p>
          <a:endParaRPr lang="tr-TR"/>
        </a:p>
      </dgm:t>
    </dgm:pt>
    <dgm:pt modelId="{68479C92-B6D5-4F2B-BB3B-4D57940173B5}" type="sibTrans" cxnId="{FB966C67-632F-4F50-9A63-0EE9D563604D}">
      <dgm:prSet/>
      <dgm:spPr/>
      <dgm:t>
        <a:bodyPr/>
        <a:lstStyle/>
        <a:p>
          <a:endParaRPr lang="tr-TR"/>
        </a:p>
      </dgm:t>
    </dgm:pt>
    <dgm:pt modelId="{DDEE2616-AF6B-4A3D-A5D3-7478442EE9C9}">
      <dgm:prSet phldrT="[Metin]"/>
      <dgm:spPr/>
      <dgm:t>
        <a:bodyPr/>
        <a:lstStyle/>
        <a:p>
          <a:r>
            <a:rPr lang="tr-TR" dirty="0" smtClean="0"/>
            <a:t>Güvenlik Etiketi</a:t>
          </a:r>
          <a:endParaRPr lang="tr-TR" dirty="0"/>
        </a:p>
      </dgm:t>
    </dgm:pt>
    <dgm:pt modelId="{CAE87ACE-E1FE-47CC-8875-6F6BB7865062}" type="parTrans" cxnId="{E8279D99-8EDD-4677-AE7E-6FFD96FA5E70}">
      <dgm:prSet/>
      <dgm:spPr/>
      <dgm:t>
        <a:bodyPr/>
        <a:lstStyle/>
        <a:p>
          <a:endParaRPr lang="tr-TR"/>
        </a:p>
      </dgm:t>
    </dgm:pt>
    <dgm:pt modelId="{61A3FE93-E2E8-49CB-A471-C8844EB37889}" type="sibTrans" cxnId="{E8279D99-8EDD-4677-AE7E-6FFD96FA5E70}">
      <dgm:prSet/>
      <dgm:spPr/>
      <dgm:t>
        <a:bodyPr/>
        <a:lstStyle/>
        <a:p>
          <a:endParaRPr lang="tr-TR"/>
        </a:p>
      </dgm:t>
    </dgm:pt>
    <dgm:pt modelId="{7C7ECD43-5A0F-4A9C-BED1-F835843157F2}">
      <dgm:prSet phldrT="[Metin]"/>
      <dgm:spPr/>
      <dgm:t>
        <a:bodyPr/>
        <a:lstStyle/>
        <a:p>
          <a:r>
            <a:rPr lang="tr-TR" dirty="0" smtClean="0"/>
            <a:t>Erişim Kontrolü</a:t>
          </a:r>
        </a:p>
      </dgm:t>
    </dgm:pt>
    <dgm:pt modelId="{BEC9AE88-30B7-4AA9-9DCC-4791B50801E5}" type="parTrans" cxnId="{D726D86F-649A-43F5-9053-9AA8243CE815}">
      <dgm:prSet/>
      <dgm:spPr/>
      <dgm:t>
        <a:bodyPr/>
        <a:lstStyle/>
        <a:p>
          <a:endParaRPr lang="tr-TR"/>
        </a:p>
      </dgm:t>
    </dgm:pt>
    <dgm:pt modelId="{E0F8C910-F397-45EE-8E51-0D3CE4E63392}" type="sibTrans" cxnId="{D726D86F-649A-43F5-9053-9AA8243CE815}">
      <dgm:prSet/>
      <dgm:spPr/>
      <dgm:t>
        <a:bodyPr/>
        <a:lstStyle/>
        <a:p>
          <a:endParaRPr lang="tr-TR"/>
        </a:p>
      </dgm:t>
    </dgm:pt>
    <dgm:pt modelId="{F9FC105F-B0F9-4438-8CC6-4114B3F9D8FF}">
      <dgm:prSet phldrT="[Metin]"/>
      <dgm:spPr/>
      <dgm:t>
        <a:bodyPr/>
        <a:lstStyle/>
        <a:p>
          <a:r>
            <a:rPr lang="tr-TR" dirty="0" smtClean="0"/>
            <a:t>Veri Bütünlüğü</a:t>
          </a:r>
        </a:p>
      </dgm:t>
    </dgm:pt>
    <dgm:pt modelId="{36F5E58D-A7DF-45A6-81BD-7194DB0C952F}" type="parTrans" cxnId="{8C4609DB-BE1A-492C-8C32-E8879AD98F2E}">
      <dgm:prSet/>
      <dgm:spPr/>
      <dgm:t>
        <a:bodyPr/>
        <a:lstStyle/>
        <a:p>
          <a:endParaRPr lang="tr-TR"/>
        </a:p>
      </dgm:t>
    </dgm:pt>
    <dgm:pt modelId="{9A5804D1-2968-410B-94A6-D94A0D60E792}" type="sibTrans" cxnId="{8C4609DB-BE1A-492C-8C32-E8879AD98F2E}">
      <dgm:prSet/>
      <dgm:spPr/>
      <dgm:t>
        <a:bodyPr/>
        <a:lstStyle/>
        <a:p>
          <a:endParaRPr lang="tr-TR"/>
        </a:p>
      </dgm:t>
    </dgm:pt>
    <dgm:pt modelId="{FD3FF8CE-FC26-415F-9A62-13B4AC01728F}">
      <dgm:prSet phldrT="[Metin]"/>
      <dgm:spPr/>
      <dgm:t>
        <a:bodyPr/>
        <a:lstStyle/>
        <a:p>
          <a:r>
            <a:rPr lang="tr-TR" dirty="0" smtClean="0"/>
            <a:t>Oturum Değiştirme</a:t>
          </a:r>
        </a:p>
      </dgm:t>
    </dgm:pt>
    <dgm:pt modelId="{92C9F379-C4F3-4EBB-8BC2-77D9FB94B45E}" type="parTrans" cxnId="{AD8EB00D-92B5-4844-AAF1-BFB2D6459EFA}">
      <dgm:prSet/>
      <dgm:spPr/>
      <dgm:t>
        <a:bodyPr/>
        <a:lstStyle/>
        <a:p>
          <a:endParaRPr lang="tr-TR"/>
        </a:p>
      </dgm:t>
    </dgm:pt>
    <dgm:pt modelId="{77CEC065-CF24-4B9A-8DE1-384F03A71955}" type="sibTrans" cxnId="{AD8EB00D-92B5-4844-AAF1-BFB2D6459EFA}">
      <dgm:prSet/>
      <dgm:spPr/>
      <dgm:t>
        <a:bodyPr/>
        <a:lstStyle/>
        <a:p>
          <a:endParaRPr lang="tr-TR"/>
        </a:p>
      </dgm:t>
    </dgm:pt>
    <dgm:pt modelId="{A8091273-8C44-4141-A826-43C9298F8B04}">
      <dgm:prSet phldrT="[Metin]"/>
      <dgm:spPr/>
      <dgm:t>
        <a:bodyPr/>
        <a:lstStyle/>
        <a:p>
          <a:r>
            <a:rPr lang="tr-TR" dirty="0" smtClean="0"/>
            <a:t>Trafik Doluluğu</a:t>
          </a:r>
        </a:p>
      </dgm:t>
    </dgm:pt>
    <dgm:pt modelId="{9A485FA6-B2B8-496C-BE30-7FD2B5C1E1BC}" type="parTrans" cxnId="{4D4B6D93-2DBE-49B4-BE21-1DD89B6230B0}">
      <dgm:prSet/>
      <dgm:spPr/>
      <dgm:t>
        <a:bodyPr/>
        <a:lstStyle/>
        <a:p>
          <a:endParaRPr lang="tr-TR"/>
        </a:p>
      </dgm:t>
    </dgm:pt>
    <dgm:pt modelId="{EA4D4ED1-CC9A-4B4A-8535-7CBF032EAC1D}" type="sibTrans" cxnId="{4D4B6D93-2DBE-49B4-BE21-1DD89B6230B0}">
      <dgm:prSet/>
      <dgm:spPr/>
      <dgm:t>
        <a:bodyPr/>
        <a:lstStyle/>
        <a:p>
          <a:endParaRPr lang="tr-TR"/>
        </a:p>
      </dgm:t>
    </dgm:pt>
    <dgm:pt modelId="{7C140EDB-063D-4103-B606-40F4CB6D2E1F}">
      <dgm:prSet phldrT="[Metin]"/>
      <dgm:spPr/>
      <dgm:t>
        <a:bodyPr/>
        <a:lstStyle/>
        <a:p>
          <a:r>
            <a:rPr lang="tr-TR" dirty="0" smtClean="0"/>
            <a:t>Yönlendirme Kontrolü</a:t>
          </a:r>
        </a:p>
      </dgm:t>
    </dgm:pt>
    <dgm:pt modelId="{02AB3D1E-C457-45C8-B576-BA7C7C02F524}" type="parTrans" cxnId="{192E44C8-CE0F-4CAD-AFD2-E3FE56B4C9D6}">
      <dgm:prSet/>
      <dgm:spPr/>
      <dgm:t>
        <a:bodyPr/>
        <a:lstStyle/>
        <a:p>
          <a:endParaRPr lang="tr-TR"/>
        </a:p>
      </dgm:t>
    </dgm:pt>
    <dgm:pt modelId="{48CBEB9F-2392-4A87-84CF-83D9AAA3D0CF}" type="sibTrans" cxnId="{192E44C8-CE0F-4CAD-AFD2-E3FE56B4C9D6}">
      <dgm:prSet/>
      <dgm:spPr/>
      <dgm:t>
        <a:bodyPr/>
        <a:lstStyle/>
        <a:p>
          <a:endParaRPr lang="tr-TR"/>
        </a:p>
      </dgm:t>
    </dgm:pt>
    <dgm:pt modelId="{1F821B42-3D4D-4C52-B6EC-59E94AEFAF22}">
      <dgm:prSet phldrT="[Metin]"/>
      <dgm:spPr/>
      <dgm:t>
        <a:bodyPr/>
        <a:lstStyle/>
        <a:p>
          <a:r>
            <a:rPr lang="tr-TR" dirty="0" smtClean="0"/>
            <a:t>Noter</a:t>
          </a:r>
        </a:p>
      </dgm:t>
    </dgm:pt>
    <dgm:pt modelId="{9B386517-7B86-4C59-ADA4-F7EDC8E078F5}" type="parTrans" cxnId="{4015867A-A375-47F1-85AB-A6B405770C71}">
      <dgm:prSet/>
      <dgm:spPr/>
      <dgm:t>
        <a:bodyPr/>
        <a:lstStyle/>
        <a:p>
          <a:endParaRPr lang="tr-TR"/>
        </a:p>
      </dgm:t>
    </dgm:pt>
    <dgm:pt modelId="{AEDA58D8-59C0-4FCC-9F68-081E49A2BDD1}" type="sibTrans" cxnId="{4015867A-A375-47F1-85AB-A6B405770C71}">
      <dgm:prSet/>
      <dgm:spPr/>
      <dgm:t>
        <a:bodyPr/>
        <a:lstStyle/>
        <a:p>
          <a:endParaRPr lang="tr-TR"/>
        </a:p>
      </dgm:t>
    </dgm:pt>
    <dgm:pt modelId="{0464B2DE-0584-4F0A-99C9-A923AAD66947}">
      <dgm:prSet phldrT="[Metin]"/>
      <dgm:spPr/>
      <dgm:t>
        <a:bodyPr/>
        <a:lstStyle/>
        <a:p>
          <a:r>
            <a:rPr lang="tr-TR" dirty="0" smtClean="0"/>
            <a:t>Olay Tespiti</a:t>
          </a:r>
          <a:endParaRPr lang="tr-TR" dirty="0"/>
        </a:p>
      </dgm:t>
    </dgm:pt>
    <dgm:pt modelId="{3D9FA678-6341-4C8E-9AD7-7F67AEF5442F}" type="parTrans" cxnId="{553F589A-90EA-4160-97BD-73B0C86ED607}">
      <dgm:prSet/>
      <dgm:spPr/>
      <dgm:t>
        <a:bodyPr/>
        <a:lstStyle/>
        <a:p>
          <a:endParaRPr lang="tr-TR"/>
        </a:p>
      </dgm:t>
    </dgm:pt>
    <dgm:pt modelId="{79D2C199-8501-4F5F-B44D-AC295A5F1AB9}" type="sibTrans" cxnId="{553F589A-90EA-4160-97BD-73B0C86ED607}">
      <dgm:prSet/>
      <dgm:spPr/>
      <dgm:t>
        <a:bodyPr/>
        <a:lstStyle/>
        <a:p>
          <a:endParaRPr lang="tr-TR"/>
        </a:p>
      </dgm:t>
    </dgm:pt>
    <dgm:pt modelId="{F5F4BD01-8B59-49D3-A11F-A383DA330541}">
      <dgm:prSet phldrT="[Metin]"/>
      <dgm:spPr/>
      <dgm:t>
        <a:bodyPr/>
        <a:lstStyle/>
        <a:p>
          <a:r>
            <a:rPr lang="tr-TR" dirty="0" smtClean="0"/>
            <a:t>Güvenlik Denetim İzleme</a:t>
          </a:r>
          <a:endParaRPr lang="tr-TR" dirty="0"/>
        </a:p>
      </dgm:t>
    </dgm:pt>
    <dgm:pt modelId="{690182C6-9745-4A14-B64E-DCAFD74B0A33}" type="parTrans" cxnId="{A418DF1F-79F0-4AFE-84B9-7CB8916917BB}">
      <dgm:prSet/>
      <dgm:spPr/>
      <dgm:t>
        <a:bodyPr/>
        <a:lstStyle/>
        <a:p>
          <a:endParaRPr lang="tr-TR"/>
        </a:p>
      </dgm:t>
    </dgm:pt>
    <dgm:pt modelId="{AED4767A-155A-483C-BECA-54852A1B35D6}" type="sibTrans" cxnId="{A418DF1F-79F0-4AFE-84B9-7CB8916917BB}">
      <dgm:prSet/>
      <dgm:spPr/>
      <dgm:t>
        <a:bodyPr/>
        <a:lstStyle/>
        <a:p>
          <a:endParaRPr lang="tr-TR"/>
        </a:p>
      </dgm:t>
    </dgm:pt>
    <dgm:pt modelId="{117E7D53-DF51-4F2D-8923-F6B446889688}">
      <dgm:prSet phldrT="[Metin]"/>
      <dgm:spPr/>
      <dgm:t>
        <a:bodyPr/>
        <a:lstStyle/>
        <a:p>
          <a:r>
            <a:rPr lang="tr-TR" dirty="0" smtClean="0"/>
            <a:t>Güvenlik İyileştirme</a:t>
          </a:r>
          <a:endParaRPr lang="tr-TR" dirty="0"/>
        </a:p>
      </dgm:t>
    </dgm:pt>
    <dgm:pt modelId="{75671B73-520C-48CD-A4A5-A65C4FB05490}" type="parTrans" cxnId="{811AFBAA-E58C-4099-ADB5-CE01CF739C55}">
      <dgm:prSet/>
      <dgm:spPr/>
      <dgm:t>
        <a:bodyPr/>
        <a:lstStyle/>
        <a:p>
          <a:endParaRPr lang="tr-TR"/>
        </a:p>
      </dgm:t>
    </dgm:pt>
    <dgm:pt modelId="{E6C6BDB4-14D0-4EF0-B513-BCD576D7574B}" type="sibTrans" cxnId="{811AFBAA-E58C-4099-ADB5-CE01CF739C55}">
      <dgm:prSet/>
      <dgm:spPr/>
      <dgm:t>
        <a:bodyPr/>
        <a:lstStyle/>
        <a:p>
          <a:endParaRPr lang="tr-TR"/>
        </a:p>
      </dgm:t>
    </dgm:pt>
    <dgm:pt modelId="{94858E96-7A3F-4633-B73F-5D741C538AB5}" type="pres">
      <dgm:prSet presAssocID="{5E48DFD0-E9A4-401D-AF2E-FEFF1029D8E4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B57A7D8D-4CF7-417B-A1DA-2A176CE0A1AA}" type="pres">
      <dgm:prSet presAssocID="{35C84B44-4432-4A4C-85B2-03FFD0DBB18F}" presName="compNode" presStyleCnt="0"/>
      <dgm:spPr/>
    </dgm:pt>
    <dgm:pt modelId="{FD8B13B1-4010-4858-8D41-AE756A1EE9DF}" type="pres">
      <dgm:prSet presAssocID="{35C84B44-4432-4A4C-85B2-03FFD0DBB18F}" presName="aNode" presStyleLbl="bgShp" presStyleIdx="0" presStyleCnt="2"/>
      <dgm:spPr/>
      <dgm:t>
        <a:bodyPr/>
        <a:lstStyle/>
        <a:p>
          <a:endParaRPr lang="tr-TR"/>
        </a:p>
      </dgm:t>
    </dgm:pt>
    <dgm:pt modelId="{5C66CC51-85E2-4283-AD7E-177ACEB96501}" type="pres">
      <dgm:prSet presAssocID="{35C84B44-4432-4A4C-85B2-03FFD0DBB18F}" presName="textNode" presStyleLbl="bgShp" presStyleIdx="0" presStyleCnt="2"/>
      <dgm:spPr/>
      <dgm:t>
        <a:bodyPr/>
        <a:lstStyle/>
        <a:p>
          <a:endParaRPr lang="tr-TR"/>
        </a:p>
      </dgm:t>
    </dgm:pt>
    <dgm:pt modelId="{6BA67DF6-BF10-4F92-ADEE-7A14E9116EC7}" type="pres">
      <dgm:prSet presAssocID="{35C84B44-4432-4A4C-85B2-03FFD0DBB18F}" presName="compChildNode" presStyleCnt="0"/>
      <dgm:spPr/>
    </dgm:pt>
    <dgm:pt modelId="{4A4C8CAE-D2BC-4CD7-90DC-A8EE079508E5}" type="pres">
      <dgm:prSet presAssocID="{35C84B44-4432-4A4C-85B2-03FFD0DBB18F}" presName="theInnerList" presStyleCnt="0"/>
      <dgm:spPr/>
    </dgm:pt>
    <dgm:pt modelId="{54FE0EB9-755B-4296-A8B7-F5EC940ADAD9}" type="pres">
      <dgm:prSet presAssocID="{6BD06F8C-8EB0-4C69-B06F-96E749DE23B8}" presName="childNode" presStyleLbl="node1" presStyleIdx="0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C4C85FB6-A4E1-4D25-834D-359BC8D87EC9}" type="pres">
      <dgm:prSet presAssocID="{6BD06F8C-8EB0-4C69-B06F-96E749DE23B8}" presName="aSpace2" presStyleCnt="0"/>
      <dgm:spPr/>
    </dgm:pt>
    <dgm:pt modelId="{43D47951-26B0-41D8-B605-507A09B39FA8}" type="pres">
      <dgm:prSet presAssocID="{3CD103E0-C7C3-4823-AD25-4042805018AB}" presName="childNode" presStyleLbl="node1" presStyleIdx="1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BCEE1F19-660A-4B2E-A4B8-EF4187B07F3E}" type="pres">
      <dgm:prSet presAssocID="{3CD103E0-C7C3-4823-AD25-4042805018AB}" presName="aSpace2" presStyleCnt="0"/>
      <dgm:spPr/>
    </dgm:pt>
    <dgm:pt modelId="{67474DEC-2024-40A0-8C55-2387A79C2309}" type="pres">
      <dgm:prSet presAssocID="{7C7ECD43-5A0F-4A9C-BED1-F835843157F2}" presName="childNode" presStyleLbl="node1" presStyleIdx="2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A05017C3-168B-478E-82AA-8E5B85E2F863}" type="pres">
      <dgm:prSet presAssocID="{7C7ECD43-5A0F-4A9C-BED1-F835843157F2}" presName="aSpace2" presStyleCnt="0"/>
      <dgm:spPr/>
    </dgm:pt>
    <dgm:pt modelId="{B9256C69-EFE9-4201-8257-C092D635A2A9}" type="pres">
      <dgm:prSet presAssocID="{F9FC105F-B0F9-4438-8CC6-4114B3F9D8FF}" presName="childNode" presStyleLbl="node1" presStyleIdx="3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6F479BFA-8BCC-4E8A-B17B-EE946A9D12D1}" type="pres">
      <dgm:prSet presAssocID="{F9FC105F-B0F9-4438-8CC6-4114B3F9D8FF}" presName="aSpace2" presStyleCnt="0"/>
      <dgm:spPr/>
    </dgm:pt>
    <dgm:pt modelId="{D02B9A2D-7E11-4553-A287-08B7C19C1C14}" type="pres">
      <dgm:prSet presAssocID="{FD3FF8CE-FC26-415F-9A62-13B4AC01728F}" presName="childNode" presStyleLbl="node1" presStyleIdx="4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34C665A9-238F-4DAD-89C1-858228DB1373}" type="pres">
      <dgm:prSet presAssocID="{FD3FF8CE-FC26-415F-9A62-13B4AC01728F}" presName="aSpace2" presStyleCnt="0"/>
      <dgm:spPr/>
    </dgm:pt>
    <dgm:pt modelId="{D9CD33EE-F1E7-4E70-A0BD-557DF168865A}" type="pres">
      <dgm:prSet presAssocID="{A8091273-8C44-4141-A826-43C9298F8B04}" presName="childNode" presStyleLbl="node1" presStyleIdx="5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8B4EF62C-6517-4D2C-84E6-A2C02AA7B052}" type="pres">
      <dgm:prSet presAssocID="{A8091273-8C44-4141-A826-43C9298F8B04}" presName="aSpace2" presStyleCnt="0"/>
      <dgm:spPr/>
    </dgm:pt>
    <dgm:pt modelId="{56FB1D1E-A29A-42C5-B85F-383D79006AEE}" type="pres">
      <dgm:prSet presAssocID="{7C140EDB-063D-4103-B606-40F4CB6D2E1F}" presName="childNode" presStyleLbl="node1" presStyleIdx="6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2AF403B6-67DF-47F8-A98D-F7153B3B864E}" type="pres">
      <dgm:prSet presAssocID="{7C140EDB-063D-4103-B606-40F4CB6D2E1F}" presName="aSpace2" presStyleCnt="0"/>
      <dgm:spPr/>
    </dgm:pt>
    <dgm:pt modelId="{881DD800-FE8F-4F3C-957D-91C0AE925A8F}" type="pres">
      <dgm:prSet presAssocID="{1F821B42-3D4D-4C52-B6EC-59E94AEFAF22}" presName="childNode" presStyleLbl="node1" presStyleIdx="7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45E7F15C-6E4D-4D58-85F4-2A3BD3A34DB8}" type="pres">
      <dgm:prSet presAssocID="{35C84B44-4432-4A4C-85B2-03FFD0DBB18F}" presName="aSpace" presStyleCnt="0"/>
      <dgm:spPr/>
    </dgm:pt>
    <dgm:pt modelId="{455EB9F2-B79D-4B65-84A1-A695AFA33B87}" type="pres">
      <dgm:prSet presAssocID="{1D3F33A9-2E7E-4812-80BF-C871EE915CE8}" presName="compNode" presStyleCnt="0"/>
      <dgm:spPr/>
    </dgm:pt>
    <dgm:pt modelId="{A7F4796F-21D2-487F-9852-BE7AB9C55912}" type="pres">
      <dgm:prSet presAssocID="{1D3F33A9-2E7E-4812-80BF-C871EE915CE8}" presName="aNode" presStyleLbl="bgShp" presStyleIdx="1" presStyleCnt="2"/>
      <dgm:spPr/>
      <dgm:t>
        <a:bodyPr/>
        <a:lstStyle/>
        <a:p>
          <a:endParaRPr lang="tr-TR"/>
        </a:p>
      </dgm:t>
    </dgm:pt>
    <dgm:pt modelId="{368CD6A1-D93F-4F91-AE0D-B005B9C830B2}" type="pres">
      <dgm:prSet presAssocID="{1D3F33A9-2E7E-4812-80BF-C871EE915CE8}" presName="textNode" presStyleLbl="bgShp" presStyleIdx="1" presStyleCnt="2"/>
      <dgm:spPr/>
      <dgm:t>
        <a:bodyPr/>
        <a:lstStyle/>
        <a:p>
          <a:endParaRPr lang="tr-TR"/>
        </a:p>
      </dgm:t>
    </dgm:pt>
    <dgm:pt modelId="{719CED8D-6919-41C0-BD1D-73F7539C2CE0}" type="pres">
      <dgm:prSet presAssocID="{1D3F33A9-2E7E-4812-80BF-C871EE915CE8}" presName="compChildNode" presStyleCnt="0"/>
      <dgm:spPr/>
    </dgm:pt>
    <dgm:pt modelId="{A9481FD2-207F-476E-97CE-0A429C61D201}" type="pres">
      <dgm:prSet presAssocID="{1D3F33A9-2E7E-4812-80BF-C871EE915CE8}" presName="theInnerList" presStyleCnt="0"/>
      <dgm:spPr/>
    </dgm:pt>
    <dgm:pt modelId="{0E3F9D70-1BC7-4C91-9B43-B35256CF2DEA}" type="pres">
      <dgm:prSet presAssocID="{437D2507-0058-4FB5-B138-0D7B8BD0EF6C}" presName="childNode" presStyleLbl="node1" presStyleIdx="8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05E09F7A-B361-432C-BDEF-F9B0377E95D4}" type="pres">
      <dgm:prSet presAssocID="{437D2507-0058-4FB5-B138-0D7B8BD0EF6C}" presName="aSpace2" presStyleCnt="0"/>
      <dgm:spPr/>
    </dgm:pt>
    <dgm:pt modelId="{FB4AD9BD-7EAC-4935-A24A-ECFED7FF224A}" type="pres">
      <dgm:prSet presAssocID="{DDEE2616-AF6B-4A3D-A5D3-7478442EE9C9}" presName="childNode" presStyleLbl="node1" presStyleIdx="9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804FF800-848A-471A-9ADC-7D15B80E9479}" type="pres">
      <dgm:prSet presAssocID="{DDEE2616-AF6B-4A3D-A5D3-7478442EE9C9}" presName="aSpace2" presStyleCnt="0"/>
      <dgm:spPr/>
    </dgm:pt>
    <dgm:pt modelId="{2C07AB78-1A5F-4D9C-83CD-F55C2EA9A9F9}" type="pres">
      <dgm:prSet presAssocID="{0464B2DE-0584-4F0A-99C9-A923AAD66947}" presName="childNode" presStyleLbl="node1" presStyleIdx="10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5D4A16CB-CE89-4AC3-BCD7-174103D71BCE}" type="pres">
      <dgm:prSet presAssocID="{0464B2DE-0584-4F0A-99C9-A923AAD66947}" presName="aSpace2" presStyleCnt="0"/>
      <dgm:spPr/>
    </dgm:pt>
    <dgm:pt modelId="{7F67E7DA-AE3C-4800-A1CD-BE4440489535}" type="pres">
      <dgm:prSet presAssocID="{F5F4BD01-8B59-49D3-A11F-A383DA330541}" presName="childNode" presStyleLbl="node1" presStyleIdx="11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36348A96-87FE-48D7-9DA9-E7AA537B810B}" type="pres">
      <dgm:prSet presAssocID="{F5F4BD01-8B59-49D3-A11F-A383DA330541}" presName="aSpace2" presStyleCnt="0"/>
      <dgm:spPr/>
    </dgm:pt>
    <dgm:pt modelId="{43B75260-E6EE-410A-92F5-6E303B159EEF}" type="pres">
      <dgm:prSet presAssocID="{117E7D53-DF51-4F2D-8923-F6B446889688}" presName="childNode" presStyleLbl="node1" presStyleIdx="12" presStyleCnt="1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4015867A-A375-47F1-85AB-A6B405770C71}" srcId="{35C84B44-4432-4A4C-85B2-03FFD0DBB18F}" destId="{1F821B42-3D4D-4C52-B6EC-59E94AEFAF22}" srcOrd="7" destOrd="0" parTransId="{9B386517-7B86-4C59-ADA4-F7EDC8E078F5}" sibTransId="{AEDA58D8-59C0-4FCC-9F68-081E49A2BDD1}"/>
    <dgm:cxn modelId="{1801B9A9-3800-40E7-A0F1-183200B69506}" srcId="{35C84B44-4432-4A4C-85B2-03FFD0DBB18F}" destId="{6BD06F8C-8EB0-4C69-B06F-96E749DE23B8}" srcOrd="0" destOrd="0" parTransId="{3FDFB373-35A3-4A14-B6D4-05821E7FA02A}" sibTransId="{8C3D2FB1-C12C-4A42-A028-5B1CA562F3EB}"/>
    <dgm:cxn modelId="{0D135F50-ABBD-4BF9-BFE1-9A3A82D93DAF}" type="presOf" srcId="{1D3F33A9-2E7E-4812-80BF-C871EE915CE8}" destId="{368CD6A1-D93F-4F91-AE0D-B005B9C830B2}" srcOrd="1" destOrd="0" presId="urn:microsoft.com/office/officeart/2005/8/layout/lProcess2"/>
    <dgm:cxn modelId="{AD8EB00D-92B5-4844-AAF1-BFB2D6459EFA}" srcId="{35C84B44-4432-4A4C-85B2-03FFD0DBB18F}" destId="{FD3FF8CE-FC26-415F-9A62-13B4AC01728F}" srcOrd="4" destOrd="0" parTransId="{92C9F379-C4F3-4EBB-8BC2-77D9FB94B45E}" sibTransId="{77CEC065-CF24-4B9A-8DE1-384F03A71955}"/>
    <dgm:cxn modelId="{7F3187B5-8AAE-483C-9587-994305E3B2C8}" type="presOf" srcId="{117E7D53-DF51-4F2D-8923-F6B446889688}" destId="{43B75260-E6EE-410A-92F5-6E303B159EEF}" srcOrd="0" destOrd="0" presId="urn:microsoft.com/office/officeart/2005/8/layout/lProcess2"/>
    <dgm:cxn modelId="{8670C574-203A-4C50-BEC2-EB056A850270}" type="presOf" srcId="{35C84B44-4432-4A4C-85B2-03FFD0DBB18F}" destId="{FD8B13B1-4010-4858-8D41-AE756A1EE9DF}" srcOrd="0" destOrd="0" presId="urn:microsoft.com/office/officeart/2005/8/layout/lProcess2"/>
    <dgm:cxn modelId="{4D4B6D93-2DBE-49B4-BE21-1DD89B6230B0}" srcId="{35C84B44-4432-4A4C-85B2-03FFD0DBB18F}" destId="{A8091273-8C44-4141-A826-43C9298F8B04}" srcOrd="5" destOrd="0" parTransId="{9A485FA6-B2B8-496C-BE30-7FD2B5C1E1BC}" sibTransId="{EA4D4ED1-CC9A-4B4A-8535-7CBF032EAC1D}"/>
    <dgm:cxn modelId="{E145AF22-021F-4BE3-A388-C3B234B0FC60}" srcId="{5E48DFD0-E9A4-401D-AF2E-FEFF1029D8E4}" destId="{35C84B44-4432-4A4C-85B2-03FFD0DBB18F}" srcOrd="0" destOrd="0" parTransId="{09767958-CA98-4A91-9CD6-7F637F014AFD}" sibTransId="{3C315382-36AB-418A-926C-86FD6EA477B8}"/>
    <dgm:cxn modelId="{2AC67575-D727-4550-B5D4-E7D7FB545BDF}" type="presOf" srcId="{7C7ECD43-5A0F-4A9C-BED1-F835843157F2}" destId="{67474DEC-2024-40A0-8C55-2387A79C2309}" srcOrd="0" destOrd="0" presId="urn:microsoft.com/office/officeart/2005/8/layout/lProcess2"/>
    <dgm:cxn modelId="{B6F8E798-3247-4768-9BE2-66867D608733}" type="presOf" srcId="{1F821B42-3D4D-4C52-B6EC-59E94AEFAF22}" destId="{881DD800-FE8F-4F3C-957D-91C0AE925A8F}" srcOrd="0" destOrd="0" presId="urn:microsoft.com/office/officeart/2005/8/layout/lProcess2"/>
    <dgm:cxn modelId="{F28C23AA-1265-4B29-986E-558D87E326ED}" type="presOf" srcId="{DDEE2616-AF6B-4A3D-A5D3-7478442EE9C9}" destId="{FB4AD9BD-7EAC-4935-A24A-ECFED7FF224A}" srcOrd="0" destOrd="0" presId="urn:microsoft.com/office/officeart/2005/8/layout/lProcess2"/>
    <dgm:cxn modelId="{D0F05D82-77AC-426C-8E2A-89CFF161478A}" type="presOf" srcId="{FD3FF8CE-FC26-415F-9A62-13B4AC01728F}" destId="{D02B9A2D-7E11-4553-A287-08B7C19C1C14}" srcOrd="0" destOrd="0" presId="urn:microsoft.com/office/officeart/2005/8/layout/lProcess2"/>
    <dgm:cxn modelId="{78C443A6-5255-4D8F-8327-229560707AAD}" srcId="{5E48DFD0-E9A4-401D-AF2E-FEFF1029D8E4}" destId="{1D3F33A9-2E7E-4812-80BF-C871EE915CE8}" srcOrd="1" destOrd="0" parTransId="{FF55E64D-FC18-45CC-9FEA-63485EEE11BB}" sibTransId="{731714A7-0CB6-4744-A77A-2425FE6392D6}"/>
    <dgm:cxn modelId="{FB966C67-632F-4F50-9A63-0EE9D563604D}" srcId="{1D3F33A9-2E7E-4812-80BF-C871EE915CE8}" destId="{437D2507-0058-4FB5-B138-0D7B8BD0EF6C}" srcOrd="0" destOrd="0" parTransId="{45910A7B-BCCB-4026-8148-D1B9087FB21D}" sibTransId="{68479C92-B6D5-4F2B-BB3B-4D57940173B5}"/>
    <dgm:cxn modelId="{B5067487-7005-4576-AEBC-ACC3B002C855}" srcId="{35C84B44-4432-4A4C-85B2-03FFD0DBB18F}" destId="{3CD103E0-C7C3-4823-AD25-4042805018AB}" srcOrd="1" destOrd="0" parTransId="{280B5AAF-8E1A-48DC-B07C-A0E85FD3A5D3}" sibTransId="{10E34ADB-B037-4693-B52C-C938D824AF8A}"/>
    <dgm:cxn modelId="{5EB03661-DEEB-43C6-AB0D-1FC6AE8B7E34}" type="presOf" srcId="{35C84B44-4432-4A4C-85B2-03FFD0DBB18F}" destId="{5C66CC51-85E2-4283-AD7E-177ACEB96501}" srcOrd="1" destOrd="0" presId="urn:microsoft.com/office/officeart/2005/8/layout/lProcess2"/>
    <dgm:cxn modelId="{192E44C8-CE0F-4CAD-AFD2-E3FE56B4C9D6}" srcId="{35C84B44-4432-4A4C-85B2-03FFD0DBB18F}" destId="{7C140EDB-063D-4103-B606-40F4CB6D2E1F}" srcOrd="6" destOrd="0" parTransId="{02AB3D1E-C457-45C8-B576-BA7C7C02F524}" sibTransId="{48CBEB9F-2392-4A87-84CF-83D9AAA3D0CF}"/>
    <dgm:cxn modelId="{E8279D99-8EDD-4677-AE7E-6FFD96FA5E70}" srcId="{1D3F33A9-2E7E-4812-80BF-C871EE915CE8}" destId="{DDEE2616-AF6B-4A3D-A5D3-7478442EE9C9}" srcOrd="1" destOrd="0" parTransId="{CAE87ACE-E1FE-47CC-8875-6F6BB7865062}" sibTransId="{61A3FE93-E2E8-49CB-A471-C8844EB37889}"/>
    <dgm:cxn modelId="{EA45628F-225C-484C-8C40-36B565727718}" type="presOf" srcId="{F9FC105F-B0F9-4438-8CC6-4114B3F9D8FF}" destId="{B9256C69-EFE9-4201-8257-C092D635A2A9}" srcOrd="0" destOrd="0" presId="urn:microsoft.com/office/officeart/2005/8/layout/lProcess2"/>
    <dgm:cxn modelId="{A418DF1F-79F0-4AFE-84B9-7CB8916917BB}" srcId="{1D3F33A9-2E7E-4812-80BF-C871EE915CE8}" destId="{F5F4BD01-8B59-49D3-A11F-A383DA330541}" srcOrd="3" destOrd="0" parTransId="{690182C6-9745-4A14-B64E-DCAFD74B0A33}" sibTransId="{AED4767A-155A-483C-BECA-54852A1B35D6}"/>
    <dgm:cxn modelId="{7C85DCF0-D2FE-4ED4-A93F-977F9C4DDD41}" type="presOf" srcId="{6BD06F8C-8EB0-4C69-B06F-96E749DE23B8}" destId="{54FE0EB9-755B-4296-A8B7-F5EC940ADAD9}" srcOrd="0" destOrd="0" presId="urn:microsoft.com/office/officeart/2005/8/layout/lProcess2"/>
    <dgm:cxn modelId="{553F589A-90EA-4160-97BD-73B0C86ED607}" srcId="{1D3F33A9-2E7E-4812-80BF-C871EE915CE8}" destId="{0464B2DE-0584-4F0A-99C9-A923AAD66947}" srcOrd="2" destOrd="0" parTransId="{3D9FA678-6341-4C8E-9AD7-7F67AEF5442F}" sibTransId="{79D2C199-8501-4F5F-B44D-AC295A5F1AB9}"/>
    <dgm:cxn modelId="{D726D86F-649A-43F5-9053-9AA8243CE815}" srcId="{35C84B44-4432-4A4C-85B2-03FFD0DBB18F}" destId="{7C7ECD43-5A0F-4A9C-BED1-F835843157F2}" srcOrd="2" destOrd="0" parTransId="{BEC9AE88-30B7-4AA9-9DCC-4791B50801E5}" sibTransId="{E0F8C910-F397-45EE-8E51-0D3CE4E63392}"/>
    <dgm:cxn modelId="{97FB1543-1756-4364-8ABA-509CD6A6D32E}" type="presOf" srcId="{F5F4BD01-8B59-49D3-A11F-A383DA330541}" destId="{7F67E7DA-AE3C-4800-A1CD-BE4440489535}" srcOrd="0" destOrd="0" presId="urn:microsoft.com/office/officeart/2005/8/layout/lProcess2"/>
    <dgm:cxn modelId="{60E1205F-40C5-4925-BA77-6BC2127778FF}" type="presOf" srcId="{A8091273-8C44-4141-A826-43C9298F8B04}" destId="{D9CD33EE-F1E7-4E70-A0BD-557DF168865A}" srcOrd="0" destOrd="0" presId="urn:microsoft.com/office/officeart/2005/8/layout/lProcess2"/>
    <dgm:cxn modelId="{EEBF6DE0-B78D-4369-8B10-E1BAA45CD709}" type="presOf" srcId="{0464B2DE-0584-4F0A-99C9-A923AAD66947}" destId="{2C07AB78-1A5F-4D9C-83CD-F55C2EA9A9F9}" srcOrd="0" destOrd="0" presId="urn:microsoft.com/office/officeart/2005/8/layout/lProcess2"/>
    <dgm:cxn modelId="{420EA8F4-C1E1-4657-AF53-C82213117CD4}" type="presOf" srcId="{7C140EDB-063D-4103-B606-40F4CB6D2E1F}" destId="{56FB1D1E-A29A-42C5-B85F-383D79006AEE}" srcOrd="0" destOrd="0" presId="urn:microsoft.com/office/officeart/2005/8/layout/lProcess2"/>
    <dgm:cxn modelId="{354E07CC-CF6C-45B5-977B-95A048CAB305}" type="presOf" srcId="{5E48DFD0-E9A4-401D-AF2E-FEFF1029D8E4}" destId="{94858E96-7A3F-4633-B73F-5D741C538AB5}" srcOrd="0" destOrd="0" presId="urn:microsoft.com/office/officeart/2005/8/layout/lProcess2"/>
    <dgm:cxn modelId="{249D2827-420D-42C7-833C-3725F2EB8371}" type="presOf" srcId="{437D2507-0058-4FB5-B138-0D7B8BD0EF6C}" destId="{0E3F9D70-1BC7-4C91-9B43-B35256CF2DEA}" srcOrd="0" destOrd="0" presId="urn:microsoft.com/office/officeart/2005/8/layout/lProcess2"/>
    <dgm:cxn modelId="{C5D2E17D-1A07-4A90-AB14-6519A630B336}" type="presOf" srcId="{3CD103E0-C7C3-4823-AD25-4042805018AB}" destId="{43D47951-26B0-41D8-B605-507A09B39FA8}" srcOrd="0" destOrd="0" presId="urn:microsoft.com/office/officeart/2005/8/layout/lProcess2"/>
    <dgm:cxn modelId="{8C4609DB-BE1A-492C-8C32-E8879AD98F2E}" srcId="{35C84B44-4432-4A4C-85B2-03FFD0DBB18F}" destId="{F9FC105F-B0F9-4438-8CC6-4114B3F9D8FF}" srcOrd="3" destOrd="0" parTransId="{36F5E58D-A7DF-45A6-81BD-7194DB0C952F}" sibTransId="{9A5804D1-2968-410B-94A6-D94A0D60E792}"/>
    <dgm:cxn modelId="{178E2884-26B7-4F1D-80FA-B59C8AEFE694}" type="presOf" srcId="{1D3F33A9-2E7E-4812-80BF-C871EE915CE8}" destId="{A7F4796F-21D2-487F-9852-BE7AB9C55912}" srcOrd="0" destOrd="0" presId="urn:microsoft.com/office/officeart/2005/8/layout/lProcess2"/>
    <dgm:cxn modelId="{811AFBAA-E58C-4099-ADB5-CE01CF739C55}" srcId="{1D3F33A9-2E7E-4812-80BF-C871EE915CE8}" destId="{117E7D53-DF51-4F2D-8923-F6B446889688}" srcOrd="4" destOrd="0" parTransId="{75671B73-520C-48CD-A4A5-A65C4FB05490}" sibTransId="{E6C6BDB4-14D0-4EF0-B513-BCD576D7574B}"/>
    <dgm:cxn modelId="{13B5730B-CAD0-4ED0-8ACC-7BC2B75B515F}" type="presParOf" srcId="{94858E96-7A3F-4633-B73F-5D741C538AB5}" destId="{B57A7D8D-4CF7-417B-A1DA-2A176CE0A1AA}" srcOrd="0" destOrd="0" presId="urn:microsoft.com/office/officeart/2005/8/layout/lProcess2"/>
    <dgm:cxn modelId="{2CA7E487-D3D7-4049-BA3B-90EF0DBB27A6}" type="presParOf" srcId="{B57A7D8D-4CF7-417B-A1DA-2A176CE0A1AA}" destId="{FD8B13B1-4010-4858-8D41-AE756A1EE9DF}" srcOrd="0" destOrd="0" presId="urn:microsoft.com/office/officeart/2005/8/layout/lProcess2"/>
    <dgm:cxn modelId="{EF1FEBF6-BE36-4EAD-882C-4917D682A779}" type="presParOf" srcId="{B57A7D8D-4CF7-417B-A1DA-2A176CE0A1AA}" destId="{5C66CC51-85E2-4283-AD7E-177ACEB96501}" srcOrd="1" destOrd="0" presId="urn:microsoft.com/office/officeart/2005/8/layout/lProcess2"/>
    <dgm:cxn modelId="{219E2FEA-EFF1-4A05-A316-BB1E67716876}" type="presParOf" srcId="{B57A7D8D-4CF7-417B-A1DA-2A176CE0A1AA}" destId="{6BA67DF6-BF10-4F92-ADEE-7A14E9116EC7}" srcOrd="2" destOrd="0" presId="urn:microsoft.com/office/officeart/2005/8/layout/lProcess2"/>
    <dgm:cxn modelId="{2CC2BC22-A373-4D1F-8249-3C3A317E6947}" type="presParOf" srcId="{6BA67DF6-BF10-4F92-ADEE-7A14E9116EC7}" destId="{4A4C8CAE-D2BC-4CD7-90DC-A8EE079508E5}" srcOrd="0" destOrd="0" presId="urn:microsoft.com/office/officeart/2005/8/layout/lProcess2"/>
    <dgm:cxn modelId="{60316399-A6F3-4DA3-959D-76215F79818A}" type="presParOf" srcId="{4A4C8CAE-D2BC-4CD7-90DC-A8EE079508E5}" destId="{54FE0EB9-755B-4296-A8B7-F5EC940ADAD9}" srcOrd="0" destOrd="0" presId="urn:microsoft.com/office/officeart/2005/8/layout/lProcess2"/>
    <dgm:cxn modelId="{73069CB3-9981-486E-B73B-A5AA17F32B1B}" type="presParOf" srcId="{4A4C8CAE-D2BC-4CD7-90DC-A8EE079508E5}" destId="{C4C85FB6-A4E1-4D25-834D-359BC8D87EC9}" srcOrd="1" destOrd="0" presId="urn:microsoft.com/office/officeart/2005/8/layout/lProcess2"/>
    <dgm:cxn modelId="{D031411F-FDA6-43CF-B58C-162936A7AEC0}" type="presParOf" srcId="{4A4C8CAE-D2BC-4CD7-90DC-A8EE079508E5}" destId="{43D47951-26B0-41D8-B605-507A09B39FA8}" srcOrd="2" destOrd="0" presId="urn:microsoft.com/office/officeart/2005/8/layout/lProcess2"/>
    <dgm:cxn modelId="{87032AFE-BB8A-4C6B-AED5-D019DF67AC53}" type="presParOf" srcId="{4A4C8CAE-D2BC-4CD7-90DC-A8EE079508E5}" destId="{BCEE1F19-660A-4B2E-A4B8-EF4187B07F3E}" srcOrd="3" destOrd="0" presId="urn:microsoft.com/office/officeart/2005/8/layout/lProcess2"/>
    <dgm:cxn modelId="{FF9D9374-6702-4B11-8D09-157E735527BF}" type="presParOf" srcId="{4A4C8CAE-D2BC-4CD7-90DC-A8EE079508E5}" destId="{67474DEC-2024-40A0-8C55-2387A79C2309}" srcOrd="4" destOrd="0" presId="urn:microsoft.com/office/officeart/2005/8/layout/lProcess2"/>
    <dgm:cxn modelId="{B7F198BA-F0FD-4672-B8D2-3C29095C818E}" type="presParOf" srcId="{4A4C8CAE-D2BC-4CD7-90DC-A8EE079508E5}" destId="{A05017C3-168B-478E-82AA-8E5B85E2F863}" srcOrd="5" destOrd="0" presId="urn:microsoft.com/office/officeart/2005/8/layout/lProcess2"/>
    <dgm:cxn modelId="{B640F42B-7579-4491-8D81-C86F2FB18DF0}" type="presParOf" srcId="{4A4C8CAE-D2BC-4CD7-90DC-A8EE079508E5}" destId="{B9256C69-EFE9-4201-8257-C092D635A2A9}" srcOrd="6" destOrd="0" presId="urn:microsoft.com/office/officeart/2005/8/layout/lProcess2"/>
    <dgm:cxn modelId="{05F6F1C2-C6D1-4B61-B069-6DEC97E50DA2}" type="presParOf" srcId="{4A4C8CAE-D2BC-4CD7-90DC-A8EE079508E5}" destId="{6F479BFA-8BCC-4E8A-B17B-EE946A9D12D1}" srcOrd="7" destOrd="0" presId="urn:microsoft.com/office/officeart/2005/8/layout/lProcess2"/>
    <dgm:cxn modelId="{2402C7B5-5C5D-4594-B77A-5EBBFA94EDB9}" type="presParOf" srcId="{4A4C8CAE-D2BC-4CD7-90DC-A8EE079508E5}" destId="{D02B9A2D-7E11-4553-A287-08B7C19C1C14}" srcOrd="8" destOrd="0" presId="urn:microsoft.com/office/officeart/2005/8/layout/lProcess2"/>
    <dgm:cxn modelId="{41223400-D039-432C-9623-BEFC1602AED4}" type="presParOf" srcId="{4A4C8CAE-D2BC-4CD7-90DC-A8EE079508E5}" destId="{34C665A9-238F-4DAD-89C1-858228DB1373}" srcOrd="9" destOrd="0" presId="urn:microsoft.com/office/officeart/2005/8/layout/lProcess2"/>
    <dgm:cxn modelId="{594587B5-294A-4B63-98B3-6A8263AE836B}" type="presParOf" srcId="{4A4C8CAE-D2BC-4CD7-90DC-A8EE079508E5}" destId="{D9CD33EE-F1E7-4E70-A0BD-557DF168865A}" srcOrd="10" destOrd="0" presId="urn:microsoft.com/office/officeart/2005/8/layout/lProcess2"/>
    <dgm:cxn modelId="{1299C99D-E48D-47E6-A128-9CFF3F1EEC8C}" type="presParOf" srcId="{4A4C8CAE-D2BC-4CD7-90DC-A8EE079508E5}" destId="{8B4EF62C-6517-4D2C-84E6-A2C02AA7B052}" srcOrd="11" destOrd="0" presId="urn:microsoft.com/office/officeart/2005/8/layout/lProcess2"/>
    <dgm:cxn modelId="{A327B12B-8ECE-46BA-89F9-F332A90D2C00}" type="presParOf" srcId="{4A4C8CAE-D2BC-4CD7-90DC-A8EE079508E5}" destId="{56FB1D1E-A29A-42C5-B85F-383D79006AEE}" srcOrd="12" destOrd="0" presId="urn:microsoft.com/office/officeart/2005/8/layout/lProcess2"/>
    <dgm:cxn modelId="{3856D379-1FC7-4235-A5BF-1E2407124B66}" type="presParOf" srcId="{4A4C8CAE-D2BC-4CD7-90DC-A8EE079508E5}" destId="{2AF403B6-67DF-47F8-A98D-F7153B3B864E}" srcOrd="13" destOrd="0" presId="urn:microsoft.com/office/officeart/2005/8/layout/lProcess2"/>
    <dgm:cxn modelId="{6702CEC8-4B9B-4CFD-A8A4-C03658A55F99}" type="presParOf" srcId="{4A4C8CAE-D2BC-4CD7-90DC-A8EE079508E5}" destId="{881DD800-FE8F-4F3C-957D-91C0AE925A8F}" srcOrd="14" destOrd="0" presId="urn:microsoft.com/office/officeart/2005/8/layout/lProcess2"/>
    <dgm:cxn modelId="{A39CEB14-CAF4-4CB4-9798-A936399B8255}" type="presParOf" srcId="{94858E96-7A3F-4633-B73F-5D741C538AB5}" destId="{45E7F15C-6E4D-4D58-85F4-2A3BD3A34DB8}" srcOrd="1" destOrd="0" presId="urn:microsoft.com/office/officeart/2005/8/layout/lProcess2"/>
    <dgm:cxn modelId="{14474765-C300-48E5-B2B4-7DA4EB2E1E62}" type="presParOf" srcId="{94858E96-7A3F-4633-B73F-5D741C538AB5}" destId="{455EB9F2-B79D-4B65-84A1-A695AFA33B87}" srcOrd="2" destOrd="0" presId="urn:microsoft.com/office/officeart/2005/8/layout/lProcess2"/>
    <dgm:cxn modelId="{E56E6824-3F3A-4C54-A422-3EF71EB158EF}" type="presParOf" srcId="{455EB9F2-B79D-4B65-84A1-A695AFA33B87}" destId="{A7F4796F-21D2-487F-9852-BE7AB9C55912}" srcOrd="0" destOrd="0" presId="urn:microsoft.com/office/officeart/2005/8/layout/lProcess2"/>
    <dgm:cxn modelId="{B079C1DB-8881-4014-8D06-D81DFEBD2039}" type="presParOf" srcId="{455EB9F2-B79D-4B65-84A1-A695AFA33B87}" destId="{368CD6A1-D93F-4F91-AE0D-B005B9C830B2}" srcOrd="1" destOrd="0" presId="urn:microsoft.com/office/officeart/2005/8/layout/lProcess2"/>
    <dgm:cxn modelId="{2A6A7597-6F0E-4E03-99CE-3880246579A7}" type="presParOf" srcId="{455EB9F2-B79D-4B65-84A1-A695AFA33B87}" destId="{719CED8D-6919-41C0-BD1D-73F7539C2CE0}" srcOrd="2" destOrd="0" presId="urn:microsoft.com/office/officeart/2005/8/layout/lProcess2"/>
    <dgm:cxn modelId="{BC00C1A2-193F-4CBF-B509-16831997A546}" type="presParOf" srcId="{719CED8D-6919-41C0-BD1D-73F7539C2CE0}" destId="{A9481FD2-207F-476E-97CE-0A429C61D201}" srcOrd="0" destOrd="0" presId="urn:microsoft.com/office/officeart/2005/8/layout/lProcess2"/>
    <dgm:cxn modelId="{00BA04D3-1A46-4B0C-8C33-306C8FBE7E9D}" type="presParOf" srcId="{A9481FD2-207F-476E-97CE-0A429C61D201}" destId="{0E3F9D70-1BC7-4C91-9B43-B35256CF2DEA}" srcOrd="0" destOrd="0" presId="urn:microsoft.com/office/officeart/2005/8/layout/lProcess2"/>
    <dgm:cxn modelId="{D292460D-247E-4F01-973E-E7E61FC440E1}" type="presParOf" srcId="{A9481FD2-207F-476E-97CE-0A429C61D201}" destId="{05E09F7A-B361-432C-BDEF-F9B0377E95D4}" srcOrd="1" destOrd="0" presId="urn:microsoft.com/office/officeart/2005/8/layout/lProcess2"/>
    <dgm:cxn modelId="{22AF5DCA-261A-46D5-802E-972C60102AEC}" type="presParOf" srcId="{A9481FD2-207F-476E-97CE-0A429C61D201}" destId="{FB4AD9BD-7EAC-4935-A24A-ECFED7FF224A}" srcOrd="2" destOrd="0" presId="urn:microsoft.com/office/officeart/2005/8/layout/lProcess2"/>
    <dgm:cxn modelId="{80623630-2CD8-4FA8-A678-9DC3D822A218}" type="presParOf" srcId="{A9481FD2-207F-476E-97CE-0A429C61D201}" destId="{804FF800-848A-471A-9ADC-7D15B80E9479}" srcOrd="3" destOrd="0" presId="urn:microsoft.com/office/officeart/2005/8/layout/lProcess2"/>
    <dgm:cxn modelId="{E5B558CE-829A-409C-AD88-EFDAE44A84E4}" type="presParOf" srcId="{A9481FD2-207F-476E-97CE-0A429C61D201}" destId="{2C07AB78-1A5F-4D9C-83CD-F55C2EA9A9F9}" srcOrd="4" destOrd="0" presId="urn:microsoft.com/office/officeart/2005/8/layout/lProcess2"/>
    <dgm:cxn modelId="{C7704D30-5214-4A8E-B1EA-AFE2148A81A0}" type="presParOf" srcId="{A9481FD2-207F-476E-97CE-0A429C61D201}" destId="{5D4A16CB-CE89-4AC3-BCD7-174103D71BCE}" srcOrd="5" destOrd="0" presId="urn:microsoft.com/office/officeart/2005/8/layout/lProcess2"/>
    <dgm:cxn modelId="{F7CA96E9-9437-4C5F-8042-4A6129CB6623}" type="presParOf" srcId="{A9481FD2-207F-476E-97CE-0A429C61D201}" destId="{7F67E7DA-AE3C-4800-A1CD-BE4440489535}" srcOrd="6" destOrd="0" presId="urn:microsoft.com/office/officeart/2005/8/layout/lProcess2"/>
    <dgm:cxn modelId="{6D1377DE-527A-4D0E-946F-9C4F79571B20}" type="presParOf" srcId="{A9481FD2-207F-476E-97CE-0A429C61D201}" destId="{36348A96-87FE-48D7-9DA9-E7AA537B810B}" srcOrd="7" destOrd="0" presId="urn:microsoft.com/office/officeart/2005/8/layout/lProcess2"/>
    <dgm:cxn modelId="{AB269B88-298C-40A7-81A8-9D5EDC29192A}" type="presParOf" srcId="{A9481FD2-207F-476E-97CE-0A429C61D201}" destId="{43B75260-E6EE-410A-92F5-6E303B159EEF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43A137-D1E2-4D2D-8155-0F529B60987D}" type="doc">
      <dgm:prSet loTypeId="urn:microsoft.com/office/officeart/2005/8/layout/radial5" loCatId="cycle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6198CBD6-5DE1-49BC-9628-774EB9564CE7}">
      <dgm:prSet phldrT="[Metin]"/>
      <dgm:spPr/>
      <dgm:t>
        <a:bodyPr/>
        <a:lstStyle/>
        <a:p>
          <a:r>
            <a:rPr lang="tr-TR" dirty="0" smtClean="0"/>
            <a:t>Zararlı Yazılımlar (</a:t>
          </a:r>
          <a:r>
            <a:rPr lang="tr-TR" dirty="0" err="1" smtClean="0"/>
            <a:t>Malware</a:t>
          </a:r>
          <a:r>
            <a:rPr lang="tr-TR" dirty="0" smtClean="0"/>
            <a:t>)</a:t>
          </a:r>
          <a:endParaRPr lang="tr-TR" dirty="0"/>
        </a:p>
      </dgm:t>
    </dgm:pt>
    <dgm:pt modelId="{F6C28C75-C688-49CF-B80D-3D571A741E0D}" type="parTrans" cxnId="{33048A4D-355E-4253-8020-FC54DADDE8E7}">
      <dgm:prSet/>
      <dgm:spPr/>
      <dgm:t>
        <a:bodyPr/>
        <a:lstStyle/>
        <a:p>
          <a:endParaRPr lang="tr-TR"/>
        </a:p>
      </dgm:t>
    </dgm:pt>
    <dgm:pt modelId="{44E5B995-3424-40F8-B67D-61E73056BA74}" type="sibTrans" cxnId="{33048A4D-355E-4253-8020-FC54DADDE8E7}">
      <dgm:prSet/>
      <dgm:spPr/>
      <dgm:t>
        <a:bodyPr/>
        <a:lstStyle/>
        <a:p>
          <a:endParaRPr lang="tr-TR"/>
        </a:p>
      </dgm:t>
    </dgm:pt>
    <dgm:pt modelId="{99FA2D43-E38A-4289-81F8-BE9286E2B4EC}">
      <dgm:prSet phldrT="[Metin]"/>
      <dgm:spPr/>
      <dgm:t>
        <a:bodyPr/>
        <a:lstStyle/>
        <a:p>
          <a:r>
            <a:rPr lang="tr-TR" dirty="0" smtClean="0"/>
            <a:t>Virüsler</a:t>
          </a:r>
          <a:endParaRPr lang="tr-TR" dirty="0"/>
        </a:p>
      </dgm:t>
    </dgm:pt>
    <dgm:pt modelId="{2509CA5F-E7B5-4E46-80DF-7F1DA3ADA8BF}" type="parTrans" cxnId="{56586364-BABA-4AEE-8D7C-62D70532BB96}">
      <dgm:prSet/>
      <dgm:spPr/>
      <dgm:t>
        <a:bodyPr/>
        <a:lstStyle/>
        <a:p>
          <a:endParaRPr lang="tr-TR"/>
        </a:p>
      </dgm:t>
    </dgm:pt>
    <dgm:pt modelId="{E6980A5E-DB7A-4ADC-817F-10EE4D16C465}" type="sibTrans" cxnId="{56586364-BABA-4AEE-8D7C-62D70532BB96}">
      <dgm:prSet/>
      <dgm:spPr/>
      <dgm:t>
        <a:bodyPr/>
        <a:lstStyle/>
        <a:p>
          <a:endParaRPr lang="tr-TR"/>
        </a:p>
      </dgm:t>
    </dgm:pt>
    <dgm:pt modelId="{9ECCBF78-FC2B-4AEB-A364-31BE5F329763}">
      <dgm:prSet phldrT="[Metin]"/>
      <dgm:spPr/>
      <dgm:t>
        <a:bodyPr/>
        <a:lstStyle/>
        <a:p>
          <a:r>
            <a:rPr lang="tr-TR" dirty="0" smtClean="0"/>
            <a:t>Truva Atları</a:t>
          </a:r>
          <a:endParaRPr lang="tr-TR" dirty="0"/>
        </a:p>
      </dgm:t>
    </dgm:pt>
    <dgm:pt modelId="{9CAB7DAB-E5EF-4419-B632-55EB341E932A}" type="parTrans" cxnId="{E174DC8E-0AF3-40D4-872A-D17C81731662}">
      <dgm:prSet/>
      <dgm:spPr/>
      <dgm:t>
        <a:bodyPr/>
        <a:lstStyle/>
        <a:p>
          <a:endParaRPr lang="tr-TR"/>
        </a:p>
      </dgm:t>
    </dgm:pt>
    <dgm:pt modelId="{35054131-A6C4-4860-9653-0F1B1022818B}" type="sibTrans" cxnId="{E174DC8E-0AF3-40D4-872A-D17C81731662}">
      <dgm:prSet/>
      <dgm:spPr/>
      <dgm:t>
        <a:bodyPr/>
        <a:lstStyle/>
        <a:p>
          <a:endParaRPr lang="tr-TR"/>
        </a:p>
      </dgm:t>
    </dgm:pt>
    <dgm:pt modelId="{1FC67EE7-593C-4572-8945-97EDCA4FE861}">
      <dgm:prSet phldrT="[Metin]"/>
      <dgm:spPr/>
      <dgm:t>
        <a:bodyPr/>
        <a:lstStyle/>
        <a:p>
          <a:r>
            <a:rPr lang="tr-TR" dirty="0" smtClean="0"/>
            <a:t>Casus Yazılımlar</a:t>
          </a:r>
          <a:endParaRPr lang="tr-TR" dirty="0"/>
        </a:p>
      </dgm:t>
    </dgm:pt>
    <dgm:pt modelId="{9A21F01E-0AE7-41EC-9675-D1E9124AB4B0}" type="parTrans" cxnId="{A6015529-8D60-4FC2-8F6B-0614D6042CAB}">
      <dgm:prSet/>
      <dgm:spPr/>
      <dgm:t>
        <a:bodyPr/>
        <a:lstStyle/>
        <a:p>
          <a:endParaRPr lang="tr-TR"/>
        </a:p>
      </dgm:t>
    </dgm:pt>
    <dgm:pt modelId="{8511CA72-DFE7-464A-AA8B-A4B1297068E7}" type="sibTrans" cxnId="{A6015529-8D60-4FC2-8F6B-0614D6042CAB}">
      <dgm:prSet/>
      <dgm:spPr/>
      <dgm:t>
        <a:bodyPr/>
        <a:lstStyle/>
        <a:p>
          <a:endParaRPr lang="tr-TR"/>
        </a:p>
      </dgm:t>
    </dgm:pt>
    <dgm:pt modelId="{85758D55-082F-4CAF-8D55-71735FB265A1}">
      <dgm:prSet phldrT="[Metin]"/>
      <dgm:spPr/>
      <dgm:t>
        <a:bodyPr/>
        <a:lstStyle/>
        <a:p>
          <a:r>
            <a:rPr lang="tr-TR" dirty="0" err="1" smtClean="0"/>
            <a:t>Rootkitler</a:t>
          </a:r>
          <a:endParaRPr lang="tr-TR" dirty="0"/>
        </a:p>
      </dgm:t>
    </dgm:pt>
    <dgm:pt modelId="{1BA98EAA-D544-46BA-B24E-B58B436CD8A1}" type="parTrans" cxnId="{D0C6AC58-BC97-4300-B4C3-AE2A40190300}">
      <dgm:prSet/>
      <dgm:spPr/>
      <dgm:t>
        <a:bodyPr/>
        <a:lstStyle/>
        <a:p>
          <a:endParaRPr lang="tr-TR"/>
        </a:p>
      </dgm:t>
    </dgm:pt>
    <dgm:pt modelId="{8FDA4AA8-56F2-4AB6-B319-09A370A304FC}" type="sibTrans" cxnId="{D0C6AC58-BC97-4300-B4C3-AE2A40190300}">
      <dgm:prSet/>
      <dgm:spPr/>
      <dgm:t>
        <a:bodyPr/>
        <a:lstStyle/>
        <a:p>
          <a:endParaRPr lang="tr-TR"/>
        </a:p>
      </dgm:t>
    </dgm:pt>
    <dgm:pt modelId="{03D5FBB4-2EE3-4471-B15D-DC666BBC8B90}">
      <dgm:prSet phldrT="[Metin]"/>
      <dgm:spPr/>
      <dgm:t>
        <a:bodyPr/>
        <a:lstStyle/>
        <a:p>
          <a:r>
            <a:rPr lang="tr-TR" dirty="0" smtClean="0"/>
            <a:t>Solucanlar</a:t>
          </a:r>
          <a:endParaRPr lang="tr-TR" dirty="0"/>
        </a:p>
      </dgm:t>
    </dgm:pt>
    <dgm:pt modelId="{FC98D382-0C9B-4176-8CAD-3BE0B06550C3}" type="parTrans" cxnId="{9CA66829-4FDF-471F-AF87-F7281520B439}">
      <dgm:prSet/>
      <dgm:spPr/>
      <dgm:t>
        <a:bodyPr/>
        <a:lstStyle/>
        <a:p>
          <a:endParaRPr lang="tr-TR"/>
        </a:p>
      </dgm:t>
    </dgm:pt>
    <dgm:pt modelId="{C9391EEF-FAA3-4ABC-94B5-499B802CE675}" type="sibTrans" cxnId="{9CA66829-4FDF-471F-AF87-F7281520B439}">
      <dgm:prSet/>
      <dgm:spPr/>
      <dgm:t>
        <a:bodyPr/>
        <a:lstStyle/>
        <a:p>
          <a:endParaRPr lang="tr-TR"/>
        </a:p>
      </dgm:t>
    </dgm:pt>
    <dgm:pt modelId="{2C4BFE7F-2A15-42B2-8B0B-FD4EFDAE4212}" type="pres">
      <dgm:prSet presAssocID="{5B43A137-D1E2-4D2D-8155-0F529B60987D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C4AEC1A7-A8F3-4DDA-8EE5-DDFAAB8E4438}" type="pres">
      <dgm:prSet presAssocID="{6198CBD6-5DE1-49BC-9628-774EB9564CE7}" presName="centerShape" presStyleLbl="node0" presStyleIdx="0" presStyleCnt="1"/>
      <dgm:spPr/>
      <dgm:t>
        <a:bodyPr/>
        <a:lstStyle/>
        <a:p>
          <a:endParaRPr lang="tr-TR"/>
        </a:p>
      </dgm:t>
    </dgm:pt>
    <dgm:pt modelId="{6AD02B45-D588-42EB-8E6E-F8EFA3B6CC04}" type="pres">
      <dgm:prSet presAssocID="{2509CA5F-E7B5-4E46-80DF-7F1DA3ADA8BF}" presName="parTrans" presStyleLbl="sibTrans2D1" presStyleIdx="0" presStyleCnt="5"/>
      <dgm:spPr/>
      <dgm:t>
        <a:bodyPr/>
        <a:lstStyle/>
        <a:p>
          <a:endParaRPr lang="tr-TR"/>
        </a:p>
      </dgm:t>
    </dgm:pt>
    <dgm:pt modelId="{542F8987-2753-46C9-B7D3-5DBBF71F6605}" type="pres">
      <dgm:prSet presAssocID="{2509CA5F-E7B5-4E46-80DF-7F1DA3ADA8BF}" presName="connectorText" presStyleLbl="sibTrans2D1" presStyleIdx="0" presStyleCnt="5"/>
      <dgm:spPr/>
      <dgm:t>
        <a:bodyPr/>
        <a:lstStyle/>
        <a:p>
          <a:endParaRPr lang="tr-TR"/>
        </a:p>
      </dgm:t>
    </dgm:pt>
    <dgm:pt modelId="{605B5E7C-B5CB-4BCA-9E69-197766640853}" type="pres">
      <dgm:prSet presAssocID="{99FA2D43-E38A-4289-81F8-BE9286E2B4EC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55ADC07A-B9F2-47B9-BD3B-7BEA32263564}" type="pres">
      <dgm:prSet presAssocID="{9CAB7DAB-E5EF-4419-B632-55EB341E932A}" presName="parTrans" presStyleLbl="sibTrans2D1" presStyleIdx="1" presStyleCnt="5"/>
      <dgm:spPr/>
      <dgm:t>
        <a:bodyPr/>
        <a:lstStyle/>
        <a:p>
          <a:endParaRPr lang="tr-TR"/>
        </a:p>
      </dgm:t>
    </dgm:pt>
    <dgm:pt modelId="{38CB08DC-96AE-491A-98DA-9A09209F630C}" type="pres">
      <dgm:prSet presAssocID="{9CAB7DAB-E5EF-4419-B632-55EB341E932A}" presName="connectorText" presStyleLbl="sibTrans2D1" presStyleIdx="1" presStyleCnt="5"/>
      <dgm:spPr/>
      <dgm:t>
        <a:bodyPr/>
        <a:lstStyle/>
        <a:p>
          <a:endParaRPr lang="tr-TR"/>
        </a:p>
      </dgm:t>
    </dgm:pt>
    <dgm:pt modelId="{9FE9E7FC-A89F-43E1-BB12-8BC576B2C22F}" type="pres">
      <dgm:prSet presAssocID="{9ECCBF78-FC2B-4AEB-A364-31BE5F32976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BC8AF6E-3026-4935-9416-1590ACB7BFEE}" type="pres">
      <dgm:prSet presAssocID="{9A21F01E-0AE7-41EC-9675-D1E9124AB4B0}" presName="parTrans" presStyleLbl="sibTrans2D1" presStyleIdx="2" presStyleCnt="5"/>
      <dgm:spPr/>
      <dgm:t>
        <a:bodyPr/>
        <a:lstStyle/>
        <a:p>
          <a:endParaRPr lang="tr-TR"/>
        </a:p>
      </dgm:t>
    </dgm:pt>
    <dgm:pt modelId="{318779C9-29E1-4325-A380-D531CDD4BFC0}" type="pres">
      <dgm:prSet presAssocID="{9A21F01E-0AE7-41EC-9675-D1E9124AB4B0}" presName="connectorText" presStyleLbl="sibTrans2D1" presStyleIdx="2" presStyleCnt="5"/>
      <dgm:spPr/>
      <dgm:t>
        <a:bodyPr/>
        <a:lstStyle/>
        <a:p>
          <a:endParaRPr lang="tr-TR"/>
        </a:p>
      </dgm:t>
    </dgm:pt>
    <dgm:pt modelId="{1495BF1A-FD48-43CC-91D6-334D1EEBC5E5}" type="pres">
      <dgm:prSet presAssocID="{1FC67EE7-593C-4572-8945-97EDCA4FE861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AB808292-98AD-427C-A4A0-9E0D729E81EF}" type="pres">
      <dgm:prSet presAssocID="{1BA98EAA-D544-46BA-B24E-B58B436CD8A1}" presName="parTrans" presStyleLbl="sibTrans2D1" presStyleIdx="3" presStyleCnt="5"/>
      <dgm:spPr/>
      <dgm:t>
        <a:bodyPr/>
        <a:lstStyle/>
        <a:p>
          <a:endParaRPr lang="tr-TR"/>
        </a:p>
      </dgm:t>
    </dgm:pt>
    <dgm:pt modelId="{99837155-9EC7-4710-AED6-E77815428816}" type="pres">
      <dgm:prSet presAssocID="{1BA98EAA-D544-46BA-B24E-B58B436CD8A1}" presName="connectorText" presStyleLbl="sibTrans2D1" presStyleIdx="3" presStyleCnt="5"/>
      <dgm:spPr/>
      <dgm:t>
        <a:bodyPr/>
        <a:lstStyle/>
        <a:p>
          <a:endParaRPr lang="tr-TR"/>
        </a:p>
      </dgm:t>
    </dgm:pt>
    <dgm:pt modelId="{A9640653-1991-4B92-A45C-B713D3537D7E}" type="pres">
      <dgm:prSet presAssocID="{85758D55-082F-4CAF-8D55-71735FB265A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2EEC99F7-0ADF-47B5-8CCE-DE4859D1353F}" type="pres">
      <dgm:prSet presAssocID="{FC98D382-0C9B-4176-8CAD-3BE0B06550C3}" presName="parTrans" presStyleLbl="sibTrans2D1" presStyleIdx="4" presStyleCnt="5"/>
      <dgm:spPr/>
      <dgm:t>
        <a:bodyPr/>
        <a:lstStyle/>
        <a:p>
          <a:endParaRPr lang="tr-TR"/>
        </a:p>
      </dgm:t>
    </dgm:pt>
    <dgm:pt modelId="{0C7740D2-DE55-4509-9551-443700257221}" type="pres">
      <dgm:prSet presAssocID="{FC98D382-0C9B-4176-8CAD-3BE0B06550C3}" presName="connectorText" presStyleLbl="sibTrans2D1" presStyleIdx="4" presStyleCnt="5"/>
      <dgm:spPr/>
      <dgm:t>
        <a:bodyPr/>
        <a:lstStyle/>
        <a:p>
          <a:endParaRPr lang="tr-TR"/>
        </a:p>
      </dgm:t>
    </dgm:pt>
    <dgm:pt modelId="{1916F3DA-2220-441F-8AFF-76B66106F197}" type="pres">
      <dgm:prSet presAssocID="{03D5FBB4-2EE3-4471-B15D-DC666BBC8B90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E174DC8E-0AF3-40D4-872A-D17C81731662}" srcId="{6198CBD6-5DE1-49BC-9628-774EB9564CE7}" destId="{9ECCBF78-FC2B-4AEB-A364-31BE5F329763}" srcOrd="1" destOrd="0" parTransId="{9CAB7DAB-E5EF-4419-B632-55EB341E932A}" sibTransId="{35054131-A6C4-4860-9653-0F1B1022818B}"/>
    <dgm:cxn modelId="{24E6C871-3D40-4792-8F6D-74DD96F41C8B}" type="presOf" srcId="{FC98D382-0C9B-4176-8CAD-3BE0B06550C3}" destId="{2EEC99F7-0ADF-47B5-8CCE-DE4859D1353F}" srcOrd="0" destOrd="0" presId="urn:microsoft.com/office/officeart/2005/8/layout/radial5"/>
    <dgm:cxn modelId="{AE8AE73B-BF3C-4E9B-B8E5-2FBB12E9AF6B}" type="presOf" srcId="{1FC67EE7-593C-4572-8945-97EDCA4FE861}" destId="{1495BF1A-FD48-43CC-91D6-334D1EEBC5E5}" srcOrd="0" destOrd="0" presId="urn:microsoft.com/office/officeart/2005/8/layout/radial5"/>
    <dgm:cxn modelId="{1D67FCF3-2A7D-4E0F-980C-D65ED30C9201}" type="presOf" srcId="{99FA2D43-E38A-4289-81F8-BE9286E2B4EC}" destId="{605B5E7C-B5CB-4BCA-9E69-197766640853}" srcOrd="0" destOrd="0" presId="urn:microsoft.com/office/officeart/2005/8/layout/radial5"/>
    <dgm:cxn modelId="{50F5EF92-58EF-4750-8E55-431D6A547B38}" type="presOf" srcId="{1BA98EAA-D544-46BA-B24E-B58B436CD8A1}" destId="{99837155-9EC7-4710-AED6-E77815428816}" srcOrd="1" destOrd="0" presId="urn:microsoft.com/office/officeart/2005/8/layout/radial5"/>
    <dgm:cxn modelId="{A6015529-8D60-4FC2-8F6B-0614D6042CAB}" srcId="{6198CBD6-5DE1-49BC-9628-774EB9564CE7}" destId="{1FC67EE7-593C-4572-8945-97EDCA4FE861}" srcOrd="2" destOrd="0" parTransId="{9A21F01E-0AE7-41EC-9675-D1E9124AB4B0}" sibTransId="{8511CA72-DFE7-464A-AA8B-A4B1297068E7}"/>
    <dgm:cxn modelId="{33048A4D-355E-4253-8020-FC54DADDE8E7}" srcId="{5B43A137-D1E2-4D2D-8155-0F529B60987D}" destId="{6198CBD6-5DE1-49BC-9628-774EB9564CE7}" srcOrd="0" destOrd="0" parTransId="{F6C28C75-C688-49CF-B80D-3D571A741E0D}" sibTransId="{44E5B995-3424-40F8-B67D-61E73056BA74}"/>
    <dgm:cxn modelId="{31519DB3-B257-440B-8609-8473FE72F501}" type="presOf" srcId="{03D5FBB4-2EE3-4471-B15D-DC666BBC8B90}" destId="{1916F3DA-2220-441F-8AFF-76B66106F197}" srcOrd="0" destOrd="0" presId="urn:microsoft.com/office/officeart/2005/8/layout/radial5"/>
    <dgm:cxn modelId="{7A134DF9-1FAA-4019-BD8C-E64AFD010623}" type="presOf" srcId="{9CAB7DAB-E5EF-4419-B632-55EB341E932A}" destId="{55ADC07A-B9F2-47B9-BD3B-7BEA32263564}" srcOrd="0" destOrd="0" presId="urn:microsoft.com/office/officeart/2005/8/layout/radial5"/>
    <dgm:cxn modelId="{4A7E5814-2EFB-460A-9780-7CDB65619418}" type="presOf" srcId="{5B43A137-D1E2-4D2D-8155-0F529B60987D}" destId="{2C4BFE7F-2A15-42B2-8B0B-FD4EFDAE4212}" srcOrd="0" destOrd="0" presId="urn:microsoft.com/office/officeart/2005/8/layout/radial5"/>
    <dgm:cxn modelId="{E1B3AFF5-8A81-4D6A-876C-4D6F20AA34A0}" type="presOf" srcId="{9CAB7DAB-E5EF-4419-B632-55EB341E932A}" destId="{38CB08DC-96AE-491A-98DA-9A09209F630C}" srcOrd="1" destOrd="0" presId="urn:microsoft.com/office/officeart/2005/8/layout/radial5"/>
    <dgm:cxn modelId="{B159AC59-2FB2-4D60-B916-4715613FE5A1}" type="presOf" srcId="{9A21F01E-0AE7-41EC-9675-D1E9124AB4B0}" destId="{318779C9-29E1-4325-A380-D531CDD4BFC0}" srcOrd="1" destOrd="0" presId="urn:microsoft.com/office/officeart/2005/8/layout/radial5"/>
    <dgm:cxn modelId="{C0733B08-F19C-4CAA-A064-F2178D35552F}" type="presOf" srcId="{6198CBD6-5DE1-49BC-9628-774EB9564CE7}" destId="{C4AEC1A7-A8F3-4DDA-8EE5-DDFAAB8E4438}" srcOrd="0" destOrd="0" presId="urn:microsoft.com/office/officeart/2005/8/layout/radial5"/>
    <dgm:cxn modelId="{9CA66829-4FDF-471F-AF87-F7281520B439}" srcId="{6198CBD6-5DE1-49BC-9628-774EB9564CE7}" destId="{03D5FBB4-2EE3-4471-B15D-DC666BBC8B90}" srcOrd="4" destOrd="0" parTransId="{FC98D382-0C9B-4176-8CAD-3BE0B06550C3}" sibTransId="{C9391EEF-FAA3-4ABC-94B5-499B802CE675}"/>
    <dgm:cxn modelId="{F25C188E-6C91-4B53-8D12-2B8454F7351C}" type="presOf" srcId="{85758D55-082F-4CAF-8D55-71735FB265A1}" destId="{A9640653-1991-4B92-A45C-B713D3537D7E}" srcOrd="0" destOrd="0" presId="urn:microsoft.com/office/officeart/2005/8/layout/radial5"/>
    <dgm:cxn modelId="{D0C6AC58-BC97-4300-B4C3-AE2A40190300}" srcId="{6198CBD6-5DE1-49BC-9628-774EB9564CE7}" destId="{85758D55-082F-4CAF-8D55-71735FB265A1}" srcOrd="3" destOrd="0" parTransId="{1BA98EAA-D544-46BA-B24E-B58B436CD8A1}" sibTransId="{8FDA4AA8-56F2-4AB6-B319-09A370A304FC}"/>
    <dgm:cxn modelId="{217FB23B-B30F-4FE5-821B-5B03A4EAE7D3}" type="presOf" srcId="{9A21F01E-0AE7-41EC-9675-D1E9124AB4B0}" destId="{7BC8AF6E-3026-4935-9416-1590ACB7BFEE}" srcOrd="0" destOrd="0" presId="urn:microsoft.com/office/officeart/2005/8/layout/radial5"/>
    <dgm:cxn modelId="{1E97ABBA-1669-4EB1-9FC8-12A72C63D211}" type="presOf" srcId="{9ECCBF78-FC2B-4AEB-A364-31BE5F329763}" destId="{9FE9E7FC-A89F-43E1-BB12-8BC576B2C22F}" srcOrd="0" destOrd="0" presId="urn:microsoft.com/office/officeart/2005/8/layout/radial5"/>
    <dgm:cxn modelId="{11C139CA-553D-4DA7-A95C-953C7E93CC89}" type="presOf" srcId="{1BA98EAA-D544-46BA-B24E-B58B436CD8A1}" destId="{AB808292-98AD-427C-A4A0-9E0D729E81EF}" srcOrd="0" destOrd="0" presId="urn:microsoft.com/office/officeart/2005/8/layout/radial5"/>
    <dgm:cxn modelId="{4E9EC8AB-5994-4EF4-B289-1387F9294A31}" type="presOf" srcId="{FC98D382-0C9B-4176-8CAD-3BE0B06550C3}" destId="{0C7740D2-DE55-4509-9551-443700257221}" srcOrd="1" destOrd="0" presId="urn:microsoft.com/office/officeart/2005/8/layout/radial5"/>
    <dgm:cxn modelId="{56586364-BABA-4AEE-8D7C-62D70532BB96}" srcId="{6198CBD6-5DE1-49BC-9628-774EB9564CE7}" destId="{99FA2D43-E38A-4289-81F8-BE9286E2B4EC}" srcOrd="0" destOrd="0" parTransId="{2509CA5F-E7B5-4E46-80DF-7F1DA3ADA8BF}" sibTransId="{E6980A5E-DB7A-4ADC-817F-10EE4D16C465}"/>
    <dgm:cxn modelId="{04F4AA27-0621-46B9-AD9F-CCBAE59004A7}" type="presOf" srcId="{2509CA5F-E7B5-4E46-80DF-7F1DA3ADA8BF}" destId="{6AD02B45-D588-42EB-8E6E-F8EFA3B6CC04}" srcOrd="0" destOrd="0" presId="urn:microsoft.com/office/officeart/2005/8/layout/radial5"/>
    <dgm:cxn modelId="{6E6F25CF-9AFF-4F34-9D6E-DCD9B3D467AF}" type="presOf" srcId="{2509CA5F-E7B5-4E46-80DF-7F1DA3ADA8BF}" destId="{542F8987-2753-46C9-B7D3-5DBBF71F6605}" srcOrd="1" destOrd="0" presId="urn:microsoft.com/office/officeart/2005/8/layout/radial5"/>
    <dgm:cxn modelId="{8F5A2016-95A2-4C94-A768-CA598097A07F}" type="presParOf" srcId="{2C4BFE7F-2A15-42B2-8B0B-FD4EFDAE4212}" destId="{C4AEC1A7-A8F3-4DDA-8EE5-DDFAAB8E4438}" srcOrd="0" destOrd="0" presId="urn:microsoft.com/office/officeart/2005/8/layout/radial5"/>
    <dgm:cxn modelId="{842F4154-041B-4956-AFF9-2ACD87EA264D}" type="presParOf" srcId="{2C4BFE7F-2A15-42B2-8B0B-FD4EFDAE4212}" destId="{6AD02B45-D588-42EB-8E6E-F8EFA3B6CC04}" srcOrd="1" destOrd="0" presId="urn:microsoft.com/office/officeart/2005/8/layout/radial5"/>
    <dgm:cxn modelId="{6F8836CD-7764-4701-8312-CC5C35013681}" type="presParOf" srcId="{6AD02B45-D588-42EB-8E6E-F8EFA3B6CC04}" destId="{542F8987-2753-46C9-B7D3-5DBBF71F6605}" srcOrd="0" destOrd="0" presId="urn:microsoft.com/office/officeart/2005/8/layout/radial5"/>
    <dgm:cxn modelId="{6BB72550-0BA6-4FCF-8D49-A27F9F260F60}" type="presParOf" srcId="{2C4BFE7F-2A15-42B2-8B0B-FD4EFDAE4212}" destId="{605B5E7C-B5CB-4BCA-9E69-197766640853}" srcOrd="2" destOrd="0" presId="urn:microsoft.com/office/officeart/2005/8/layout/radial5"/>
    <dgm:cxn modelId="{E1F1EFCA-3D12-4580-B003-121C952283A4}" type="presParOf" srcId="{2C4BFE7F-2A15-42B2-8B0B-FD4EFDAE4212}" destId="{55ADC07A-B9F2-47B9-BD3B-7BEA32263564}" srcOrd="3" destOrd="0" presId="urn:microsoft.com/office/officeart/2005/8/layout/radial5"/>
    <dgm:cxn modelId="{B94DAB3B-75F8-4D7A-9A9B-B6EC5F29C96C}" type="presParOf" srcId="{55ADC07A-B9F2-47B9-BD3B-7BEA32263564}" destId="{38CB08DC-96AE-491A-98DA-9A09209F630C}" srcOrd="0" destOrd="0" presId="urn:microsoft.com/office/officeart/2005/8/layout/radial5"/>
    <dgm:cxn modelId="{9AAB3685-CC05-4BCA-B52D-08762C472E2B}" type="presParOf" srcId="{2C4BFE7F-2A15-42B2-8B0B-FD4EFDAE4212}" destId="{9FE9E7FC-A89F-43E1-BB12-8BC576B2C22F}" srcOrd="4" destOrd="0" presId="urn:microsoft.com/office/officeart/2005/8/layout/radial5"/>
    <dgm:cxn modelId="{4D96124F-A03F-47F9-99ED-8FF2C8F31CC1}" type="presParOf" srcId="{2C4BFE7F-2A15-42B2-8B0B-FD4EFDAE4212}" destId="{7BC8AF6E-3026-4935-9416-1590ACB7BFEE}" srcOrd="5" destOrd="0" presId="urn:microsoft.com/office/officeart/2005/8/layout/radial5"/>
    <dgm:cxn modelId="{A68842FA-0D9E-4CF5-B39B-21B755EF73D2}" type="presParOf" srcId="{7BC8AF6E-3026-4935-9416-1590ACB7BFEE}" destId="{318779C9-29E1-4325-A380-D531CDD4BFC0}" srcOrd="0" destOrd="0" presId="urn:microsoft.com/office/officeart/2005/8/layout/radial5"/>
    <dgm:cxn modelId="{FCBE2EFB-92AB-4807-A9B9-FE4ED041B93B}" type="presParOf" srcId="{2C4BFE7F-2A15-42B2-8B0B-FD4EFDAE4212}" destId="{1495BF1A-FD48-43CC-91D6-334D1EEBC5E5}" srcOrd="6" destOrd="0" presId="urn:microsoft.com/office/officeart/2005/8/layout/radial5"/>
    <dgm:cxn modelId="{539EF115-91B0-4751-A54E-06D614182346}" type="presParOf" srcId="{2C4BFE7F-2A15-42B2-8B0B-FD4EFDAE4212}" destId="{AB808292-98AD-427C-A4A0-9E0D729E81EF}" srcOrd="7" destOrd="0" presId="urn:microsoft.com/office/officeart/2005/8/layout/radial5"/>
    <dgm:cxn modelId="{DD1628BD-7556-4E6A-AB96-FB45B7F188C7}" type="presParOf" srcId="{AB808292-98AD-427C-A4A0-9E0D729E81EF}" destId="{99837155-9EC7-4710-AED6-E77815428816}" srcOrd="0" destOrd="0" presId="urn:microsoft.com/office/officeart/2005/8/layout/radial5"/>
    <dgm:cxn modelId="{181BC710-3CEA-4277-AA8E-7CA817E76699}" type="presParOf" srcId="{2C4BFE7F-2A15-42B2-8B0B-FD4EFDAE4212}" destId="{A9640653-1991-4B92-A45C-B713D3537D7E}" srcOrd="8" destOrd="0" presId="urn:microsoft.com/office/officeart/2005/8/layout/radial5"/>
    <dgm:cxn modelId="{8105D8DB-D117-450F-B121-C1D64646BF27}" type="presParOf" srcId="{2C4BFE7F-2A15-42B2-8B0B-FD4EFDAE4212}" destId="{2EEC99F7-0ADF-47B5-8CCE-DE4859D1353F}" srcOrd="9" destOrd="0" presId="urn:microsoft.com/office/officeart/2005/8/layout/radial5"/>
    <dgm:cxn modelId="{BE73B4CA-177E-4992-A09D-5B4D9F71D093}" type="presParOf" srcId="{2EEC99F7-0ADF-47B5-8CCE-DE4859D1353F}" destId="{0C7740D2-DE55-4509-9551-443700257221}" srcOrd="0" destOrd="0" presId="urn:microsoft.com/office/officeart/2005/8/layout/radial5"/>
    <dgm:cxn modelId="{6E65A41E-B589-4470-BF67-A4055D1F4F7E}" type="presParOf" srcId="{2C4BFE7F-2A15-42B2-8B0B-FD4EFDAE4212}" destId="{1916F3DA-2220-441F-8AFF-76B66106F197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B7C51-B822-4160-A14C-CEF2C965F537}">
      <dsp:nvSpPr>
        <dsp:cNvPr id="0" name=""/>
        <dsp:cNvSpPr/>
      </dsp:nvSpPr>
      <dsp:spPr>
        <a:xfrm>
          <a:off x="1780486" y="2650"/>
          <a:ext cx="1761383" cy="8806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700" kern="1200" dirty="0" smtClean="0"/>
            <a:t>Pasif Saldırılar</a:t>
          </a:r>
          <a:endParaRPr lang="tr-TR" sz="2700" kern="1200" dirty="0"/>
        </a:p>
      </dsp:txBody>
      <dsp:txXfrm>
        <a:off x="1806281" y="28445"/>
        <a:ext cx="1709793" cy="829101"/>
      </dsp:txXfrm>
    </dsp:sp>
    <dsp:sp modelId="{ECE5EEA8-AF26-4ED4-A887-BBF04EBBBDE0}">
      <dsp:nvSpPr>
        <dsp:cNvPr id="0" name=""/>
        <dsp:cNvSpPr/>
      </dsp:nvSpPr>
      <dsp:spPr>
        <a:xfrm>
          <a:off x="1956624" y="883342"/>
          <a:ext cx="176138" cy="660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0518"/>
              </a:lnTo>
              <a:lnTo>
                <a:pt x="176138" y="66051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FC60EE-1AA1-4550-800E-F3CDC1018C43}">
      <dsp:nvSpPr>
        <dsp:cNvPr id="0" name=""/>
        <dsp:cNvSpPr/>
      </dsp:nvSpPr>
      <dsp:spPr>
        <a:xfrm>
          <a:off x="2132762" y="1103515"/>
          <a:ext cx="2247567" cy="880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Mesaj içeriğinin Yayını</a:t>
          </a:r>
          <a:endParaRPr lang="tr-TR" sz="1600" kern="1200" dirty="0"/>
        </a:p>
      </dsp:txBody>
      <dsp:txXfrm>
        <a:off x="2158557" y="1129310"/>
        <a:ext cx="2195977" cy="829101"/>
      </dsp:txXfrm>
    </dsp:sp>
    <dsp:sp modelId="{F8A19DDF-4C68-406F-9955-B95B1BDBB838}">
      <dsp:nvSpPr>
        <dsp:cNvPr id="0" name=""/>
        <dsp:cNvSpPr/>
      </dsp:nvSpPr>
      <dsp:spPr>
        <a:xfrm>
          <a:off x="1956624" y="883342"/>
          <a:ext cx="176138" cy="17613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1383"/>
              </a:lnTo>
              <a:lnTo>
                <a:pt x="176138" y="176138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5F53F-3157-475B-89EF-FBD71716626A}">
      <dsp:nvSpPr>
        <dsp:cNvPr id="0" name=""/>
        <dsp:cNvSpPr/>
      </dsp:nvSpPr>
      <dsp:spPr>
        <a:xfrm>
          <a:off x="2132762" y="2204379"/>
          <a:ext cx="2247567" cy="880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2250053"/>
              <a:satOff val="-3376"/>
              <a:lumOff val="-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Trafik Analizi</a:t>
          </a:r>
          <a:endParaRPr lang="tr-TR" sz="1600" kern="1200" dirty="0"/>
        </a:p>
      </dsp:txBody>
      <dsp:txXfrm>
        <a:off x="2158557" y="2230174"/>
        <a:ext cx="2195977" cy="829101"/>
      </dsp:txXfrm>
    </dsp:sp>
    <dsp:sp modelId="{73D2583F-C33F-4F52-9222-E7CAF1649E93}">
      <dsp:nvSpPr>
        <dsp:cNvPr id="0" name=""/>
        <dsp:cNvSpPr/>
      </dsp:nvSpPr>
      <dsp:spPr>
        <a:xfrm>
          <a:off x="4468399" y="2650"/>
          <a:ext cx="1761383" cy="880691"/>
        </a:xfrm>
        <a:prstGeom prst="roundRect">
          <a:avLst>
            <a:gd name="adj" fmla="val 1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700" kern="1200" dirty="0" smtClean="0"/>
            <a:t>Aktif Saldırılar</a:t>
          </a:r>
          <a:endParaRPr lang="tr-TR" sz="2700" kern="1200" dirty="0"/>
        </a:p>
      </dsp:txBody>
      <dsp:txXfrm>
        <a:off x="4494194" y="28445"/>
        <a:ext cx="1709793" cy="829101"/>
      </dsp:txXfrm>
    </dsp:sp>
    <dsp:sp modelId="{5FD0BAFF-FC63-494C-876F-3F7AA2032019}">
      <dsp:nvSpPr>
        <dsp:cNvPr id="0" name=""/>
        <dsp:cNvSpPr/>
      </dsp:nvSpPr>
      <dsp:spPr>
        <a:xfrm>
          <a:off x="4644537" y="883342"/>
          <a:ext cx="176138" cy="660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0518"/>
              </a:lnTo>
              <a:lnTo>
                <a:pt x="176138" y="66051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588F6-ED99-458C-9418-8F9A888163D5}">
      <dsp:nvSpPr>
        <dsp:cNvPr id="0" name=""/>
        <dsp:cNvSpPr/>
      </dsp:nvSpPr>
      <dsp:spPr>
        <a:xfrm>
          <a:off x="4820675" y="1103515"/>
          <a:ext cx="2327829" cy="880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4500106"/>
              <a:satOff val="-6752"/>
              <a:lumOff val="-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Kendini … olarak tanıtma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err="1" smtClean="0"/>
            <a:t>Masquerade</a:t>
          </a:r>
          <a:endParaRPr lang="tr-TR" sz="1600" kern="1200" dirty="0"/>
        </a:p>
      </dsp:txBody>
      <dsp:txXfrm>
        <a:off x="4846470" y="1129310"/>
        <a:ext cx="2276239" cy="829101"/>
      </dsp:txXfrm>
    </dsp:sp>
    <dsp:sp modelId="{61F78930-FE6A-423A-9239-E505D223D5DC}">
      <dsp:nvSpPr>
        <dsp:cNvPr id="0" name=""/>
        <dsp:cNvSpPr/>
      </dsp:nvSpPr>
      <dsp:spPr>
        <a:xfrm>
          <a:off x="4644537" y="883342"/>
          <a:ext cx="176138" cy="17613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1383"/>
              </a:lnTo>
              <a:lnTo>
                <a:pt x="176138" y="176138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314A98-81AC-41F7-A1C3-C11CDAB76C8F}">
      <dsp:nvSpPr>
        <dsp:cNvPr id="0" name=""/>
        <dsp:cNvSpPr/>
      </dsp:nvSpPr>
      <dsp:spPr>
        <a:xfrm>
          <a:off x="4820675" y="2204379"/>
          <a:ext cx="2327829" cy="880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6750158"/>
              <a:satOff val="-10128"/>
              <a:lumOff val="-1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Tekrarlama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(</a:t>
          </a:r>
          <a:r>
            <a:rPr lang="tr-TR" sz="1600" kern="1200" dirty="0" err="1" smtClean="0"/>
            <a:t>replay</a:t>
          </a:r>
          <a:r>
            <a:rPr lang="tr-TR" sz="1600" kern="1200" dirty="0" smtClean="0"/>
            <a:t>)</a:t>
          </a:r>
          <a:endParaRPr lang="tr-TR" sz="1600" kern="1200" dirty="0"/>
        </a:p>
      </dsp:txBody>
      <dsp:txXfrm>
        <a:off x="4846470" y="2230174"/>
        <a:ext cx="2276239" cy="829101"/>
      </dsp:txXfrm>
    </dsp:sp>
    <dsp:sp modelId="{7BEB2065-8DB9-4068-B308-EEB14F49714F}">
      <dsp:nvSpPr>
        <dsp:cNvPr id="0" name=""/>
        <dsp:cNvSpPr/>
      </dsp:nvSpPr>
      <dsp:spPr>
        <a:xfrm>
          <a:off x="4644537" y="883342"/>
          <a:ext cx="176138" cy="28622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62247"/>
              </a:lnTo>
              <a:lnTo>
                <a:pt x="176138" y="286224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149376-26A6-4FAF-814F-042BC6DCB18F}">
      <dsp:nvSpPr>
        <dsp:cNvPr id="0" name=""/>
        <dsp:cNvSpPr/>
      </dsp:nvSpPr>
      <dsp:spPr>
        <a:xfrm>
          <a:off x="4820675" y="3305244"/>
          <a:ext cx="2327829" cy="880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9000211"/>
              <a:satOff val="-13504"/>
              <a:lumOff val="-2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Mesajın değiştirilmesi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(</a:t>
          </a:r>
          <a:r>
            <a:rPr lang="tr-TR" sz="1600" kern="1200" dirty="0" err="1" smtClean="0"/>
            <a:t>Modification</a:t>
          </a:r>
          <a:r>
            <a:rPr lang="tr-TR" sz="1600" kern="1200" dirty="0" smtClean="0"/>
            <a:t> of </a:t>
          </a:r>
          <a:r>
            <a:rPr lang="tr-TR" sz="1600" kern="1200" dirty="0" err="1" smtClean="0"/>
            <a:t>messages</a:t>
          </a:r>
          <a:r>
            <a:rPr lang="tr-TR" sz="1600" kern="1200" dirty="0" smtClean="0"/>
            <a:t>)</a:t>
          </a:r>
          <a:endParaRPr lang="tr-TR" sz="1600" kern="1200" dirty="0"/>
        </a:p>
      </dsp:txBody>
      <dsp:txXfrm>
        <a:off x="4846470" y="3331039"/>
        <a:ext cx="2276239" cy="829101"/>
      </dsp:txXfrm>
    </dsp:sp>
    <dsp:sp modelId="{ED8ECE58-3C6C-41BE-8856-3DD63744E26B}">
      <dsp:nvSpPr>
        <dsp:cNvPr id="0" name=""/>
        <dsp:cNvSpPr/>
      </dsp:nvSpPr>
      <dsp:spPr>
        <a:xfrm>
          <a:off x="4644537" y="883342"/>
          <a:ext cx="176138" cy="396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3112"/>
              </a:lnTo>
              <a:lnTo>
                <a:pt x="176138" y="396311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9C24E6-2730-41B6-ACE3-E88FA677E38B}">
      <dsp:nvSpPr>
        <dsp:cNvPr id="0" name=""/>
        <dsp:cNvSpPr/>
      </dsp:nvSpPr>
      <dsp:spPr>
        <a:xfrm>
          <a:off x="4820675" y="4406108"/>
          <a:ext cx="2327829" cy="880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Hizmet reddi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(</a:t>
          </a:r>
          <a:r>
            <a:rPr lang="tr-TR" sz="1600" kern="1200" dirty="0" err="1" smtClean="0"/>
            <a:t>Denial</a:t>
          </a:r>
          <a:r>
            <a:rPr lang="tr-TR" sz="1600" kern="1200" dirty="0" smtClean="0"/>
            <a:t> of service) </a:t>
          </a:r>
          <a:endParaRPr lang="tr-TR" sz="1600" kern="1200" dirty="0"/>
        </a:p>
      </dsp:txBody>
      <dsp:txXfrm>
        <a:off x="4846470" y="4431903"/>
        <a:ext cx="2276239" cy="8291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8B13B1-4010-4858-8D41-AE756A1EE9DF}">
      <dsp:nvSpPr>
        <dsp:cNvPr id="0" name=""/>
        <dsp:cNvSpPr/>
      </dsp:nvSpPr>
      <dsp:spPr>
        <a:xfrm>
          <a:off x="4118" y="0"/>
          <a:ext cx="3962102" cy="452596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800" kern="1200" dirty="0" smtClean="0"/>
            <a:t>ÖZEL GÜVENLİK MEKANİZMALARI</a:t>
          </a:r>
          <a:endParaRPr lang="tr-TR" sz="3800" kern="1200" dirty="0"/>
        </a:p>
      </dsp:txBody>
      <dsp:txXfrm>
        <a:off x="4118" y="0"/>
        <a:ext cx="3962102" cy="1357788"/>
      </dsp:txXfrm>
    </dsp:sp>
    <dsp:sp modelId="{54FE0EB9-755B-4296-A8B7-F5EC940ADAD9}">
      <dsp:nvSpPr>
        <dsp:cNvPr id="0" name=""/>
        <dsp:cNvSpPr/>
      </dsp:nvSpPr>
      <dsp:spPr>
        <a:xfrm>
          <a:off x="400329" y="1358617"/>
          <a:ext cx="3169681" cy="32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Şifreleme</a:t>
          </a:r>
          <a:endParaRPr lang="tr-TR" sz="1700" kern="1200" dirty="0"/>
        </a:p>
      </dsp:txBody>
      <dsp:txXfrm>
        <a:off x="409816" y="1368104"/>
        <a:ext cx="3150707" cy="304948"/>
      </dsp:txXfrm>
    </dsp:sp>
    <dsp:sp modelId="{43D47951-26B0-41D8-B605-507A09B39FA8}">
      <dsp:nvSpPr>
        <dsp:cNvPr id="0" name=""/>
        <dsp:cNvSpPr/>
      </dsp:nvSpPr>
      <dsp:spPr>
        <a:xfrm>
          <a:off x="400329" y="1732374"/>
          <a:ext cx="3169681" cy="32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Dijital İmza</a:t>
          </a:r>
        </a:p>
      </dsp:txBody>
      <dsp:txXfrm>
        <a:off x="409816" y="1741861"/>
        <a:ext cx="3150707" cy="304948"/>
      </dsp:txXfrm>
    </dsp:sp>
    <dsp:sp modelId="{67474DEC-2024-40A0-8C55-2387A79C2309}">
      <dsp:nvSpPr>
        <dsp:cNvPr id="0" name=""/>
        <dsp:cNvSpPr/>
      </dsp:nvSpPr>
      <dsp:spPr>
        <a:xfrm>
          <a:off x="400329" y="2106130"/>
          <a:ext cx="3169681" cy="32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Erişim Kontrolü</a:t>
          </a:r>
        </a:p>
      </dsp:txBody>
      <dsp:txXfrm>
        <a:off x="409816" y="2115617"/>
        <a:ext cx="3150707" cy="304948"/>
      </dsp:txXfrm>
    </dsp:sp>
    <dsp:sp modelId="{B9256C69-EFE9-4201-8257-C092D635A2A9}">
      <dsp:nvSpPr>
        <dsp:cNvPr id="0" name=""/>
        <dsp:cNvSpPr/>
      </dsp:nvSpPr>
      <dsp:spPr>
        <a:xfrm>
          <a:off x="400329" y="2479887"/>
          <a:ext cx="3169681" cy="32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Veri Bütünlüğü</a:t>
          </a:r>
        </a:p>
      </dsp:txBody>
      <dsp:txXfrm>
        <a:off x="409816" y="2489374"/>
        <a:ext cx="3150707" cy="304948"/>
      </dsp:txXfrm>
    </dsp:sp>
    <dsp:sp modelId="{D02B9A2D-7E11-4553-A287-08B7C19C1C14}">
      <dsp:nvSpPr>
        <dsp:cNvPr id="0" name=""/>
        <dsp:cNvSpPr/>
      </dsp:nvSpPr>
      <dsp:spPr>
        <a:xfrm>
          <a:off x="400329" y="2853643"/>
          <a:ext cx="3169681" cy="32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Oturum Değiştirme</a:t>
          </a:r>
        </a:p>
      </dsp:txBody>
      <dsp:txXfrm>
        <a:off x="409816" y="2863130"/>
        <a:ext cx="3150707" cy="304948"/>
      </dsp:txXfrm>
    </dsp:sp>
    <dsp:sp modelId="{D9CD33EE-F1E7-4E70-A0BD-557DF168865A}">
      <dsp:nvSpPr>
        <dsp:cNvPr id="0" name=""/>
        <dsp:cNvSpPr/>
      </dsp:nvSpPr>
      <dsp:spPr>
        <a:xfrm>
          <a:off x="400329" y="3227400"/>
          <a:ext cx="3169681" cy="32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Trafik Doluluğu</a:t>
          </a:r>
        </a:p>
      </dsp:txBody>
      <dsp:txXfrm>
        <a:off x="409816" y="3236887"/>
        <a:ext cx="3150707" cy="304948"/>
      </dsp:txXfrm>
    </dsp:sp>
    <dsp:sp modelId="{56FB1D1E-A29A-42C5-B85F-383D79006AEE}">
      <dsp:nvSpPr>
        <dsp:cNvPr id="0" name=""/>
        <dsp:cNvSpPr/>
      </dsp:nvSpPr>
      <dsp:spPr>
        <a:xfrm>
          <a:off x="400329" y="3601157"/>
          <a:ext cx="3169681" cy="32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Yönlendirme Kontrolü</a:t>
          </a:r>
        </a:p>
      </dsp:txBody>
      <dsp:txXfrm>
        <a:off x="409816" y="3610644"/>
        <a:ext cx="3150707" cy="304948"/>
      </dsp:txXfrm>
    </dsp:sp>
    <dsp:sp modelId="{881DD800-FE8F-4F3C-957D-91C0AE925A8F}">
      <dsp:nvSpPr>
        <dsp:cNvPr id="0" name=""/>
        <dsp:cNvSpPr/>
      </dsp:nvSpPr>
      <dsp:spPr>
        <a:xfrm>
          <a:off x="400329" y="3974913"/>
          <a:ext cx="3169681" cy="32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Noter</a:t>
          </a:r>
        </a:p>
      </dsp:txBody>
      <dsp:txXfrm>
        <a:off x="409816" y="3984400"/>
        <a:ext cx="3150707" cy="304948"/>
      </dsp:txXfrm>
    </dsp:sp>
    <dsp:sp modelId="{A7F4796F-21D2-487F-9852-BE7AB9C55912}">
      <dsp:nvSpPr>
        <dsp:cNvPr id="0" name=""/>
        <dsp:cNvSpPr/>
      </dsp:nvSpPr>
      <dsp:spPr>
        <a:xfrm>
          <a:off x="4263378" y="0"/>
          <a:ext cx="3962102" cy="452596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800" kern="1200" dirty="0" smtClean="0"/>
            <a:t>YAYGIN GÜVENLİK MEKANİZMALARI</a:t>
          </a:r>
          <a:endParaRPr lang="tr-TR" sz="3800" kern="1200" dirty="0"/>
        </a:p>
      </dsp:txBody>
      <dsp:txXfrm>
        <a:off x="4263378" y="0"/>
        <a:ext cx="3962102" cy="1357788"/>
      </dsp:txXfrm>
    </dsp:sp>
    <dsp:sp modelId="{0E3F9D70-1BC7-4C91-9B43-B35256CF2DEA}">
      <dsp:nvSpPr>
        <dsp:cNvPr id="0" name=""/>
        <dsp:cNvSpPr/>
      </dsp:nvSpPr>
      <dsp:spPr>
        <a:xfrm>
          <a:off x="4659589" y="1358645"/>
          <a:ext cx="3169681" cy="5235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güvenilir İşlevsellik</a:t>
          </a:r>
          <a:endParaRPr lang="tr-TR" sz="1700" kern="1200" dirty="0"/>
        </a:p>
      </dsp:txBody>
      <dsp:txXfrm>
        <a:off x="4674924" y="1373980"/>
        <a:ext cx="3139011" cy="492920"/>
      </dsp:txXfrm>
    </dsp:sp>
    <dsp:sp modelId="{FB4AD9BD-7EAC-4935-A24A-ECFED7FF224A}">
      <dsp:nvSpPr>
        <dsp:cNvPr id="0" name=""/>
        <dsp:cNvSpPr/>
      </dsp:nvSpPr>
      <dsp:spPr>
        <a:xfrm>
          <a:off x="4659589" y="1962788"/>
          <a:ext cx="3169681" cy="5235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Güvenlik Etiketi</a:t>
          </a:r>
          <a:endParaRPr lang="tr-TR" sz="1700" kern="1200" dirty="0"/>
        </a:p>
      </dsp:txBody>
      <dsp:txXfrm>
        <a:off x="4674924" y="1978123"/>
        <a:ext cx="3139011" cy="492920"/>
      </dsp:txXfrm>
    </dsp:sp>
    <dsp:sp modelId="{2C07AB78-1A5F-4D9C-83CD-F55C2EA9A9F9}">
      <dsp:nvSpPr>
        <dsp:cNvPr id="0" name=""/>
        <dsp:cNvSpPr/>
      </dsp:nvSpPr>
      <dsp:spPr>
        <a:xfrm>
          <a:off x="4659589" y="2566931"/>
          <a:ext cx="3169681" cy="5235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Olay Tespiti</a:t>
          </a:r>
          <a:endParaRPr lang="tr-TR" sz="1700" kern="1200" dirty="0"/>
        </a:p>
      </dsp:txBody>
      <dsp:txXfrm>
        <a:off x="4674924" y="2582266"/>
        <a:ext cx="3139011" cy="492920"/>
      </dsp:txXfrm>
    </dsp:sp>
    <dsp:sp modelId="{7F67E7DA-AE3C-4800-A1CD-BE4440489535}">
      <dsp:nvSpPr>
        <dsp:cNvPr id="0" name=""/>
        <dsp:cNvSpPr/>
      </dsp:nvSpPr>
      <dsp:spPr>
        <a:xfrm>
          <a:off x="4659589" y="3171074"/>
          <a:ext cx="3169681" cy="5235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Güvenlik Denetim İzleme</a:t>
          </a:r>
          <a:endParaRPr lang="tr-TR" sz="1700" kern="1200" dirty="0"/>
        </a:p>
      </dsp:txBody>
      <dsp:txXfrm>
        <a:off x="4674924" y="3186409"/>
        <a:ext cx="3139011" cy="492920"/>
      </dsp:txXfrm>
    </dsp:sp>
    <dsp:sp modelId="{43B75260-E6EE-410A-92F5-6E303B159EEF}">
      <dsp:nvSpPr>
        <dsp:cNvPr id="0" name=""/>
        <dsp:cNvSpPr/>
      </dsp:nvSpPr>
      <dsp:spPr>
        <a:xfrm>
          <a:off x="4659589" y="3775217"/>
          <a:ext cx="3169681" cy="5235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700" kern="1200" dirty="0" smtClean="0"/>
            <a:t>Güvenlik İyileştirme</a:t>
          </a:r>
          <a:endParaRPr lang="tr-TR" sz="1700" kern="1200" dirty="0"/>
        </a:p>
      </dsp:txBody>
      <dsp:txXfrm>
        <a:off x="4674924" y="3790552"/>
        <a:ext cx="3139011" cy="492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AEC1A7-A8F3-4DDA-8EE5-DDFAAB8E4438}">
      <dsp:nvSpPr>
        <dsp:cNvPr id="0" name=""/>
        <dsp:cNvSpPr/>
      </dsp:nvSpPr>
      <dsp:spPr>
        <a:xfrm>
          <a:off x="3474876" y="1794147"/>
          <a:ext cx="1279847" cy="12798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Zararlı Yazılımlar (</a:t>
          </a:r>
          <a:r>
            <a:rPr lang="tr-TR" sz="1600" kern="1200" dirty="0" err="1" smtClean="0"/>
            <a:t>Malware</a:t>
          </a:r>
          <a:r>
            <a:rPr lang="tr-TR" sz="1600" kern="1200" dirty="0" smtClean="0"/>
            <a:t>)</a:t>
          </a:r>
          <a:endParaRPr lang="tr-TR" sz="1600" kern="1200" dirty="0"/>
        </a:p>
      </dsp:txBody>
      <dsp:txXfrm>
        <a:off x="3662305" y="1981576"/>
        <a:ext cx="904989" cy="904989"/>
      </dsp:txXfrm>
    </dsp:sp>
    <dsp:sp modelId="{6AD02B45-D588-42EB-8E6E-F8EFA3B6CC04}">
      <dsp:nvSpPr>
        <dsp:cNvPr id="0" name=""/>
        <dsp:cNvSpPr/>
      </dsp:nvSpPr>
      <dsp:spPr>
        <a:xfrm rot="16200000">
          <a:off x="3979167" y="1328339"/>
          <a:ext cx="271265" cy="435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300" kern="1200"/>
        </a:p>
      </dsp:txBody>
      <dsp:txXfrm>
        <a:off x="4019857" y="1456059"/>
        <a:ext cx="189886" cy="261088"/>
      </dsp:txXfrm>
    </dsp:sp>
    <dsp:sp modelId="{605B5E7C-B5CB-4BCA-9E69-197766640853}">
      <dsp:nvSpPr>
        <dsp:cNvPr id="0" name=""/>
        <dsp:cNvSpPr/>
      </dsp:nvSpPr>
      <dsp:spPr>
        <a:xfrm>
          <a:off x="3474876" y="2477"/>
          <a:ext cx="1279847" cy="127984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Virüsler</a:t>
          </a:r>
          <a:endParaRPr lang="tr-TR" sz="1600" kern="1200" dirty="0"/>
        </a:p>
      </dsp:txBody>
      <dsp:txXfrm>
        <a:off x="3662305" y="189906"/>
        <a:ext cx="904989" cy="904989"/>
      </dsp:txXfrm>
    </dsp:sp>
    <dsp:sp modelId="{55ADC07A-B9F2-47B9-BD3B-7BEA32263564}">
      <dsp:nvSpPr>
        <dsp:cNvPr id="0" name=""/>
        <dsp:cNvSpPr/>
      </dsp:nvSpPr>
      <dsp:spPr>
        <a:xfrm rot="20520000">
          <a:off x="4823855" y="1942040"/>
          <a:ext cx="271265" cy="435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300" kern="1200"/>
        </a:p>
      </dsp:txBody>
      <dsp:txXfrm>
        <a:off x="4825846" y="2041644"/>
        <a:ext cx="189886" cy="261088"/>
      </dsp:txXfrm>
    </dsp:sp>
    <dsp:sp modelId="{9FE9E7FC-A89F-43E1-BB12-8BC576B2C22F}">
      <dsp:nvSpPr>
        <dsp:cNvPr id="0" name=""/>
        <dsp:cNvSpPr/>
      </dsp:nvSpPr>
      <dsp:spPr>
        <a:xfrm>
          <a:off x="5178855" y="1240490"/>
          <a:ext cx="1279847" cy="1279847"/>
        </a:xfrm>
        <a:prstGeom prst="ellipse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Truva Atları</a:t>
          </a:r>
          <a:endParaRPr lang="tr-TR" sz="1600" kern="1200" dirty="0"/>
        </a:p>
      </dsp:txBody>
      <dsp:txXfrm>
        <a:off x="5366284" y="1427919"/>
        <a:ext cx="904989" cy="904989"/>
      </dsp:txXfrm>
    </dsp:sp>
    <dsp:sp modelId="{7BC8AF6E-3026-4935-9416-1590ACB7BFEE}">
      <dsp:nvSpPr>
        <dsp:cNvPr id="0" name=""/>
        <dsp:cNvSpPr/>
      </dsp:nvSpPr>
      <dsp:spPr>
        <a:xfrm rot="3240000">
          <a:off x="4501212" y="2935031"/>
          <a:ext cx="271265" cy="435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300" kern="1200"/>
        </a:p>
      </dsp:txBody>
      <dsp:txXfrm>
        <a:off x="4517985" y="2989143"/>
        <a:ext cx="189886" cy="261088"/>
      </dsp:txXfrm>
    </dsp:sp>
    <dsp:sp modelId="{1495BF1A-FD48-43CC-91D6-334D1EEBC5E5}">
      <dsp:nvSpPr>
        <dsp:cNvPr id="0" name=""/>
        <dsp:cNvSpPr/>
      </dsp:nvSpPr>
      <dsp:spPr>
        <a:xfrm>
          <a:off x="4527993" y="3243638"/>
          <a:ext cx="1279847" cy="1279847"/>
        </a:xfrm>
        <a:prstGeom prst="ellipse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Casus Yazılımlar</a:t>
          </a:r>
          <a:endParaRPr lang="tr-TR" sz="1600" kern="1200" dirty="0"/>
        </a:p>
      </dsp:txBody>
      <dsp:txXfrm>
        <a:off x="4715422" y="3431067"/>
        <a:ext cx="904989" cy="904989"/>
      </dsp:txXfrm>
    </dsp:sp>
    <dsp:sp modelId="{AB808292-98AD-427C-A4A0-9E0D729E81EF}">
      <dsp:nvSpPr>
        <dsp:cNvPr id="0" name=""/>
        <dsp:cNvSpPr/>
      </dsp:nvSpPr>
      <dsp:spPr>
        <a:xfrm rot="7560000">
          <a:off x="3457121" y="2935031"/>
          <a:ext cx="271265" cy="435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300" kern="1200"/>
        </a:p>
      </dsp:txBody>
      <dsp:txXfrm rot="10800000">
        <a:off x="3521727" y="2989143"/>
        <a:ext cx="189886" cy="261088"/>
      </dsp:txXfrm>
    </dsp:sp>
    <dsp:sp modelId="{A9640653-1991-4B92-A45C-B713D3537D7E}">
      <dsp:nvSpPr>
        <dsp:cNvPr id="0" name=""/>
        <dsp:cNvSpPr/>
      </dsp:nvSpPr>
      <dsp:spPr>
        <a:xfrm>
          <a:off x="2421759" y="3243638"/>
          <a:ext cx="1279847" cy="1279847"/>
        </a:xfrm>
        <a:prstGeom prst="ellipse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err="1" smtClean="0"/>
            <a:t>Rootkitler</a:t>
          </a:r>
          <a:endParaRPr lang="tr-TR" sz="1600" kern="1200" dirty="0"/>
        </a:p>
      </dsp:txBody>
      <dsp:txXfrm>
        <a:off x="2609188" y="3431067"/>
        <a:ext cx="904989" cy="904989"/>
      </dsp:txXfrm>
    </dsp:sp>
    <dsp:sp modelId="{2EEC99F7-0ADF-47B5-8CCE-DE4859D1353F}">
      <dsp:nvSpPr>
        <dsp:cNvPr id="0" name=""/>
        <dsp:cNvSpPr/>
      </dsp:nvSpPr>
      <dsp:spPr>
        <a:xfrm rot="11880000">
          <a:off x="3134479" y="1942040"/>
          <a:ext cx="271265" cy="435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300" kern="1200"/>
        </a:p>
      </dsp:txBody>
      <dsp:txXfrm rot="10800000">
        <a:off x="3213867" y="2041644"/>
        <a:ext cx="189886" cy="261088"/>
      </dsp:txXfrm>
    </dsp:sp>
    <dsp:sp modelId="{1916F3DA-2220-441F-8AFF-76B66106F197}">
      <dsp:nvSpPr>
        <dsp:cNvPr id="0" name=""/>
        <dsp:cNvSpPr/>
      </dsp:nvSpPr>
      <dsp:spPr>
        <a:xfrm>
          <a:off x="1770897" y="1240490"/>
          <a:ext cx="1279847" cy="1279847"/>
        </a:xfrm>
        <a:prstGeom prst="ellips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 smtClean="0"/>
            <a:t>Solucanlar</a:t>
          </a:r>
          <a:endParaRPr lang="tr-TR" sz="1600" kern="1200" dirty="0"/>
        </a:p>
      </dsp:txBody>
      <dsp:txXfrm>
        <a:off x="1958326" y="1427919"/>
        <a:ext cx="904989" cy="904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7F3D6-443D-4C27-80C1-16F303F236EA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3BDC6-0767-4A05-A5DF-99ED74ECB2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166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Morris, UNIX sisteminin şifreleme algoritmasını ilk yazan kişi</a:t>
            </a:r>
            <a:r>
              <a:rPr lang="tr-TR" baseline="0" dirty="0" smtClean="0"/>
              <a:t> </a:t>
            </a:r>
            <a:r>
              <a:rPr lang="tr-TR" baseline="0" dirty="0" err="1" smtClean="0"/>
              <a:t>olanBob</a:t>
            </a:r>
            <a:r>
              <a:rPr lang="tr-TR" baseline="0" dirty="0" smtClean="0"/>
              <a:t> Morris’ in oğludur.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A3BDC6-0767-4A05-A5DF-99ED74ECB2DE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6391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814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837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510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6249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3305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404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35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813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335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581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6977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CF35C-021E-4C32-A06C-09FE78BCF88C}" type="datetimeFigureOut">
              <a:rPr lang="tr-TR" smtClean="0"/>
              <a:t>8.02.2020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2A88E-8F38-47A6-89BB-36104EE7BA6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648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Bilgisayar ve Ağ Güvenliğine Giriş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8551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Tehditler Nelerdir?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55000" lnSpcReduction="20000"/>
          </a:bodyPr>
          <a:lstStyle/>
          <a:p>
            <a:r>
              <a:rPr lang="tr-TR" dirty="0"/>
              <a:t>Temel Güvenlik Terimleri</a:t>
            </a:r>
          </a:p>
          <a:p>
            <a:r>
              <a:rPr lang="tr-TR" dirty="0" smtClean="0"/>
              <a:t>Çalışan ve Eski Çalışan Tehditleri</a:t>
            </a:r>
          </a:p>
          <a:p>
            <a:r>
              <a:rPr lang="tr-TR" dirty="0" smtClean="0"/>
              <a:t>Kötü Amaçlı Yazılımlar (</a:t>
            </a:r>
            <a:r>
              <a:rPr lang="tr-TR" dirty="0" err="1" smtClean="0"/>
              <a:t>Malware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Virüsler</a:t>
            </a:r>
          </a:p>
          <a:p>
            <a:pPr lvl="1"/>
            <a:r>
              <a:rPr lang="tr-TR" dirty="0" smtClean="0"/>
              <a:t>Solucanlar (</a:t>
            </a:r>
            <a:r>
              <a:rPr lang="tr-TR" dirty="0" err="1" smtClean="0"/>
              <a:t>Worms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Truva Atları(</a:t>
            </a:r>
            <a:r>
              <a:rPr lang="tr-TR" dirty="0" err="1" smtClean="0"/>
              <a:t>Trojan</a:t>
            </a:r>
            <a:r>
              <a:rPr lang="tr-TR" dirty="0" smtClean="0"/>
              <a:t> </a:t>
            </a:r>
            <a:r>
              <a:rPr lang="tr-TR" dirty="0" err="1" smtClean="0"/>
              <a:t>horses</a:t>
            </a:r>
            <a:r>
              <a:rPr lang="tr-TR" dirty="0" smtClean="0"/>
              <a:t>) ve Davetsiz Misafirler (</a:t>
            </a:r>
            <a:r>
              <a:rPr lang="tr-TR" dirty="0" err="1" smtClean="0"/>
              <a:t>Rootkits</a:t>
            </a:r>
            <a:r>
              <a:rPr lang="tr-TR" dirty="0" smtClean="0"/>
              <a:t>)</a:t>
            </a:r>
          </a:p>
          <a:p>
            <a:pPr lvl="2"/>
            <a:r>
              <a:rPr lang="tr-TR" dirty="0" smtClean="0"/>
              <a:t>Hareket Etmeyen Kötü Amaçlı Yazılımlar</a:t>
            </a:r>
          </a:p>
          <a:p>
            <a:pPr lvl="2"/>
            <a:r>
              <a:rPr lang="tr-TR" dirty="0" smtClean="0"/>
              <a:t>Truva Atları</a:t>
            </a:r>
          </a:p>
          <a:p>
            <a:pPr lvl="2"/>
            <a:r>
              <a:rPr lang="tr-TR" dirty="0" smtClean="0"/>
              <a:t>Uzaktan Erişim </a:t>
            </a:r>
            <a:r>
              <a:rPr lang="tr-TR" dirty="0" err="1" smtClean="0"/>
              <a:t>Trojanlar</a:t>
            </a:r>
            <a:endParaRPr lang="tr-TR" dirty="0" smtClean="0"/>
          </a:p>
          <a:p>
            <a:pPr lvl="2"/>
            <a:r>
              <a:rPr lang="tr-TR" dirty="0" smtClean="0"/>
              <a:t>İndiriciler (</a:t>
            </a:r>
            <a:r>
              <a:rPr lang="tr-TR" dirty="0" err="1" smtClean="0"/>
              <a:t>Downloaderler</a:t>
            </a:r>
            <a:r>
              <a:rPr lang="tr-TR" dirty="0" smtClean="0"/>
              <a:t>)</a:t>
            </a:r>
          </a:p>
          <a:p>
            <a:pPr lvl="2"/>
            <a:r>
              <a:rPr lang="tr-TR" dirty="0" smtClean="0"/>
              <a:t>Casus Yazılımlar (</a:t>
            </a:r>
            <a:r>
              <a:rPr lang="tr-TR" dirty="0" err="1" smtClean="0"/>
              <a:t>Spyware</a:t>
            </a:r>
            <a:r>
              <a:rPr lang="tr-TR" dirty="0" smtClean="0"/>
              <a:t>)</a:t>
            </a:r>
          </a:p>
          <a:p>
            <a:pPr lvl="2"/>
            <a:r>
              <a:rPr lang="tr-TR" dirty="0"/>
              <a:t>Davetsiz Misafirler (</a:t>
            </a:r>
            <a:r>
              <a:rPr lang="tr-TR" dirty="0" err="1"/>
              <a:t>Rootkits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Sosyal Mühendislik</a:t>
            </a:r>
          </a:p>
          <a:p>
            <a:pPr lvl="2"/>
            <a:r>
              <a:rPr lang="tr-TR" dirty="0" err="1" smtClean="0"/>
              <a:t>Spam</a:t>
            </a:r>
            <a:r>
              <a:rPr lang="tr-TR" dirty="0" smtClean="0"/>
              <a:t> (İstenmeyen E posta)</a:t>
            </a:r>
          </a:p>
          <a:p>
            <a:pPr lvl="2"/>
            <a:r>
              <a:rPr lang="tr-TR" dirty="0" err="1" smtClean="0"/>
              <a:t>Oltalama</a:t>
            </a:r>
            <a:r>
              <a:rPr lang="tr-TR" dirty="0" smtClean="0"/>
              <a:t> (</a:t>
            </a:r>
            <a:r>
              <a:rPr lang="tr-TR" dirty="0" err="1" smtClean="0"/>
              <a:t>Phishing</a:t>
            </a:r>
            <a:r>
              <a:rPr lang="tr-TR" dirty="0" smtClean="0"/>
              <a:t>)</a:t>
            </a:r>
          </a:p>
          <a:p>
            <a:pPr lvl="2"/>
            <a:r>
              <a:rPr lang="tr-TR" dirty="0" smtClean="0"/>
              <a:t>Hedefe Yönelik Kimlik Avı</a:t>
            </a:r>
          </a:p>
          <a:p>
            <a:r>
              <a:rPr lang="tr-TR" dirty="0" err="1" smtClean="0"/>
              <a:t>Hackerlar</a:t>
            </a:r>
            <a:r>
              <a:rPr lang="tr-TR" dirty="0" smtClean="0"/>
              <a:t> ve Saldırılar</a:t>
            </a:r>
          </a:p>
          <a:p>
            <a:r>
              <a:rPr lang="tr-TR" dirty="0" smtClean="0"/>
              <a:t>Servis Engelleme Atakları (</a:t>
            </a:r>
            <a:r>
              <a:rPr lang="tr-TR" dirty="0" err="1" smtClean="0"/>
              <a:t>DoS</a:t>
            </a:r>
            <a:r>
              <a:rPr lang="tr-TR" dirty="0" smtClean="0"/>
              <a:t>) (</a:t>
            </a:r>
            <a:r>
              <a:rPr lang="tr-TR" dirty="0" err="1" smtClean="0"/>
              <a:t>DDoS</a:t>
            </a:r>
            <a:r>
              <a:rPr lang="tr-TR" dirty="0" smtClean="0"/>
              <a:t>)</a:t>
            </a:r>
          </a:p>
          <a:p>
            <a:r>
              <a:rPr lang="tr-TR" dirty="0" smtClean="0"/>
              <a:t>Siber Savaşlar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5166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Bilgi güvenliği Uzmanları Ne İş Yapar?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Bilgisayar ağlarının ve bilgilerinin korunması için güvenlik önlemlerini planlayın, uygulayın, yükseltin veya izleyin. </a:t>
            </a:r>
            <a:endParaRPr lang="tr-TR" dirty="0" smtClean="0"/>
          </a:p>
          <a:p>
            <a:r>
              <a:rPr lang="tr-TR" dirty="0" smtClean="0"/>
              <a:t>Dijital </a:t>
            </a:r>
            <a:r>
              <a:rPr lang="tr-TR" dirty="0"/>
              <a:t>dosyaları ve hayati elektronik altyapıyı koruyacak uygun güvenlik kontrollerinin yapılmasını sağlayabilir. Bilgisayar güvenliği ihlallerine ve virüslere yanıt verebilir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Kim Bunlar?</a:t>
            </a:r>
          </a:p>
          <a:p>
            <a:pPr lvl="1"/>
            <a:r>
              <a:rPr lang="tr-TR" dirty="0" smtClean="0"/>
              <a:t>Bilgisayar </a:t>
            </a:r>
            <a:r>
              <a:rPr lang="tr-TR" dirty="0"/>
              <a:t>Güvenliği Uzmanı, Ağ Güvenliği Analisti, İnternet Güvenliği Uzmanı</a:t>
            </a:r>
          </a:p>
        </p:txBody>
      </p:sp>
    </p:spTree>
    <p:extLst>
      <p:ext uri="{BB962C8B-B14F-4D97-AF65-F5344CB8AC3E}">
        <p14:creationId xmlns:p14="http://schemas.microsoft.com/office/powerpoint/2010/main" val="1584118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Olay ve Sonucu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>
            <a:noAutofit/>
          </a:bodyPr>
          <a:lstStyle/>
          <a:p>
            <a:r>
              <a:rPr lang="tr-TR" sz="2000" dirty="0"/>
              <a:t>1982-Bu dönemin en çok duyurulan olayı, </a:t>
            </a:r>
            <a:r>
              <a:rPr lang="tr-TR" sz="2000" dirty="0" err="1"/>
              <a:t>Milwaukee'nin</a:t>
            </a:r>
            <a:r>
              <a:rPr lang="tr-TR" sz="2000" dirty="0"/>
              <a:t> telefon alan kodundan adını </a:t>
            </a:r>
            <a:r>
              <a:rPr lang="tr-TR" sz="2000" dirty="0" smtClean="0"/>
              <a:t>alan Amerika - </a:t>
            </a:r>
            <a:r>
              <a:rPr lang="tr-TR" sz="2000" dirty="0" err="1" smtClean="0"/>
              <a:t>Milwaukee'deki</a:t>
            </a:r>
            <a:r>
              <a:rPr lang="tr-TR" sz="2000" dirty="0" smtClean="0"/>
              <a:t> altı </a:t>
            </a:r>
            <a:r>
              <a:rPr lang="tr-TR" sz="2000" dirty="0"/>
              <a:t>gençten oluşan </a:t>
            </a:r>
            <a:r>
              <a:rPr lang="tr-TR" sz="2000" dirty="0" smtClean="0"/>
              <a:t>414 adındaki bir </a:t>
            </a:r>
            <a:r>
              <a:rPr lang="tr-TR" sz="2000" dirty="0"/>
              <a:t>gruptu.</a:t>
            </a:r>
          </a:p>
          <a:p>
            <a:r>
              <a:rPr lang="tr-TR" sz="2000" dirty="0"/>
              <a:t>Bu gençler ulaşamayacakları sistemlere girmeyi heyecanlı buldular. Ev bilgisayarlarını, telefon hatlarını ve varsayılan şifreleri kullanarak, </a:t>
            </a:r>
            <a:r>
              <a:rPr lang="tr-TR" sz="2000" dirty="0" smtClean="0"/>
              <a:t>New </a:t>
            </a:r>
            <a:r>
              <a:rPr lang="tr-TR" sz="2000" dirty="0"/>
              <a:t>York'taki Los </a:t>
            </a:r>
            <a:r>
              <a:rPr lang="tr-TR" sz="2000" dirty="0" err="1"/>
              <a:t>Alamos</a:t>
            </a:r>
            <a:r>
              <a:rPr lang="tr-TR" sz="2000" dirty="0"/>
              <a:t> </a:t>
            </a:r>
            <a:r>
              <a:rPr lang="tr-TR" sz="2000" dirty="0" err="1"/>
              <a:t>Laboratuarları</a:t>
            </a:r>
            <a:r>
              <a:rPr lang="tr-TR" sz="2000" dirty="0"/>
              <a:t> ve </a:t>
            </a:r>
            <a:r>
              <a:rPr lang="tr-TR" sz="2000" dirty="0" err="1"/>
              <a:t>Memorial</a:t>
            </a:r>
            <a:r>
              <a:rPr lang="tr-TR" sz="2000" dirty="0"/>
              <a:t> </a:t>
            </a:r>
            <a:r>
              <a:rPr lang="tr-TR" sz="2000" dirty="0" err="1"/>
              <a:t>Sloan-Kettering</a:t>
            </a:r>
            <a:r>
              <a:rPr lang="tr-TR" sz="2000" dirty="0"/>
              <a:t> Kanser Merkezi'ndekiler de dahil olmak üzere yaklaşık </a:t>
            </a:r>
            <a:r>
              <a:rPr lang="tr-TR" sz="2000" dirty="0" smtClean="0"/>
              <a:t>%60 </a:t>
            </a:r>
            <a:r>
              <a:rPr lang="tr-TR" sz="2000" dirty="0"/>
              <a:t>yüksek profilli bilgisayar sistemine girmeyi başardı.</a:t>
            </a:r>
          </a:p>
          <a:p>
            <a:r>
              <a:rPr lang="tr-TR" sz="2000" b="1" dirty="0"/>
              <a:t>Olay, “Dikkat: Oyundaki </a:t>
            </a:r>
            <a:r>
              <a:rPr lang="tr-TR" sz="2000" b="1" dirty="0" err="1"/>
              <a:t>Hackerlar</a:t>
            </a:r>
            <a:r>
              <a:rPr lang="tr-TR" sz="2000" b="1" dirty="0"/>
              <a:t>” başlıklı bir Newsweek kapak hikayesi de dahil olmak üzere geniş bir </a:t>
            </a:r>
            <a:r>
              <a:rPr lang="tr-TR" sz="2000" b="1" dirty="0" smtClean="0"/>
              <a:t>kitlenin duymasına neden oldu. Bu olay bilgisayar </a:t>
            </a:r>
            <a:r>
              <a:rPr lang="tr-TR" sz="2000" b="1" dirty="0"/>
              <a:t>güvenliği bağlamında </a:t>
            </a:r>
            <a:r>
              <a:rPr lang="tr-TR" sz="2000" b="1" dirty="0" smtClean="0"/>
              <a:t>“</a:t>
            </a:r>
            <a:r>
              <a:rPr lang="tr-TR" sz="2000" b="1" dirty="0"/>
              <a:t>hacker” teriminin ilk kullanımı olduğuna inanılıyor. </a:t>
            </a:r>
            <a:endParaRPr lang="tr-TR" sz="2000" b="1" dirty="0" smtClean="0"/>
          </a:p>
          <a:p>
            <a:r>
              <a:rPr lang="tr-TR" sz="2000" dirty="0" smtClean="0"/>
              <a:t>Sonuç </a:t>
            </a:r>
            <a:r>
              <a:rPr lang="tr-TR" sz="2000" dirty="0"/>
              <a:t>olarak, ABD Kongresi bilgisayar güvenliği ile ilgili duruşmalarda </a:t>
            </a:r>
            <a:r>
              <a:rPr lang="tr-TR" sz="2000" dirty="0" smtClean="0"/>
              <a:t>konu oldu. </a:t>
            </a:r>
            <a:r>
              <a:rPr lang="tr-TR" sz="2000" dirty="0"/>
              <a:t>Bu tür olaylardan sonra Kongre, 1986 tarihli Bilgisayar Dolandırıcılığı ve Kötüye Kullanım Yasasını kabul etti ve </a:t>
            </a:r>
            <a:r>
              <a:rPr lang="tr-TR" sz="2000" dirty="0" smtClean="0"/>
              <a:t>kamu ve ticari </a:t>
            </a:r>
            <a:r>
              <a:rPr lang="tr-TR" sz="2000" dirty="0"/>
              <a:t>bilgisayar sistemlerine girmeyi suç haline getirdi.</a:t>
            </a:r>
          </a:p>
        </p:txBody>
      </p:sp>
    </p:spTree>
    <p:extLst>
      <p:ext uri="{BB962C8B-B14F-4D97-AF65-F5344CB8AC3E}">
        <p14:creationId xmlns:p14="http://schemas.microsoft.com/office/powerpoint/2010/main" val="202755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İlk Solucan : Morris </a:t>
            </a:r>
            <a:r>
              <a:rPr lang="tr-TR" dirty="0" err="1" smtClean="0"/>
              <a:t>Worm</a:t>
            </a:r>
            <a:r>
              <a:rPr lang="tr-TR" dirty="0" smtClean="0"/>
              <a:t> (1988)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smtClean="0"/>
              <a:t>Lise öğrencisi Robert Morris tarafından 2 Kasım 1988 </a:t>
            </a:r>
          </a:p>
          <a:p>
            <a:r>
              <a:rPr lang="tr-TR" dirty="0" smtClean="0"/>
              <a:t>Şimdi MIT’ de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Science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 smtClean="0"/>
              <a:t>Artificial</a:t>
            </a:r>
            <a:r>
              <a:rPr lang="tr-TR" dirty="0" smtClean="0"/>
              <a:t> </a:t>
            </a:r>
            <a:r>
              <a:rPr lang="tr-TR" dirty="0" err="1" smtClean="0"/>
              <a:t>Intelligence</a:t>
            </a:r>
            <a:r>
              <a:rPr lang="tr-TR" dirty="0" smtClean="0"/>
              <a:t>’ da bir Profesör</a:t>
            </a:r>
          </a:p>
          <a:p>
            <a:r>
              <a:rPr lang="tr-TR" dirty="0" smtClean="0"/>
              <a:t>99 satırdan oluşan internetin boyutunu ölçmek için </a:t>
            </a:r>
          </a:p>
          <a:p>
            <a:r>
              <a:rPr lang="tr-TR" dirty="0" smtClean="0"/>
              <a:t>Bulaştığı bir çok sistemi indiriyor ve arşivliyordu.</a:t>
            </a:r>
          </a:p>
          <a:p>
            <a:r>
              <a:rPr lang="tr-TR" dirty="0" smtClean="0"/>
              <a:t>İnternet üzerindeki %10 sistemi indirmişti.</a:t>
            </a:r>
          </a:p>
          <a:p>
            <a:r>
              <a:rPr lang="tr-TR" dirty="0"/>
              <a:t>Ayrıca 1986 Bilgisayar Sahtekarlığı ve Kötüye Kullanım Yasası uyarınca ilk mahkumiyetle sonuçlanmıştır. Robert Morris, denetimli serbestlik, toplum hizmeti ve para cezasına çarptırıldı</a:t>
            </a:r>
            <a:r>
              <a:rPr lang="tr-TR" dirty="0" smtClean="0"/>
              <a:t>. </a:t>
            </a:r>
          </a:p>
          <a:p>
            <a:r>
              <a:rPr lang="tr-TR" dirty="0" smtClean="0"/>
              <a:t>Morris Solucanı, ABD </a:t>
            </a:r>
            <a:r>
              <a:rPr lang="tr-TR" dirty="0" err="1" smtClean="0"/>
              <a:t>Hükemetine</a:t>
            </a:r>
            <a:r>
              <a:rPr lang="tr-TR" dirty="0" smtClean="0"/>
              <a:t>, </a:t>
            </a:r>
            <a:r>
              <a:rPr lang="tr-TR" dirty="0"/>
              <a:t>Carnegie </a:t>
            </a:r>
            <a:r>
              <a:rPr lang="tr-TR" dirty="0" smtClean="0"/>
              <a:t>Mellon Üniversitesinde CERT Koordinasyon </a:t>
            </a:r>
            <a:r>
              <a:rPr lang="tr-TR" dirty="0" err="1" smtClean="0"/>
              <a:t>Merkesini</a:t>
            </a:r>
            <a:r>
              <a:rPr lang="tr-TR" dirty="0" smtClean="0"/>
              <a:t> kurarak İnternet’ in acil durumlarda koordinasyonunu takip etmek için </a:t>
            </a:r>
            <a:r>
              <a:rPr lang="tr-TR" dirty="0"/>
              <a:t>ilham </a:t>
            </a:r>
            <a:r>
              <a:rPr lang="tr-TR" dirty="0" smtClean="0"/>
              <a:t>vermiştir.</a:t>
            </a:r>
          </a:p>
          <a:p>
            <a:r>
              <a:rPr lang="tr-TR" dirty="0" smtClean="0"/>
              <a:t>Morris ayrıca </a:t>
            </a:r>
            <a:r>
              <a:rPr lang="tr-TR" dirty="0" err="1" smtClean="0"/>
              <a:t>ViaWeb</a:t>
            </a:r>
            <a:r>
              <a:rPr lang="tr-TR" dirty="0" smtClean="0"/>
              <a:t> isimli e-ticaret sayfasının kurucularından biriydi ve bu web sitesini </a:t>
            </a:r>
            <a:r>
              <a:rPr lang="tr-TR" dirty="0" err="1" smtClean="0"/>
              <a:t>Yahoo</a:t>
            </a:r>
            <a:r>
              <a:rPr lang="tr-TR" dirty="0" smtClean="0"/>
              <a:t> satın almıştır.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3080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Tarihte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2000- </a:t>
            </a:r>
            <a:r>
              <a:rPr lang="tr-TR" dirty="0" err="1" smtClean="0"/>
              <a:t>ILoveYou</a:t>
            </a:r>
            <a:r>
              <a:rPr lang="tr-TR" dirty="0" smtClean="0"/>
              <a:t> Virüsü – Filipinlerde bir öğrenci</a:t>
            </a:r>
          </a:p>
          <a:p>
            <a:pPr lvl="1"/>
            <a:r>
              <a:rPr lang="tr-TR" dirty="0" smtClean="0"/>
              <a:t>Otomatik </a:t>
            </a:r>
            <a:r>
              <a:rPr lang="tr-TR" dirty="0" err="1" smtClean="0"/>
              <a:t>email</a:t>
            </a:r>
            <a:r>
              <a:rPr lang="tr-TR" dirty="0" smtClean="0"/>
              <a:t> atıyor</a:t>
            </a:r>
          </a:p>
          <a:p>
            <a:pPr lvl="1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67" y="3428999"/>
            <a:ext cx="5935781" cy="31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 – TJX Veri İhlali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600201"/>
            <a:ext cx="4680520" cy="442108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tr-TR" dirty="0" smtClean="0"/>
              <a:t>TJX Şirketi</a:t>
            </a:r>
          </a:p>
          <a:p>
            <a:pPr lvl="1" algn="just"/>
            <a:r>
              <a:rPr lang="tr-TR" dirty="0" smtClean="0"/>
              <a:t>Amerika, Kanada, İngiltere, İrlanda</a:t>
            </a:r>
          </a:p>
          <a:p>
            <a:pPr lvl="1" algn="just"/>
            <a:r>
              <a:rPr lang="tr-TR" dirty="0" smtClean="0"/>
              <a:t>18 Aralık 2006 tarihinde kendi bilgisayarlar sistemleri üzerinde şüpheli bir yazılım tespit ediliyor. </a:t>
            </a:r>
          </a:p>
          <a:p>
            <a:pPr lvl="1" algn="just"/>
            <a:r>
              <a:rPr lang="tr-TR" dirty="0" smtClean="0"/>
              <a:t>21 Aralık günü güvenlik danışmanları müşteri verilerinin çalındığını tespit ediyor.</a:t>
            </a:r>
          </a:p>
          <a:p>
            <a:pPr lvl="1" algn="just"/>
            <a:r>
              <a:rPr lang="tr-TR" dirty="0" smtClean="0"/>
              <a:t>22 Aralık günü ABD ve Kanada makamlarına haberdar ediliyor.</a:t>
            </a:r>
          </a:p>
          <a:p>
            <a:pPr lvl="1" algn="just"/>
            <a:r>
              <a:rPr lang="tr-TR" dirty="0" smtClean="0"/>
              <a:t>Yazılıma saldırı olduğu ve 45.7 milyon kullanıcının bilgilerinin çalındığını tahmin ediyorlar.</a:t>
            </a:r>
          </a:p>
          <a:p>
            <a:pPr lvl="1" algn="just"/>
            <a:r>
              <a:rPr lang="tr-TR" dirty="0" smtClean="0"/>
              <a:t>Çalınan bilgiler arasında kredi kartı bilgileri de var ve ATM </a:t>
            </a:r>
            <a:r>
              <a:rPr lang="tr-TR" dirty="0" err="1" smtClean="0"/>
              <a:t>lerden</a:t>
            </a:r>
            <a:r>
              <a:rPr lang="tr-TR" dirty="0" smtClean="0"/>
              <a:t> binlerce dolar çekildi ve kredi kartı bilgilerini satıyorlar.</a:t>
            </a:r>
          </a:p>
          <a:p>
            <a:pPr lvl="1" algn="just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940" y="2276872"/>
            <a:ext cx="4379515" cy="273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8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b="4616"/>
          <a:stretch/>
        </p:blipFill>
        <p:spPr>
          <a:xfrm>
            <a:off x="105578" y="764705"/>
            <a:ext cx="885891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2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tr-TR" dirty="0" smtClean="0"/>
              <a:t>Bilgisayar Güvenliği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1359932"/>
          </a:xfrm>
        </p:spPr>
        <p:txBody>
          <a:bodyPr>
            <a:normAutofit/>
          </a:bodyPr>
          <a:lstStyle/>
          <a:p>
            <a:pPr algn="just"/>
            <a:r>
              <a:rPr lang="tr-TR" sz="2000" dirty="0"/>
              <a:t>Bilgi sistemi kaynaklarının bütünlüğü, kullanılabilirlik ve gizliliğini korumak uygulanabilir hedeflerine ulaşmak için </a:t>
            </a:r>
            <a:r>
              <a:rPr lang="tr-TR" sz="2000" dirty="0" smtClean="0"/>
              <a:t>otomatik </a:t>
            </a:r>
            <a:r>
              <a:rPr lang="tr-TR" sz="2000" dirty="0"/>
              <a:t>bilgi </a:t>
            </a:r>
            <a:r>
              <a:rPr lang="tr-TR" sz="2000" dirty="0" smtClean="0"/>
              <a:t>sistemine uygulanan koruma </a:t>
            </a:r>
            <a:r>
              <a:rPr lang="tr-TR" sz="2000" dirty="0"/>
              <a:t>(donanım, yazılım, firmware, bilgi / veri ve telekomünikasyon dahil).</a:t>
            </a:r>
          </a:p>
        </p:txBody>
      </p:sp>
      <p:grpSp>
        <p:nvGrpSpPr>
          <p:cNvPr id="10" name="Grup 9"/>
          <p:cNvGrpSpPr/>
          <p:nvPr/>
        </p:nvGrpSpPr>
        <p:grpSpPr>
          <a:xfrm>
            <a:off x="1600200" y="2276872"/>
            <a:ext cx="5708104" cy="4248472"/>
            <a:chOff x="1600200" y="1905000"/>
            <a:chExt cx="6096000" cy="4419600"/>
          </a:xfrm>
        </p:grpSpPr>
        <p:sp>
          <p:nvSpPr>
            <p:cNvPr id="4" name="Oval 5"/>
            <p:cNvSpPr>
              <a:spLocks noChangeArrowheads="1"/>
            </p:cNvSpPr>
            <p:nvPr/>
          </p:nvSpPr>
          <p:spPr bwMode="auto">
            <a:xfrm>
              <a:off x="3048000" y="1905000"/>
              <a:ext cx="3276600" cy="297180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600200" y="3276600"/>
              <a:ext cx="3276600" cy="29718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6" name="Oval 8"/>
            <p:cNvSpPr>
              <a:spLocks noChangeArrowheads="1"/>
            </p:cNvSpPr>
            <p:nvPr/>
          </p:nvSpPr>
          <p:spPr bwMode="auto">
            <a:xfrm>
              <a:off x="4419600" y="3352800"/>
              <a:ext cx="3276600" cy="2971800"/>
            </a:xfrm>
            <a:prstGeom prst="ellipse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2057400" y="4953000"/>
              <a:ext cx="19812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b="1" dirty="0" smtClean="0">
                  <a:latin typeface="Comic Sans MS" pitchFamily="66" charset="0"/>
                </a:rPr>
                <a:t>Bütünlük</a:t>
              </a:r>
              <a:endParaRPr lang="en-US" dirty="0"/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3429744" y="2590800"/>
              <a:ext cx="24384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b="1" dirty="0" smtClean="0">
                  <a:latin typeface="Comic Sans MS" pitchFamily="66" charset="0"/>
                </a:rPr>
                <a:t>Gizlilik</a:t>
              </a:r>
              <a:endParaRPr lang="en-US" b="1" dirty="0">
                <a:latin typeface="Comic Sans MS" pitchFamily="66" charset="0"/>
              </a:endParaRP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5220072" y="5156478"/>
              <a:ext cx="2057400" cy="384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b="1" dirty="0" smtClean="0">
                  <a:latin typeface="Comic Sans MS" pitchFamily="66" charset="0"/>
                </a:rPr>
                <a:t>Erişilebilirlik</a:t>
              </a:r>
              <a:endParaRPr lang="en-US" b="1" dirty="0">
                <a:latin typeface="Comic Sans MS" pitchFamily="66" charset="0"/>
              </a:endParaRPr>
            </a:p>
          </p:txBody>
        </p:sp>
      </p:grpSp>
      <p:sp>
        <p:nvSpPr>
          <p:cNvPr id="11" name="Dikdörtgen 10"/>
          <p:cNvSpPr/>
          <p:nvPr/>
        </p:nvSpPr>
        <p:spPr>
          <a:xfrm rot="16200000">
            <a:off x="-351557" y="4091502"/>
            <a:ext cx="237785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800" b="1" dirty="0"/>
              <a:t>Güvenliğin Amacı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581400" y="25908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Comic Sans MS" pitchFamily="66" charset="0"/>
              </a:rPr>
              <a:t>Confidentiality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2057400" y="49530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Comic Sans MS" pitchFamily="66" charset="0"/>
              </a:rPr>
              <a:t>Integrity</a:t>
            </a:r>
            <a:endParaRPr lang="en-US" dirty="0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5410200" y="5105400"/>
            <a:ext cx="2057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 smtClean="0">
                <a:latin typeface="Comic Sans MS" pitchFamily="66" charset="0"/>
              </a:rPr>
              <a:t>Ava</a:t>
            </a:r>
            <a:r>
              <a:rPr lang="tr-TR" b="1" dirty="0" smtClean="0">
                <a:latin typeface="Comic Sans MS" pitchFamily="66" charset="0"/>
              </a:rPr>
              <a:t>i</a:t>
            </a:r>
            <a:r>
              <a:rPr lang="en-US" b="1" dirty="0" smtClean="0">
                <a:latin typeface="Comic Sans MS" pitchFamily="66" charset="0"/>
              </a:rPr>
              <a:t>l</a:t>
            </a:r>
            <a:r>
              <a:rPr lang="tr-TR" b="1" dirty="0" smtClean="0">
                <a:latin typeface="Comic Sans MS" pitchFamily="66" charset="0"/>
              </a:rPr>
              <a:t>a</a:t>
            </a:r>
            <a:r>
              <a:rPr lang="en-US" b="1" dirty="0" err="1" smtClean="0">
                <a:latin typeface="Comic Sans MS" pitchFamily="66" charset="0"/>
              </a:rPr>
              <a:t>bility</a:t>
            </a:r>
            <a:endParaRPr lang="en-US" b="1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9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Gizlilik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23528" y="1268760"/>
            <a:ext cx="8229600" cy="1282898"/>
          </a:xfrm>
        </p:spPr>
        <p:txBody>
          <a:bodyPr>
            <a:normAutofit fontScale="70000" lnSpcReduction="20000"/>
          </a:bodyPr>
          <a:lstStyle/>
          <a:p>
            <a:r>
              <a:rPr lang="tr-TR" dirty="0"/>
              <a:t>Bilişim sistem ve verilerine sadece yetkili kişi veya </a:t>
            </a:r>
            <a:r>
              <a:rPr lang="tr-TR" dirty="0" smtClean="0"/>
              <a:t>sistemlerce erişilebilmesini</a:t>
            </a:r>
            <a:r>
              <a:rPr lang="tr-TR" dirty="0"/>
              <a:t>; </a:t>
            </a:r>
            <a:endParaRPr lang="tr-TR" dirty="0" smtClean="0"/>
          </a:p>
          <a:p>
            <a:r>
              <a:rPr lang="tr-TR" dirty="0" smtClean="0"/>
              <a:t>bilişim </a:t>
            </a:r>
            <a:r>
              <a:rPr lang="tr-TR" dirty="0"/>
              <a:t>sistemlerine ait veya sistemdeki gizli verinin yetkisiz kişi </a:t>
            </a:r>
            <a:r>
              <a:rPr lang="tr-TR" dirty="0" smtClean="0"/>
              <a:t>veya sistemlerce </a:t>
            </a:r>
            <a:r>
              <a:rPr lang="tr-TR" dirty="0"/>
              <a:t>ifşa edilmemesi.</a:t>
            </a:r>
          </a:p>
        </p:txBody>
      </p:sp>
      <p:sp>
        <p:nvSpPr>
          <p:cNvPr id="4" name="Başlık 1"/>
          <p:cNvSpPr txBox="1">
            <a:spLocks/>
          </p:cNvSpPr>
          <p:nvPr/>
        </p:nvSpPr>
        <p:spPr>
          <a:xfrm>
            <a:off x="539552" y="270892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smtClean="0"/>
              <a:t>Bütünlük</a:t>
            </a:r>
            <a:endParaRPr lang="tr-TR" dirty="0"/>
          </a:p>
        </p:txBody>
      </p:sp>
      <p:sp>
        <p:nvSpPr>
          <p:cNvPr id="5" name="İçerik Yer Tutucusu 2"/>
          <p:cNvSpPr txBox="1">
            <a:spLocks/>
          </p:cNvSpPr>
          <p:nvPr/>
        </p:nvSpPr>
        <p:spPr>
          <a:xfrm>
            <a:off x="475928" y="3501008"/>
            <a:ext cx="8229600" cy="1282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32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tr-TR" sz="2400" dirty="0"/>
              <a:t>Bilişim sistemlerinin ve bilginin sadece yetkili kişilerce veya sistemlerce değiştirilebilmesi.</a:t>
            </a:r>
          </a:p>
        </p:txBody>
      </p:sp>
      <p:sp>
        <p:nvSpPr>
          <p:cNvPr id="6" name="Başlık 1"/>
          <p:cNvSpPr txBox="1">
            <a:spLocks/>
          </p:cNvSpPr>
          <p:nvPr/>
        </p:nvSpPr>
        <p:spPr>
          <a:xfrm>
            <a:off x="730816" y="4624496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smtClean="0"/>
              <a:t>Erişilebilirlik</a:t>
            </a:r>
            <a:endParaRPr lang="tr-TR" dirty="0"/>
          </a:p>
        </p:txBody>
      </p:sp>
      <p:sp>
        <p:nvSpPr>
          <p:cNvPr id="7" name="Dikdörtgen 6"/>
          <p:cNvSpPr/>
          <p:nvPr/>
        </p:nvSpPr>
        <p:spPr>
          <a:xfrm>
            <a:off x="251520" y="5567488"/>
            <a:ext cx="8784976" cy="1569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tr-TR" sz="2400" dirty="0"/>
              <a:t>Yetkili kişilerin ve işlemlerin ihtiyaç duyulan zaman içerisinde ve ihtiyaç duyulan kalitede bilişim sistemlerine ve bilgiye erişebilmesi.</a:t>
            </a:r>
          </a:p>
        </p:txBody>
      </p:sp>
    </p:spTree>
    <p:extLst>
      <p:ext uri="{BB962C8B-B14F-4D97-AF65-F5344CB8AC3E}">
        <p14:creationId xmlns:p14="http://schemas.microsoft.com/office/powerpoint/2010/main" val="176766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OSI Güvenlik Mimarisi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Güvenlik Saldırısı;</a:t>
            </a:r>
            <a:r>
              <a:rPr lang="tr-TR" dirty="0" smtClean="0"/>
              <a:t> </a:t>
            </a:r>
            <a:r>
              <a:rPr lang="tr-TR" dirty="0"/>
              <a:t>bilgi güvenliğini tehlikeye atan herhangi bir eylem (örneğin, hırsızlık bilgisi</a:t>
            </a:r>
            <a:r>
              <a:rPr lang="tr-TR" dirty="0" smtClean="0"/>
              <a:t>).</a:t>
            </a:r>
          </a:p>
          <a:p>
            <a:r>
              <a:rPr lang="tr-TR" b="1" dirty="0" smtClean="0"/>
              <a:t>Güvenlik Mekanizması; </a:t>
            </a:r>
            <a:r>
              <a:rPr lang="tr-TR" dirty="0" smtClean="0"/>
              <a:t>bir güvenlik saldırısından kurtarmak, tespit etmek ya da önlemek için tasarlanmış mekanizma</a:t>
            </a:r>
          </a:p>
          <a:p>
            <a:r>
              <a:rPr lang="tr-TR" b="1" dirty="0" smtClean="0"/>
              <a:t>Güvenlik Hizmeti;</a:t>
            </a:r>
            <a:r>
              <a:rPr lang="tr-TR" dirty="0"/>
              <a:t> Veri işleme sistemleri ve bilgi transferlerinin güvenliğini </a:t>
            </a:r>
            <a:r>
              <a:rPr lang="tr-TR" dirty="0" smtClean="0"/>
              <a:t>artıran </a:t>
            </a:r>
            <a:r>
              <a:rPr lang="tr-TR" dirty="0"/>
              <a:t>bir </a:t>
            </a:r>
            <a:r>
              <a:rPr lang="tr-TR" dirty="0" smtClean="0"/>
              <a:t>hizmet.</a:t>
            </a:r>
            <a:r>
              <a:rPr lang="tr-TR" dirty="0"/>
              <a:t> Bir güvenlik hizmeti, bir veya daha fazla güvenlik </a:t>
            </a:r>
            <a:r>
              <a:rPr lang="tr-TR" dirty="0" smtClean="0"/>
              <a:t>mekanizmasının </a:t>
            </a:r>
            <a:r>
              <a:rPr lang="tr-TR" b="1" dirty="0"/>
              <a:t>(Web tarayıcıları ve sunucular için SSL) </a:t>
            </a:r>
            <a:r>
              <a:rPr lang="tr-TR" dirty="0"/>
              <a:t>kullanımını </a:t>
            </a:r>
            <a:r>
              <a:rPr lang="tr-TR" dirty="0" smtClean="0"/>
              <a:t>sağlar.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2661660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 Saldırıları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496" y="3429000"/>
            <a:ext cx="9108504" cy="1324744"/>
          </a:xfrm>
        </p:spPr>
        <p:txBody>
          <a:bodyPr/>
          <a:lstStyle/>
          <a:p>
            <a:pPr marL="0" indent="0">
              <a:buNone/>
            </a:pPr>
            <a:r>
              <a:rPr lang="tr-TR" b="1" dirty="0" smtClean="0"/>
              <a:t>Servisler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b="1" dirty="0"/>
              <a:t>Mekanizmaları</a:t>
            </a:r>
            <a:r>
              <a:rPr lang="tr-TR" dirty="0"/>
              <a:t> kullanarak - </a:t>
            </a:r>
            <a:r>
              <a:rPr lang="tr-TR" b="1" dirty="0"/>
              <a:t>Saldırıları</a:t>
            </a:r>
            <a:r>
              <a:rPr lang="tr-TR" dirty="0"/>
              <a:t> önler</a:t>
            </a:r>
          </a:p>
        </p:txBody>
      </p:sp>
    </p:spTree>
    <p:extLst>
      <p:ext uri="{BB962C8B-B14F-4D97-AF65-F5344CB8AC3E}">
        <p14:creationId xmlns:p14="http://schemas.microsoft.com/office/powerpoint/2010/main" val="920384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 Saldırıları</a:t>
            </a:r>
          </a:p>
        </p:txBody>
      </p:sp>
      <p:pic>
        <p:nvPicPr>
          <p:cNvPr id="4" name="Picture 4" descr=" Picture 4                                                      00000002JAC-HG4                        ABA78158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64850"/>
            <a:ext cx="6216352" cy="460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57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 Saldırıları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 smtClean="0">
                <a:latin typeface="Comic Sans MS" pitchFamily="66" charset="0"/>
              </a:rPr>
              <a:t>Interruption</a:t>
            </a:r>
            <a:r>
              <a:rPr lang="tr-TR" b="1" dirty="0" smtClean="0">
                <a:latin typeface="Comic Sans MS" pitchFamily="66" charset="0"/>
              </a:rPr>
              <a:t>(Kesinti)</a:t>
            </a:r>
            <a:r>
              <a:rPr lang="en-US" b="1" dirty="0" smtClean="0">
                <a:latin typeface="Comic Sans MS" pitchFamily="66" charset="0"/>
              </a:rPr>
              <a:t>:</a:t>
            </a:r>
            <a:r>
              <a:rPr lang="en-US" dirty="0" smtClean="0">
                <a:latin typeface="Comic Sans MS" pitchFamily="66" charset="0"/>
              </a:rPr>
              <a:t> </a:t>
            </a:r>
            <a:r>
              <a:rPr lang="tr-TR" dirty="0" err="1" smtClean="0">
                <a:latin typeface="Comic Sans MS" pitchFamily="66" charset="0"/>
              </a:rPr>
              <a:t>Kullanabilirlik</a:t>
            </a:r>
            <a:r>
              <a:rPr lang="tr-TR" dirty="0" smtClean="0">
                <a:latin typeface="Comic Sans MS" pitchFamily="66" charset="0"/>
              </a:rPr>
              <a:t> üzerine bir saldırıdır.</a:t>
            </a:r>
            <a:endParaRPr lang="en-US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en-US" b="1" dirty="0" smtClean="0">
                <a:latin typeface="Comic Sans MS" pitchFamily="66" charset="0"/>
              </a:rPr>
              <a:t>Interception</a:t>
            </a:r>
            <a:r>
              <a:rPr lang="tr-TR" b="1" dirty="0" smtClean="0">
                <a:latin typeface="Comic Sans MS" pitchFamily="66" charset="0"/>
              </a:rPr>
              <a:t>(Durdurma)</a:t>
            </a:r>
            <a:r>
              <a:rPr lang="en-US" b="1" dirty="0" smtClean="0">
                <a:latin typeface="Comic Sans MS" pitchFamily="66" charset="0"/>
              </a:rPr>
              <a:t>:</a:t>
            </a:r>
            <a:r>
              <a:rPr lang="en-US" dirty="0" smtClean="0">
                <a:latin typeface="Comic Sans MS" pitchFamily="66" charset="0"/>
              </a:rPr>
              <a:t> </a:t>
            </a:r>
            <a:r>
              <a:rPr lang="tr-TR" dirty="0" smtClean="0">
                <a:latin typeface="Comic Sans MS" pitchFamily="66" charset="0"/>
              </a:rPr>
              <a:t>Gizlilik üzerine bir saldırıdır.</a:t>
            </a:r>
            <a:endParaRPr lang="en-US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en-US" b="1" dirty="0" smtClean="0">
                <a:latin typeface="Comic Sans MS" pitchFamily="66" charset="0"/>
              </a:rPr>
              <a:t>Modification</a:t>
            </a:r>
            <a:r>
              <a:rPr lang="tr-TR" b="1" dirty="0" smtClean="0">
                <a:latin typeface="Comic Sans MS" pitchFamily="66" charset="0"/>
              </a:rPr>
              <a:t>(Değişiklik)</a:t>
            </a:r>
            <a:r>
              <a:rPr lang="en-US" b="1" dirty="0" smtClean="0">
                <a:latin typeface="Comic Sans MS" pitchFamily="66" charset="0"/>
              </a:rPr>
              <a:t>:</a:t>
            </a:r>
            <a:r>
              <a:rPr lang="en-US" dirty="0" smtClean="0">
                <a:latin typeface="Comic Sans MS" pitchFamily="66" charset="0"/>
              </a:rPr>
              <a:t> </a:t>
            </a:r>
            <a:r>
              <a:rPr lang="tr-TR" dirty="0" smtClean="0">
                <a:latin typeface="Comic Sans MS" pitchFamily="66" charset="0"/>
              </a:rPr>
              <a:t>Bütünlük üzerine bir saldırıdır.</a:t>
            </a:r>
            <a:endParaRPr lang="en-US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en-US" b="1" dirty="0" smtClean="0">
                <a:latin typeface="Comic Sans MS" pitchFamily="66" charset="0"/>
              </a:rPr>
              <a:t>Fabrication</a:t>
            </a:r>
            <a:r>
              <a:rPr lang="tr-TR" b="1" dirty="0" smtClean="0">
                <a:latin typeface="Comic Sans MS" pitchFamily="66" charset="0"/>
              </a:rPr>
              <a:t>(Uydurma)</a:t>
            </a:r>
            <a:r>
              <a:rPr lang="en-US" b="1" dirty="0" smtClean="0">
                <a:latin typeface="Comic Sans MS" pitchFamily="66" charset="0"/>
              </a:rPr>
              <a:t>:</a:t>
            </a:r>
            <a:r>
              <a:rPr lang="en-US" dirty="0" smtClean="0">
                <a:latin typeface="Comic Sans MS" pitchFamily="66" charset="0"/>
              </a:rPr>
              <a:t> </a:t>
            </a:r>
            <a:r>
              <a:rPr lang="tr-TR" dirty="0" smtClean="0">
                <a:latin typeface="Comic Sans MS" pitchFamily="66" charset="0"/>
              </a:rPr>
              <a:t>Özgünlük üzerine bir saldırıdır.</a:t>
            </a:r>
            <a:endParaRPr lang="en-US" dirty="0">
              <a:latin typeface="Comic Sans MS" pitchFamily="66" charset="0"/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47195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436484"/>
              </p:ext>
            </p:extLst>
          </p:nvPr>
        </p:nvGraphicFramePr>
        <p:xfrm>
          <a:off x="107504" y="836712"/>
          <a:ext cx="8928992" cy="5289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9716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63538" y="55153"/>
            <a:ext cx="8229600" cy="1143000"/>
          </a:xfrm>
        </p:spPr>
        <p:txBody>
          <a:bodyPr/>
          <a:lstStyle/>
          <a:p>
            <a:r>
              <a:rPr lang="tr-TR" dirty="0" smtClean="0"/>
              <a:t>Pasif Saldırılar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198153"/>
            <a:ext cx="4752528" cy="271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8"/>
          <a:stretch/>
        </p:blipFill>
        <p:spPr bwMode="auto">
          <a:xfrm>
            <a:off x="1763688" y="3944528"/>
            <a:ext cx="5184576" cy="2763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671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39552" y="13760"/>
            <a:ext cx="8229600" cy="894960"/>
          </a:xfrm>
        </p:spPr>
        <p:txBody>
          <a:bodyPr/>
          <a:lstStyle/>
          <a:p>
            <a:r>
              <a:rPr lang="tr-TR" dirty="0" smtClean="0"/>
              <a:t>Aktif Saldırılar</a:t>
            </a:r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00" y="844622"/>
            <a:ext cx="5447496" cy="3376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944548"/>
            <a:ext cx="5004048" cy="2892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166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4616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Aktif Saldırılar</a:t>
            </a:r>
            <a:endParaRPr lang="tr-T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5"/>
          <a:stretch/>
        </p:blipFill>
        <p:spPr bwMode="auto">
          <a:xfrm>
            <a:off x="0" y="764704"/>
            <a:ext cx="5448300" cy="3171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553548"/>
            <a:ext cx="5148064" cy="330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968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Güvenlik Servisleri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X-800:</a:t>
            </a:r>
            <a:r>
              <a:rPr lang="tr-TR" dirty="0" smtClean="0"/>
              <a:t> Sistemlerin veya </a:t>
            </a:r>
            <a:r>
              <a:rPr lang="tr-TR" dirty="0"/>
              <a:t>veri </a:t>
            </a:r>
            <a:r>
              <a:rPr lang="tr-TR" dirty="0" smtClean="0"/>
              <a:t>transferlerinin </a:t>
            </a:r>
            <a:r>
              <a:rPr lang="tr-TR" dirty="0"/>
              <a:t>yeterli güvenlik sağlayan OSI sistemlerinin </a:t>
            </a:r>
            <a:r>
              <a:rPr lang="tr-TR" dirty="0" smtClean="0"/>
              <a:t>bir </a:t>
            </a:r>
            <a:r>
              <a:rPr lang="tr-TR" dirty="0"/>
              <a:t>protokol katmanı tarafından </a:t>
            </a:r>
            <a:r>
              <a:rPr lang="tr-TR" dirty="0" smtClean="0"/>
              <a:t>bir hizmet sağlayacağını tanımlar.</a:t>
            </a:r>
          </a:p>
          <a:p>
            <a:endParaRPr lang="tr-TR" dirty="0" smtClean="0"/>
          </a:p>
          <a:p>
            <a:r>
              <a:rPr lang="tr-TR" b="1" dirty="0" smtClean="0"/>
              <a:t>RFC 2828: </a:t>
            </a:r>
            <a:r>
              <a:rPr lang="tr-TR" dirty="0" smtClean="0"/>
              <a:t>işlem </a:t>
            </a:r>
            <a:r>
              <a:rPr lang="tr-TR" dirty="0"/>
              <a:t>veya iletişim </a:t>
            </a:r>
            <a:r>
              <a:rPr lang="tr-TR" dirty="0" smtClean="0"/>
              <a:t>servisinin sistem kaynaklarının korunmasının türlerini içeren bir sistem tarafından sağlanmasını tanımlar.</a:t>
            </a:r>
          </a:p>
        </p:txBody>
      </p:sp>
    </p:spTree>
    <p:extLst>
      <p:ext uri="{BB962C8B-B14F-4D97-AF65-F5344CB8AC3E}">
        <p14:creationId xmlns:p14="http://schemas.microsoft.com/office/powerpoint/2010/main" val="2102431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X.800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tr-TR" dirty="0" smtClean="0"/>
              <a:t>5 ana kategoride güvenlik servislerini tanımlar</a:t>
            </a:r>
          </a:p>
          <a:p>
            <a:pPr lvl="1"/>
            <a:r>
              <a:rPr lang="tr-TR" dirty="0"/>
              <a:t>Kimlik Doğrulama-AUTHENTICATION</a:t>
            </a:r>
            <a:endParaRPr lang="tr-TR" dirty="0" smtClean="0"/>
          </a:p>
          <a:p>
            <a:pPr lvl="1"/>
            <a:r>
              <a:rPr lang="tr-TR" dirty="0"/>
              <a:t>Erişim Kontrolü-ACCESS CONTROL</a:t>
            </a:r>
            <a:endParaRPr lang="tr-TR" dirty="0" smtClean="0"/>
          </a:p>
          <a:p>
            <a:pPr lvl="1"/>
            <a:r>
              <a:rPr lang="tr-TR" dirty="0"/>
              <a:t>Veri Gizliliği-DATA CONFIDENTIALITY</a:t>
            </a:r>
            <a:endParaRPr lang="tr-TR" dirty="0" smtClean="0"/>
          </a:p>
          <a:p>
            <a:pPr lvl="1"/>
            <a:r>
              <a:rPr lang="tr-TR" dirty="0"/>
              <a:t>Veri Bütünlüğü-DATA INTEGRITY</a:t>
            </a:r>
            <a:endParaRPr lang="tr-TR" dirty="0" smtClean="0"/>
          </a:p>
          <a:p>
            <a:pPr lvl="1"/>
            <a:r>
              <a:rPr lang="tr-TR" dirty="0"/>
              <a:t>Reddedilmeme-NONREPUDIATION</a:t>
            </a:r>
          </a:p>
        </p:txBody>
      </p:sp>
    </p:spTree>
    <p:extLst>
      <p:ext uri="{BB962C8B-B14F-4D97-AF65-F5344CB8AC3E}">
        <p14:creationId xmlns:p14="http://schemas.microsoft.com/office/powerpoint/2010/main" val="799377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Güvenlik Mekanizmaları</a:t>
            </a:r>
            <a:endParaRPr lang="tr-TR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05234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7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Güvenlik Servisleri ile Mekanizmaları arasındaki İlişkiler</a:t>
            </a:r>
            <a:endParaRPr lang="tr-TR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036711"/>
              </p:ext>
            </p:extLst>
          </p:nvPr>
        </p:nvGraphicFramePr>
        <p:xfrm>
          <a:off x="179512" y="2139032"/>
          <a:ext cx="8705603" cy="3378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18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1800" dirty="0" smtClean="0"/>
                        <a:t>Servisler</a:t>
                      </a:r>
                      <a:endParaRPr lang="tr-T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 smtClean="0"/>
                        <a:t>Şifreleme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 smtClean="0"/>
                        <a:t>Dijital İmza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 smtClean="0"/>
                        <a:t>Erişim Kontrolü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 smtClean="0"/>
                        <a:t>Veri Bütünlüğü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 smtClean="0"/>
                        <a:t>Oturum Değiştirme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 smtClean="0"/>
                        <a:t>Trafik Doluluğu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 smtClean="0"/>
                        <a:t>Yönlendirme Kontrolü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Noter</a:t>
                      </a:r>
                      <a:endParaRPr lang="tr-TR" sz="105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dirty="0" smtClean="0">
                          <a:solidFill>
                            <a:schemeClr val="bg1"/>
                          </a:solidFill>
                        </a:rPr>
                        <a:t>Eşler arası Kimlik Doğrulaması</a:t>
                      </a:r>
                      <a:endParaRPr lang="tr-TR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dirty="0" smtClean="0">
                          <a:solidFill>
                            <a:schemeClr val="bg1"/>
                          </a:solidFill>
                        </a:rPr>
                        <a:t>Veri Kaynağı kimlik Doğrulaması</a:t>
                      </a:r>
                      <a:endParaRPr lang="tr-TR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dirty="0" smtClean="0">
                          <a:solidFill>
                            <a:schemeClr val="bg1"/>
                          </a:solidFill>
                        </a:rPr>
                        <a:t>Erişim</a:t>
                      </a:r>
                      <a:r>
                        <a:rPr lang="tr-TR" sz="1400" baseline="0" dirty="0" smtClean="0">
                          <a:solidFill>
                            <a:schemeClr val="bg1"/>
                          </a:solidFill>
                        </a:rPr>
                        <a:t> Kontrolü</a:t>
                      </a:r>
                      <a:endParaRPr lang="tr-TR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dirty="0" smtClean="0">
                          <a:solidFill>
                            <a:schemeClr val="bg1"/>
                          </a:solidFill>
                        </a:rPr>
                        <a:t>Gizlilik</a:t>
                      </a:r>
                      <a:endParaRPr lang="tr-TR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dirty="0" smtClean="0">
                          <a:solidFill>
                            <a:schemeClr val="bg1"/>
                          </a:solidFill>
                        </a:rPr>
                        <a:t>Trafik Akış</a:t>
                      </a:r>
                      <a:r>
                        <a:rPr lang="tr-TR" sz="1400" baseline="0" dirty="0" smtClean="0">
                          <a:solidFill>
                            <a:schemeClr val="bg1"/>
                          </a:solidFill>
                        </a:rPr>
                        <a:t> Gizliliği</a:t>
                      </a:r>
                      <a:endParaRPr lang="tr-TR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dirty="0" smtClean="0">
                          <a:solidFill>
                            <a:schemeClr val="bg1"/>
                          </a:solidFill>
                        </a:rPr>
                        <a:t>Veri Bütünlüğü</a:t>
                      </a:r>
                      <a:endParaRPr lang="tr-TR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dirty="0" smtClean="0">
                          <a:solidFill>
                            <a:schemeClr val="bg1"/>
                          </a:solidFill>
                        </a:rPr>
                        <a:t>Reddedilmeme</a:t>
                      </a:r>
                      <a:endParaRPr lang="tr-TR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dirty="0" smtClean="0">
                          <a:solidFill>
                            <a:schemeClr val="bg1"/>
                          </a:solidFill>
                        </a:rPr>
                        <a:t>Erişilebilirlik</a:t>
                      </a:r>
                      <a:endParaRPr lang="tr-TR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√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48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 Güvenliği için bir Model</a:t>
            </a:r>
            <a:endParaRPr lang="tr-T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80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 Erişim Güvenliği için Model</a:t>
            </a:r>
            <a:endParaRPr lang="tr-T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88" y="1988840"/>
            <a:ext cx="8747929" cy="2921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9875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74"/>
          <a:stretch/>
        </p:blipFill>
        <p:spPr bwMode="auto">
          <a:xfrm>
            <a:off x="755576" y="548680"/>
            <a:ext cx="747382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5971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Saldırı Türleri</a:t>
            </a:r>
            <a:endParaRPr lang="tr-TR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96850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1837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Yemleme (</a:t>
            </a:r>
            <a:r>
              <a:rPr lang="tr-TR" dirty="0" err="1"/>
              <a:t>Phishing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dirty="0" smtClean="0"/>
              <a:t>Yasadışı </a:t>
            </a:r>
            <a:r>
              <a:rPr lang="tr-TR" dirty="0"/>
              <a:t>yollarla kullanıcıların herhangi bir sistem için </a:t>
            </a:r>
            <a:r>
              <a:rPr lang="tr-TR" dirty="0" smtClean="0"/>
              <a:t>kullandıkları kullanıcı </a:t>
            </a:r>
            <a:r>
              <a:rPr lang="tr-TR" dirty="0"/>
              <a:t>adı, şifre, kimlik bilgileri, kredi kartı ayrıntıları gibi bilgilerin ele </a:t>
            </a:r>
            <a:r>
              <a:rPr lang="tr-TR" dirty="0" smtClean="0"/>
              <a:t>geçirilmesidir.</a:t>
            </a:r>
          </a:p>
          <a:p>
            <a:r>
              <a:rPr lang="tr-TR" dirty="0"/>
              <a:t>Sözcük, İngilizce </a:t>
            </a:r>
            <a:r>
              <a:rPr lang="tr-TR" dirty="0" err="1"/>
              <a:t>password</a:t>
            </a:r>
            <a:r>
              <a:rPr lang="tr-TR" dirty="0"/>
              <a:t> (şifre) ve </a:t>
            </a:r>
            <a:r>
              <a:rPr lang="tr-TR" dirty="0" err="1"/>
              <a:t>fishing</a:t>
            </a:r>
            <a:r>
              <a:rPr lang="tr-TR" dirty="0"/>
              <a:t> (balık avlamak) sözcüklerinin </a:t>
            </a:r>
            <a:r>
              <a:rPr lang="tr-TR" dirty="0" smtClean="0"/>
              <a:t>birleşmesiyle oluşturulmuş </a:t>
            </a:r>
            <a:r>
              <a:rPr lang="tr-TR" dirty="0" err="1"/>
              <a:t>phishing</a:t>
            </a:r>
            <a:r>
              <a:rPr lang="tr-TR" dirty="0"/>
              <a:t> ifadesinin Türkçe karşılığıdır. "</a:t>
            </a:r>
            <a:r>
              <a:rPr lang="tr-TR" dirty="0" err="1"/>
              <a:t>Yemleyici</a:t>
            </a:r>
            <a:r>
              <a:rPr lang="tr-TR" dirty="0"/>
              <a:t>" diye tanımlanan </a:t>
            </a:r>
            <a:r>
              <a:rPr lang="tr-TR" dirty="0" smtClean="0"/>
              <a:t>şifre avcıları</a:t>
            </a:r>
            <a:r>
              <a:rPr lang="tr-TR" dirty="0"/>
              <a:t>, genelde e-posta gibi yollarla kişilere ulaşır ve onların kredi kartı gibi </a:t>
            </a:r>
            <a:r>
              <a:rPr lang="tr-TR" dirty="0" smtClean="0"/>
              <a:t>ayrıntılarını sanki </a:t>
            </a:r>
            <a:r>
              <a:rPr lang="tr-TR" dirty="0"/>
              <a:t>resmi bir kurummuş gibi ister. Bu tip mailleri cevaplayan kullanıcıların da </a:t>
            </a:r>
            <a:r>
              <a:rPr lang="tr-TR" dirty="0" smtClean="0"/>
              <a:t>hesapları, şifreleri </a:t>
            </a:r>
            <a:r>
              <a:rPr lang="tr-TR" dirty="0"/>
              <a:t>vb. özel bilgileri çalınmaktadır</a:t>
            </a:r>
            <a:r>
              <a:rPr lang="tr-TR" dirty="0" smtClean="0"/>
              <a:t>.</a:t>
            </a:r>
          </a:p>
          <a:p>
            <a:r>
              <a:rPr lang="tr-TR" dirty="0"/>
              <a:t>Örnek olarak; format açısından resmi bir banka konseptinde bir e-posta alınır, ve bu </a:t>
            </a:r>
            <a:r>
              <a:rPr lang="tr-TR" dirty="0" smtClean="0"/>
              <a:t>epostada şifre</a:t>
            </a:r>
            <a:r>
              <a:rPr lang="tr-TR" dirty="0"/>
              <a:t>, kredi kartı numarası vb. bilgilerin verilmesi önerilir.</a:t>
            </a:r>
          </a:p>
          <a:p>
            <a:r>
              <a:rPr lang="tr-TR" dirty="0"/>
              <a:t>Yemleme karşısında tüm bankalar vb. kurumlar hiçbir zaman kullanıcılarından </a:t>
            </a:r>
            <a:r>
              <a:rPr lang="tr-TR" dirty="0" smtClean="0"/>
              <a:t>e-posta aracılığı </a:t>
            </a:r>
            <a:r>
              <a:rPr lang="tr-TR" dirty="0"/>
              <a:t>ile özel bilgilerini istemeyeceklerini, böyle bir durumda e-postayı vb. </a:t>
            </a:r>
            <a:r>
              <a:rPr lang="tr-TR" dirty="0" smtClean="0"/>
              <a:t>talepleri kendilerine </a:t>
            </a:r>
            <a:r>
              <a:rPr lang="tr-TR" dirty="0"/>
              <a:t>iletmelerini önerirler.</a:t>
            </a:r>
          </a:p>
        </p:txBody>
      </p:sp>
    </p:spTree>
    <p:extLst>
      <p:ext uri="{BB962C8B-B14F-4D97-AF65-F5344CB8AC3E}">
        <p14:creationId xmlns:p14="http://schemas.microsoft.com/office/powerpoint/2010/main" val="437975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Sosyal Mühendislik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 smtClean="0"/>
              <a:t>Temel </a:t>
            </a:r>
            <a:r>
              <a:rPr lang="tr-TR" dirty="0"/>
              <a:t>olarak bilgisayar ya da bilgisayar ağlarındaki </a:t>
            </a:r>
            <a:r>
              <a:rPr lang="tr-TR" dirty="0" smtClean="0"/>
              <a:t>açıklıklardan faydalanarak </a:t>
            </a:r>
            <a:r>
              <a:rPr lang="tr-TR" dirty="0"/>
              <a:t>bilgisayar sistemlerine zarar veren yaklaşımların aksine “</a:t>
            </a:r>
            <a:r>
              <a:rPr lang="tr-TR" dirty="0" smtClean="0"/>
              <a:t>sosyal mühendislik</a:t>
            </a:r>
            <a:r>
              <a:rPr lang="tr-TR" dirty="0"/>
              <a:t>” yöntemi insanların iletişim, düşünce tarzı, güven ya da kısaca </a:t>
            </a:r>
            <a:r>
              <a:rPr lang="tr-TR" dirty="0" smtClean="0"/>
              <a:t>insani zaaflarından </a:t>
            </a:r>
            <a:r>
              <a:rPr lang="tr-TR" dirty="0"/>
              <a:t>faydalanarak siber güvenlik süreçlerinin etkisiz hale getirilmesi ya </a:t>
            </a:r>
            <a:r>
              <a:rPr lang="tr-TR" dirty="0" smtClean="0"/>
              <a:t>da atlatılması </a:t>
            </a:r>
            <a:r>
              <a:rPr lang="tr-TR" dirty="0"/>
              <a:t>şeklinde tanımlanabilir. </a:t>
            </a:r>
            <a:endParaRPr lang="tr-TR" dirty="0" smtClean="0"/>
          </a:p>
          <a:p>
            <a:r>
              <a:rPr lang="tr-TR" dirty="0" smtClean="0"/>
              <a:t>Sosyal </a:t>
            </a:r>
            <a:r>
              <a:rPr lang="tr-TR" dirty="0"/>
              <a:t>mühendislik yöntemleri; çeşitli yalanlar yolu </a:t>
            </a:r>
            <a:r>
              <a:rPr lang="tr-TR" dirty="0" smtClean="0"/>
              <a:t>ile sahte </a:t>
            </a:r>
            <a:r>
              <a:rPr lang="tr-TR" dirty="0"/>
              <a:t>senaryolar üretmek, hedef kişiye kendini güvenilir bir kaynak olarak tanıtmak ya </a:t>
            </a:r>
            <a:r>
              <a:rPr lang="tr-TR" dirty="0" smtClean="0"/>
              <a:t>da basit </a:t>
            </a:r>
            <a:r>
              <a:rPr lang="tr-TR" dirty="0"/>
              <a:t>ödüllendirme yöntemleri ile bilgi sızdırmak şeklinde </a:t>
            </a:r>
            <a:r>
              <a:rPr lang="tr-TR" dirty="0" smtClean="0"/>
              <a:t>özetlenebilir.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2252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D-</a:t>
            </a:r>
            <a:r>
              <a:rPr lang="tr-TR" dirty="0" err="1" smtClean="0"/>
              <a:t>DoS</a:t>
            </a:r>
            <a:r>
              <a:rPr lang="tr-TR" dirty="0" smtClean="0"/>
              <a:t> Saldırıları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Günümüzde en yaygın olarak görülen siber saldırılardan biri dağıtık hizmet </a:t>
            </a:r>
            <a:r>
              <a:rPr lang="tr-TR" dirty="0" smtClean="0"/>
              <a:t>dışı bırakma </a:t>
            </a:r>
            <a:r>
              <a:rPr lang="tr-TR" dirty="0"/>
              <a:t>(</a:t>
            </a:r>
            <a:r>
              <a:rPr lang="tr-TR" dirty="0" err="1"/>
              <a:t>DDoS</a:t>
            </a:r>
            <a:r>
              <a:rPr lang="tr-TR" dirty="0"/>
              <a:t>) saldırısıdır. </a:t>
            </a:r>
            <a:r>
              <a:rPr lang="tr-TR" dirty="0" err="1"/>
              <a:t>DDoS</a:t>
            </a:r>
            <a:r>
              <a:rPr lang="tr-TR" dirty="0"/>
              <a:t> saldırısı çevrimiçi bir uygulama veya </a:t>
            </a:r>
            <a:r>
              <a:rPr lang="tr-TR" dirty="0" smtClean="0"/>
              <a:t>hizmetin çalışmasını </a:t>
            </a:r>
            <a:r>
              <a:rPr lang="tr-TR" dirty="0"/>
              <a:t>engellemek amacıyla yapılan ve bant genişliğinin tamamını </a:t>
            </a:r>
            <a:r>
              <a:rPr lang="tr-TR" dirty="0" smtClean="0"/>
              <a:t>kullanarak sistemin </a:t>
            </a:r>
            <a:r>
              <a:rPr lang="tr-TR" dirty="0"/>
              <a:t>cevap vermesini engellemeyi hedefleyen siber saldırı türü </a:t>
            </a:r>
            <a:r>
              <a:rPr lang="tr-TR" dirty="0" smtClean="0"/>
              <a:t>olarak tanımlanabilmektedir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8511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200" b="1" dirty="0"/>
              <a:t>OSI KATMANLARINA GÖRE DDOS SALDIRILARI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FİZİKSEL </a:t>
            </a:r>
            <a:r>
              <a:rPr lang="tr-TR" b="1" dirty="0" smtClean="0"/>
              <a:t>KATMAN</a:t>
            </a:r>
          </a:p>
          <a:p>
            <a:pPr marL="0" indent="0">
              <a:buNone/>
            </a:pPr>
            <a:r>
              <a:rPr lang="tr-TR" sz="2400" u="sng" dirty="0"/>
              <a:t>Protokoller: </a:t>
            </a:r>
            <a:r>
              <a:rPr lang="tr-TR" sz="2400" dirty="0"/>
              <a:t>100Base – T &amp; 1000 Base – X protokolleri kullanılır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Saldırı Örnekleri</a:t>
            </a:r>
            <a:r>
              <a:rPr lang="tr-TR" sz="2400" dirty="0"/>
              <a:t>: Fiziksel saldırılar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Muhtemel Etkileri</a:t>
            </a:r>
            <a:r>
              <a:rPr lang="tr-TR" sz="2400" dirty="0"/>
              <a:t>: Fiziksel varlıklar kullanılamaz, </a:t>
            </a:r>
            <a:r>
              <a:rPr lang="tr-TR" sz="2400" dirty="0" smtClean="0"/>
              <a:t>yeniden ayarlanamaz hale getirilebilir.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Yapılabilecek İşlemler</a:t>
            </a:r>
            <a:r>
              <a:rPr lang="tr-TR" sz="2400" dirty="0"/>
              <a:t>: Fiziksel önlemler, erişim kontrolleri, </a:t>
            </a:r>
            <a:r>
              <a:rPr lang="tr-TR" sz="2400" dirty="0" smtClean="0"/>
              <a:t>denetim </a:t>
            </a:r>
            <a:r>
              <a:rPr lang="tr-TR" sz="2400" dirty="0"/>
              <a:t>ve </a:t>
            </a:r>
            <a:r>
              <a:rPr lang="tr-TR" sz="2400" dirty="0" smtClean="0"/>
              <a:t>bakım kuralları </a:t>
            </a:r>
            <a:r>
              <a:rPr lang="tr-TR" sz="2400" dirty="0"/>
              <a:t>tanımlanıp uygulanabilir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91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/>
              <a:t>VERİ BAĞLANTI </a:t>
            </a:r>
            <a:r>
              <a:rPr lang="tr-TR" b="1" dirty="0" smtClean="0"/>
              <a:t>KATMANI</a:t>
            </a:r>
          </a:p>
          <a:p>
            <a:pPr marL="0" indent="0">
              <a:buNone/>
            </a:pPr>
            <a:r>
              <a:rPr lang="tr-TR" sz="2400" u="sng" dirty="0"/>
              <a:t>Protokoller</a:t>
            </a:r>
            <a:r>
              <a:rPr lang="tr-TR" sz="2400" dirty="0"/>
              <a:t>: 802.3 &amp; 802.5 protokolleri kullanılır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Saldırı Örnekleri</a:t>
            </a:r>
            <a:r>
              <a:rPr lang="tr-TR" sz="2400" dirty="0"/>
              <a:t>: MAC </a:t>
            </a:r>
            <a:r>
              <a:rPr lang="tr-TR" sz="2400" dirty="0" err="1"/>
              <a:t>flood</a:t>
            </a:r>
            <a:r>
              <a:rPr lang="tr-TR" sz="2400" dirty="0"/>
              <a:t> saldırısı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Muhtemel Etkileri</a:t>
            </a:r>
            <a:r>
              <a:rPr lang="tr-TR" sz="2400" dirty="0"/>
              <a:t>: Kullanıcı kaynağından hedefine giden veri akışını bozar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Yapılabilecek İşlemler</a:t>
            </a:r>
            <a:r>
              <a:rPr lang="tr-TR" sz="2400" dirty="0"/>
              <a:t>: MAC sınırlaması, MAC yetkilendirmesi, kimlik doğrulama </a:t>
            </a:r>
            <a:r>
              <a:rPr lang="tr-TR" sz="2400" dirty="0" smtClean="0"/>
              <a:t>ve hesap </a:t>
            </a:r>
            <a:r>
              <a:rPr lang="tr-TR" sz="2400" dirty="0"/>
              <a:t>verilebilme hizmetlerini sunabilen ileri seviyeli anahtarlama cihazları (</a:t>
            </a:r>
            <a:r>
              <a:rPr lang="tr-TR" sz="2400" dirty="0" err="1" smtClean="0"/>
              <a:t>switch</a:t>
            </a:r>
            <a:r>
              <a:rPr lang="tr-TR" sz="2400" dirty="0" smtClean="0"/>
              <a:t>) kullanılabilir</a:t>
            </a:r>
            <a:r>
              <a:rPr lang="tr-TR" sz="2400" dirty="0"/>
              <a:t>.</a:t>
            </a:r>
          </a:p>
        </p:txBody>
      </p:sp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200" b="1" dirty="0"/>
              <a:t>OSI KATMANLARINA GÖRE DDOS SALDIRILARI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278596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b="1" dirty="0"/>
              <a:t>AĞ </a:t>
            </a:r>
            <a:r>
              <a:rPr lang="tr-TR" sz="2800" b="1" dirty="0" smtClean="0"/>
              <a:t>KATMANI</a:t>
            </a:r>
          </a:p>
          <a:p>
            <a:pPr marL="0" indent="0">
              <a:buNone/>
            </a:pPr>
            <a:r>
              <a:rPr lang="tr-TR" sz="2400" u="sng" dirty="0"/>
              <a:t>Protokoller</a:t>
            </a:r>
            <a:r>
              <a:rPr lang="tr-TR" sz="2400" dirty="0"/>
              <a:t>: IP, ICMP, ARP &amp; RIP protokolleri kullanılır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Saldırı Örnekleri</a:t>
            </a:r>
            <a:r>
              <a:rPr lang="tr-TR" sz="2400" dirty="0"/>
              <a:t>: ICMP </a:t>
            </a:r>
            <a:r>
              <a:rPr lang="tr-TR" sz="2400" dirty="0" err="1"/>
              <a:t>flooding</a:t>
            </a:r>
            <a:r>
              <a:rPr lang="tr-TR" sz="2400" dirty="0"/>
              <a:t> saldırısı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Muhtemel Etkileri</a:t>
            </a:r>
            <a:r>
              <a:rPr lang="tr-TR" sz="2400" dirty="0"/>
              <a:t>: Ağ bant genişliği sınırını etkiler ve güvenlik duvarına ekstra </a:t>
            </a:r>
            <a:r>
              <a:rPr lang="tr-TR" sz="2400" dirty="0" smtClean="0"/>
              <a:t>yük getirir.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Yapılabilecek İşlemler</a:t>
            </a:r>
            <a:r>
              <a:rPr lang="tr-TR" sz="2400" dirty="0"/>
              <a:t>: ICMP trafiği için hız sınırı konularak, bant genişliği ve </a:t>
            </a:r>
            <a:r>
              <a:rPr lang="tr-TR" sz="2400" dirty="0" smtClean="0"/>
              <a:t>güvenlik duvarının </a:t>
            </a:r>
            <a:r>
              <a:rPr lang="tr-TR" sz="2400" dirty="0"/>
              <a:t>performansını </a:t>
            </a:r>
            <a:r>
              <a:rPr lang="tr-TR" sz="2400" dirty="0" smtClean="0"/>
              <a:t>etkileyebilecek saldırılara </a:t>
            </a:r>
            <a:r>
              <a:rPr lang="tr-TR" sz="2400" dirty="0"/>
              <a:t>karşı önlemler alınabilir.</a:t>
            </a:r>
          </a:p>
        </p:txBody>
      </p:sp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200" b="1" dirty="0"/>
              <a:t>OSI KATMANLARINA GÖRE DDOS SALDIRILARI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390166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b="1" dirty="0"/>
              <a:t>TAŞIMA </a:t>
            </a:r>
            <a:r>
              <a:rPr lang="tr-TR" b="1" dirty="0" smtClean="0"/>
              <a:t>KATMANI</a:t>
            </a:r>
          </a:p>
          <a:p>
            <a:pPr marL="0" indent="0">
              <a:buNone/>
            </a:pPr>
            <a:r>
              <a:rPr lang="tr-TR" u="sng" dirty="0"/>
              <a:t>Protokoller</a:t>
            </a:r>
            <a:r>
              <a:rPr lang="tr-TR" dirty="0"/>
              <a:t>: TCP ve UDP protokolleri kullanılır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u="sng" dirty="0"/>
              <a:t>Saldırı Örnekleri</a:t>
            </a:r>
            <a:r>
              <a:rPr lang="tr-TR" dirty="0"/>
              <a:t>: SYN </a:t>
            </a:r>
            <a:r>
              <a:rPr lang="tr-TR" dirty="0" err="1"/>
              <a:t>flood</a:t>
            </a:r>
            <a:r>
              <a:rPr lang="tr-TR" dirty="0"/>
              <a:t>, </a:t>
            </a:r>
            <a:r>
              <a:rPr lang="tr-TR" dirty="0" err="1"/>
              <a:t>Smurf</a:t>
            </a:r>
            <a:r>
              <a:rPr lang="tr-TR" dirty="0"/>
              <a:t> </a:t>
            </a:r>
            <a:r>
              <a:rPr lang="tr-TR" dirty="0" smtClean="0"/>
              <a:t>saldırısı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u="sng" dirty="0"/>
              <a:t>Muhtemel Etkileri</a:t>
            </a:r>
            <a:r>
              <a:rPr lang="tr-TR" dirty="0"/>
              <a:t>: İstemci veya ağ ekipmanının bant genişliği veya bağlantı </a:t>
            </a:r>
            <a:r>
              <a:rPr lang="tr-TR" dirty="0" smtClean="0"/>
              <a:t>sınırına erişilmesi.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u="sng" dirty="0"/>
              <a:t>Yapılabilecek İşlemler</a:t>
            </a:r>
            <a:r>
              <a:rPr lang="tr-TR" dirty="0"/>
              <a:t>: Internet servis sağlayıcılar (ISS) tarafından sunulan </a:t>
            </a:r>
            <a:r>
              <a:rPr lang="tr-TR" dirty="0" err="1" smtClean="0"/>
              <a:t>DDoS</a:t>
            </a:r>
            <a:r>
              <a:rPr lang="tr-TR" dirty="0" smtClean="0"/>
              <a:t> güvenlik </a:t>
            </a:r>
            <a:r>
              <a:rPr lang="tr-TR" dirty="0"/>
              <a:t>hizmeti kullanılabilir. Bu hizmette genellikle literatürde “karadelik </a:t>
            </a:r>
            <a:r>
              <a:rPr lang="tr-TR" dirty="0" smtClean="0"/>
              <a:t>oluşturma (</a:t>
            </a:r>
            <a:r>
              <a:rPr lang="tr-TR" dirty="0" err="1" smtClean="0"/>
              <a:t>blackholing</a:t>
            </a:r>
            <a:r>
              <a:rPr lang="tr-TR" dirty="0"/>
              <a:t>)” adı verilen yöntem kullanılarak abonelerin düşük hızlı bağlantı ya </a:t>
            </a:r>
            <a:r>
              <a:rPr lang="tr-TR" dirty="0" smtClean="0"/>
              <a:t>da hizmet </a:t>
            </a:r>
            <a:r>
              <a:rPr lang="tr-TR" dirty="0"/>
              <a:t>aksaması problemleri yaşamaları önlenebilmektedir.</a:t>
            </a:r>
          </a:p>
        </p:txBody>
      </p:sp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200" b="1" dirty="0"/>
              <a:t>OSI KATMANLARINA GÖRE DDOS SALDIRILARI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422073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400" b="1" dirty="0"/>
              <a:t>OTURUM </a:t>
            </a:r>
            <a:r>
              <a:rPr lang="tr-TR" sz="2400" b="1" dirty="0" smtClean="0"/>
              <a:t>KATMANI</a:t>
            </a:r>
          </a:p>
          <a:p>
            <a:pPr marL="0" indent="0">
              <a:buNone/>
            </a:pPr>
            <a:r>
              <a:rPr lang="tr-TR" sz="2400" u="sng" dirty="0"/>
              <a:t>Protokoller</a:t>
            </a:r>
            <a:r>
              <a:rPr lang="tr-TR" sz="2400" dirty="0"/>
              <a:t>: Oturum açma veya kapatma protokolleri kullanılır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Saldırı Örnekleri</a:t>
            </a:r>
            <a:r>
              <a:rPr lang="tr-TR" sz="2400" dirty="0"/>
              <a:t>: Telnet servis durdurma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r>
              <a:rPr lang="tr-TR" sz="2400" u="sng" dirty="0" smtClean="0"/>
              <a:t>Muhtemel </a:t>
            </a:r>
            <a:r>
              <a:rPr lang="tr-TR" sz="2400" u="sng" dirty="0"/>
              <a:t>Etkileri</a:t>
            </a:r>
            <a:r>
              <a:rPr lang="tr-TR" sz="2400" dirty="0"/>
              <a:t>: Sistem yöneticisinin anahtar yönetim fonksiyonlarını </a:t>
            </a:r>
            <a:r>
              <a:rPr lang="tr-TR" sz="2400" dirty="0" smtClean="0"/>
              <a:t>yerine getirmesini </a:t>
            </a:r>
            <a:r>
              <a:rPr lang="tr-TR" sz="2400" dirty="0"/>
              <a:t>engelleyebilir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u="sng" dirty="0"/>
              <a:t>Yapılabilecek İşlemler</a:t>
            </a:r>
            <a:r>
              <a:rPr lang="tr-TR" sz="2400" dirty="0"/>
              <a:t>: Donanım sağlayıcının donanımlar ile ilgili yama ya </a:t>
            </a:r>
            <a:r>
              <a:rPr lang="tr-TR" sz="2400" dirty="0" smtClean="0"/>
              <a:t>da güncelleme </a:t>
            </a:r>
            <a:r>
              <a:rPr lang="tr-TR" sz="2400" dirty="0"/>
              <a:t>yapıp yapmadığı ile ilgili kontroller yapılabilir.</a:t>
            </a:r>
          </a:p>
        </p:txBody>
      </p:sp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200" b="1" dirty="0"/>
              <a:t>OSI KATMANLARINA GÖRE DDOS SALDIRILARI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181849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b="1" dirty="0"/>
              <a:t>SUNUM </a:t>
            </a:r>
            <a:r>
              <a:rPr lang="tr-TR" b="1" dirty="0" smtClean="0"/>
              <a:t>KATMANI</a:t>
            </a:r>
          </a:p>
          <a:p>
            <a:pPr marL="0" indent="0">
              <a:buNone/>
            </a:pPr>
            <a:r>
              <a:rPr lang="tr-TR" u="sng" dirty="0"/>
              <a:t>Protokoller</a:t>
            </a:r>
            <a:r>
              <a:rPr lang="tr-TR" dirty="0"/>
              <a:t>: Sıkıştırma &amp; Şifreleme protokolleri kullanılır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u="sng" dirty="0"/>
              <a:t>Saldırı Örnekleri</a:t>
            </a:r>
            <a:r>
              <a:rPr lang="tr-TR" dirty="0"/>
              <a:t>: Kötü niyetle biçimlendirilmiş SSL İstekleri (Saldırgan </a:t>
            </a:r>
            <a:r>
              <a:rPr lang="tr-TR" dirty="0" smtClean="0"/>
              <a:t>sunucuyu hedef </a:t>
            </a:r>
            <a:r>
              <a:rPr lang="tr-TR" dirty="0"/>
              <a:t>almak için http ataklarını SSL ile tüneller</a:t>
            </a:r>
            <a:r>
              <a:rPr lang="tr-TR" dirty="0" smtClean="0"/>
              <a:t>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u="sng" dirty="0"/>
              <a:t>Muhtemel Etkileri</a:t>
            </a:r>
            <a:r>
              <a:rPr lang="tr-TR" dirty="0"/>
              <a:t>: Etkilenen sistem SSL bağlantısı yapamayabilir ya da </a:t>
            </a:r>
            <a:r>
              <a:rPr lang="tr-TR" dirty="0" smtClean="0"/>
              <a:t>otomatik olarak </a:t>
            </a:r>
            <a:r>
              <a:rPr lang="tr-TR" dirty="0"/>
              <a:t>yeniden başlatılır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u="sng" dirty="0"/>
              <a:t>Yapılabilecek İşlemler</a:t>
            </a:r>
            <a:r>
              <a:rPr lang="tr-TR" dirty="0"/>
              <a:t>: Bu katmandaki saldırıları en aza indirgemek için, SSL </a:t>
            </a:r>
            <a:r>
              <a:rPr lang="tr-TR" dirty="0" smtClean="0"/>
              <a:t>yük devri </a:t>
            </a:r>
            <a:r>
              <a:rPr lang="tr-TR" dirty="0"/>
              <a:t>ayarlanması ve uygulamanın trafik akışındaki olası atakların ya da </a:t>
            </a:r>
            <a:r>
              <a:rPr lang="tr-TR" dirty="0" smtClean="0"/>
              <a:t>Uygulama Dağıtım </a:t>
            </a:r>
            <a:r>
              <a:rPr lang="tr-TR" dirty="0"/>
              <a:t>Platformundaki güvenlik ihlallerinin tespit edilmesi için çalışmaların </a:t>
            </a:r>
            <a:r>
              <a:rPr lang="tr-TR" dirty="0" smtClean="0"/>
              <a:t>yapılması önerilir</a:t>
            </a:r>
            <a:r>
              <a:rPr lang="tr-TR" dirty="0"/>
              <a:t>.</a:t>
            </a:r>
          </a:p>
        </p:txBody>
      </p:sp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200" b="1" dirty="0"/>
              <a:t>OSI KATMANLARINA GÖRE DDOS SALDIRILARI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28815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tr-TR" b="1" dirty="0"/>
              <a:t>UYGULAMA </a:t>
            </a:r>
            <a:r>
              <a:rPr lang="tr-TR" b="1" dirty="0" smtClean="0"/>
              <a:t>KATMANI</a:t>
            </a:r>
          </a:p>
          <a:p>
            <a:pPr marL="0" indent="0">
              <a:buNone/>
            </a:pPr>
            <a:r>
              <a:rPr lang="tr-TR" u="sng" dirty="0"/>
              <a:t>Protokoller</a:t>
            </a:r>
            <a:r>
              <a:rPr lang="tr-TR" dirty="0"/>
              <a:t>: </a:t>
            </a:r>
            <a:r>
              <a:rPr lang="tr-TR" dirty="0" err="1"/>
              <a:t>Veritabanı</a:t>
            </a:r>
            <a:r>
              <a:rPr lang="tr-TR" dirty="0"/>
              <a:t> erişimi, FTP, SMTP,POP3, HTTP, Telnet ve RAS gibi son</a:t>
            </a:r>
          </a:p>
          <a:p>
            <a:pPr marL="0" indent="0">
              <a:buNone/>
            </a:pPr>
            <a:r>
              <a:rPr lang="tr-TR" dirty="0"/>
              <a:t>kullanıcı protokolleri kullanılır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u="sng" dirty="0"/>
              <a:t>Saldırı Örnekleri</a:t>
            </a:r>
            <a:r>
              <a:rPr lang="tr-TR" dirty="0"/>
              <a:t>: PDF GET istekleri, HTTP GET, HTTP POST, İnternet Sitesi</a:t>
            </a:r>
          </a:p>
          <a:p>
            <a:pPr marL="0" indent="0">
              <a:buNone/>
            </a:pPr>
            <a:r>
              <a:rPr lang="tr-TR" dirty="0"/>
              <a:t>Formları (</a:t>
            </a:r>
            <a:r>
              <a:rPr lang="tr-TR" dirty="0" err="1"/>
              <a:t>login</a:t>
            </a:r>
            <a:r>
              <a:rPr lang="tr-TR" dirty="0"/>
              <a:t>, video ya da resim yükleme</a:t>
            </a:r>
            <a:r>
              <a:rPr lang="tr-TR" dirty="0" smtClean="0"/>
              <a:t>).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u="sng" dirty="0"/>
              <a:t>Muhtemel Etkileri</a:t>
            </a:r>
            <a:r>
              <a:rPr lang="tr-TR" dirty="0"/>
              <a:t>: Kaynakların kullanım sınırlarına erişmesi dolayısıyla sistemin</a:t>
            </a:r>
          </a:p>
          <a:p>
            <a:pPr marL="0" indent="0">
              <a:buNone/>
            </a:pPr>
            <a:r>
              <a:rPr lang="tr-TR" dirty="0"/>
              <a:t>çalışması için gerekli kaynaklarda kıtlığının yaşanması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u="sng" dirty="0"/>
              <a:t>Yapılabilecek İşlemler</a:t>
            </a:r>
            <a:r>
              <a:rPr lang="tr-TR" dirty="0"/>
              <a:t>: Yazılım uygulamalarını belirli bir algoritma, teknoloji </a:t>
            </a:r>
            <a:r>
              <a:rPr lang="tr-TR" dirty="0" smtClean="0"/>
              <a:t>ve yaklaşımlar </a:t>
            </a:r>
            <a:r>
              <a:rPr lang="tr-TR" dirty="0"/>
              <a:t>bütünü halinde izleyerek sıfırıncı gün açıklığı ve uygulama </a:t>
            </a:r>
            <a:r>
              <a:rPr lang="tr-TR" dirty="0" smtClean="0"/>
              <a:t>katmanı açıklıkları </a:t>
            </a:r>
            <a:r>
              <a:rPr lang="tr-TR" dirty="0"/>
              <a:t>tespit edilmelidir. Bu tür kaynaklardan gelen saldırıların tespit </a:t>
            </a:r>
            <a:r>
              <a:rPr lang="tr-TR" dirty="0" smtClean="0"/>
              <a:t>edildikten sonra </a:t>
            </a:r>
            <a:r>
              <a:rPr lang="tr-TR" dirty="0"/>
              <a:t>durdurulması ve saldırı kaynaklarına kadar izlenmesi diğer tür </a:t>
            </a:r>
            <a:r>
              <a:rPr lang="tr-TR" dirty="0" err="1" smtClean="0"/>
              <a:t>DDoS</a:t>
            </a:r>
            <a:r>
              <a:rPr lang="tr-TR" dirty="0" smtClean="0"/>
              <a:t> saldırıların </a:t>
            </a:r>
            <a:r>
              <a:rPr lang="tr-TR" dirty="0"/>
              <a:t>durdurulmasından daha kolaydır.</a:t>
            </a:r>
          </a:p>
        </p:txBody>
      </p:sp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200" b="1" dirty="0"/>
              <a:t>OSI KATMANLARINA GÖRE DDOS SALDIRILARI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83229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Güvenlik Standartları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ic Sans MS" pitchFamily="66" charset="0"/>
              </a:rPr>
              <a:t>The Internet society</a:t>
            </a:r>
          </a:p>
          <a:p>
            <a:pPr lvl="1"/>
            <a:r>
              <a:rPr lang="en-US" dirty="0">
                <a:latin typeface="Comic Sans MS" pitchFamily="66" charset="0"/>
              </a:rPr>
              <a:t>Internet Architecture Board (IAB)</a:t>
            </a:r>
          </a:p>
          <a:p>
            <a:pPr lvl="1"/>
            <a:r>
              <a:rPr lang="en-US" dirty="0">
                <a:latin typeface="Comic Sans MS" pitchFamily="66" charset="0"/>
              </a:rPr>
              <a:t>Internet Engineering Task Force (IETF)</a:t>
            </a:r>
          </a:p>
          <a:p>
            <a:pPr lvl="1"/>
            <a:r>
              <a:rPr lang="en-US" dirty="0">
                <a:latin typeface="Comic Sans MS" pitchFamily="66" charset="0"/>
              </a:rPr>
              <a:t>Internet Engineering Steering Group (IESG)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1191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Ağ ve Bilgisayar Güvenliği Savunma Teknolojileri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Secret Key and Public/Private Key </a:t>
            </a:r>
            <a:r>
              <a:rPr lang="en-US" sz="2400" dirty="0" smtClean="0"/>
              <a:t>Cryptography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Cryptographic Hashes and Message Digests</a:t>
            </a:r>
            <a:br>
              <a:rPr lang="en-US" sz="2400" dirty="0"/>
            </a:br>
            <a:r>
              <a:rPr lang="en-US" sz="2400" dirty="0"/>
              <a:t>Authentication Systems (Kerberos)</a:t>
            </a:r>
            <a:br>
              <a:rPr lang="en-US" sz="2400" dirty="0"/>
            </a:br>
            <a:r>
              <a:rPr lang="en-US" sz="2400" dirty="0"/>
              <a:t>Digital signatures and certificates.</a:t>
            </a:r>
            <a:br>
              <a:rPr lang="en-US" sz="2400" dirty="0"/>
            </a:br>
            <a:r>
              <a:rPr lang="en-US" sz="2400" dirty="0"/>
              <a:t>Kerberos and X.509v3 digital certificates.</a:t>
            </a:r>
            <a:br>
              <a:rPr lang="en-US" sz="2400" dirty="0"/>
            </a:br>
            <a:r>
              <a:rPr lang="en-US" sz="2400" dirty="0"/>
              <a:t>Security standards - SSL/TLS and SET.</a:t>
            </a:r>
            <a:br>
              <a:rPr lang="en-US" sz="2400" dirty="0"/>
            </a:br>
            <a:r>
              <a:rPr lang="en-US" sz="2400" dirty="0"/>
              <a:t>PGP and S/MIME for electronic mail security.</a:t>
            </a:r>
            <a:br>
              <a:rPr lang="en-US" sz="2400" dirty="0"/>
            </a:br>
            <a:r>
              <a:rPr lang="en-US" sz="2400" dirty="0"/>
              <a:t>Firewalls.  Intrusion Detection.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Current Network Security Publications and Web </a:t>
            </a:r>
            <a:r>
              <a:rPr lang="en-US" sz="2400" dirty="0" smtClean="0"/>
              <a:t>Sites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083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tr-TR" dirty="0" smtClean="0"/>
              <a:t>Bir bilgisayar sisteminde portlar nerede bulunur.</a:t>
            </a:r>
          </a:p>
          <a:p>
            <a:pPr marL="514350" indent="-514350">
              <a:buAutoNum type="arabicPeriod"/>
            </a:pPr>
            <a:r>
              <a:rPr lang="tr-TR" dirty="0" smtClean="0"/>
              <a:t>Portlar üzerinde çalışan programlar hangileridir?</a:t>
            </a:r>
          </a:p>
          <a:p>
            <a:pPr marL="514350" indent="-514350">
              <a:buAutoNum type="arabicPeriod"/>
            </a:pPr>
            <a:r>
              <a:rPr lang="tr-TR" dirty="0" smtClean="0"/>
              <a:t>Açık olan portlar nasıl kapatılır.</a:t>
            </a:r>
          </a:p>
          <a:p>
            <a:pPr marL="514350" indent="-514350">
              <a:buAutoNum type="arabicPeriod"/>
            </a:pPr>
            <a:r>
              <a:rPr lang="tr-TR" dirty="0" smtClean="0"/>
              <a:t>OSI Güvenlik Mimarisi nedir?</a:t>
            </a:r>
          </a:p>
          <a:p>
            <a:pPr marL="514350" indent="-514350">
              <a:buAutoNum type="arabicPeriod"/>
            </a:pPr>
            <a:r>
              <a:rPr lang="tr-TR" dirty="0" smtClean="0"/>
              <a:t>Pasif ve Aktif saldırıların arasındaki farklar nelerdir?</a:t>
            </a:r>
          </a:p>
          <a:p>
            <a:pPr marL="514350" indent="-514350">
              <a:buAutoNum type="arabicPeriod"/>
            </a:pPr>
            <a:r>
              <a:rPr lang="tr-TR" dirty="0" smtClean="0"/>
              <a:t>Kategorileri tanımlayınız</a:t>
            </a:r>
          </a:p>
          <a:p>
            <a:pPr marL="514350" indent="-514350">
              <a:buAutoNum type="arabicPeriod"/>
            </a:pPr>
            <a:r>
              <a:rPr lang="tr-TR" dirty="0" smtClean="0"/>
              <a:t>Güvenlik servislerini tanımlayınız</a:t>
            </a:r>
          </a:p>
          <a:p>
            <a:pPr marL="514350" indent="-514350">
              <a:buAutoNum type="arabicPeriod"/>
            </a:pPr>
            <a:r>
              <a:rPr lang="tr-TR" dirty="0" smtClean="0"/>
              <a:t>Güvenlik mekanizmalarını tanımlayınız</a:t>
            </a:r>
          </a:p>
          <a:p>
            <a:pPr marL="514350" indent="-514350">
              <a:buAutoNum type="arabicPeriod"/>
            </a:pPr>
            <a:r>
              <a:rPr lang="tr-TR" dirty="0"/>
              <a:t>Kullanıcıların </a:t>
            </a:r>
            <a:r>
              <a:rPr lang="tr-TR" dirty="0" smtClean="0"/>
              <a:t>hesap erişimi için bir kredi kartı ile işlem yapılan </a:t>
            </a:r>
            <a:r>
              <a:rPr lang="tr-TR" dirty="0"/>
              <a:t>otomatik vezne makinesi (ATM) </a:t>
            </a:r>
            <a:r>
              <a:rPr lang="tr-TR" dirty="0" smtClean="0"/>
              <a:t>kişisel </a:t>
            </a:r>
            <a:r>
              <a:rPr lang="tr-TR" dirty="0"/>
              <a:t>kimlik numarası (PIN</a:t>
            </a:r>
            <a:r>
              <a:rPr lang="tr-TR" dirty="0" smtClean="0"/>
              <a:t>) ile giriş sağlanmaktadır. </a:t>
            </a:r>
            <a:r>
              <a:rPr lang="tr-TR" dirty="0"/>
              <a:t>Sistemi ile ilgili gizlilik, bütünlük </a:t>
            </a:r>
            <a:r>
              <a:rPr lang="tr-TR" dirty="0" smtClean="0"/>
              <a:t>ve </a:t>
            </a:r>
            <a:r>
              <a:rPr lang="tr-TR" dirty="0"/>
              <a:t>kullanılabilirlik gereksinimlerini </a:t>
            </a:r>
            <a:r>
              <a:rPr lang="tr-TR" dirty="0" smtClean="0"/>
              <a:t>veriniz.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24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1850</Words>
  <Application>Microsoft Office PowerPoint</Application>
  <PresentationFormat>Ekran Gösterisi (4:3)</PresentationFormat>
  <Paragraphs>263</Paragraphs>
  <Slides>39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39</vt:i4>
      </vt:variant>
    </vt:vector>
  </HeadingPairs>
  <TitlesOfParts>
    <vt:vector size="43" baseType="lpstr">
      <vt:lpstr>Arial</vt:lpstr>
      <vt:lpstr>Calibri</vt:lpstr>
      <vt:lpstr>Comic Sans MS</vt:lpstr>
      <vt:lpstr>Ofis Teması</vt:lpstr>
      <vt:lpstr>Bilgisayar ve Ağ Güvenliğine Giriş</vt:lpstr>
      <vt:lpstr>Tehditler Nelerdir?</vt:lpstr>
      <vt:lpstr>Bilgi güvenliği Uzmanları Ne İş Yapar?</vt:lpstr>
      <vt:lpstr>Olay ve Sonucu</vt:lpstr>
      <vt:lpstr>İlk Solucan : Morris Worm (1988)</vt:lpstr>
      <vt:lpstr>Tarihte</vt:lpstr>
      <vt:lpstr>Örnek – TJX Veri İhlali</vt:lpstr>
      <vt:lpstr>PowerPoint Sunusu</vt:lpstr>
      <vt:lpstr>Bilgisayar Güvenliği</vt:lpstr>
      <vt:lpstr>Gizlilik</vt:lpstr>
      <vt:lpstr>OSI Güvenlik Mimarisi</vt:lpstr>
      <vt:lpstr>Güvenlik Saldırıları</vt:lpstr>
      <vt:lpstr>Güvenlik Saldırıları</vt:lpstr>
      <vt:lpstr>Güvenlik Saldırıları</vt:lpstr>
      <vt:lpstr>PowerPoint Sunusu</vt:lpstr>
      <vt:lpstr>Pasif Saldırılar</vt:lpstr>
      <vt:lpstr>Aktif Saldırılar</vt:lpstr>
      <vt:lpstr>Aktif Saldırılar</vt:lpstr>
      <vt:lpstr>Güvenlik Servisleri</vt:lpstr>
      <vt:lpstr>X.800</vt:lpstr>
      <vt:lpstr>Güvenlik Mekanizmaları</vt:lpstr>
      <vt:lpstr>Güvenlik Servisleri ile Mekanizmaları arasındaki İlişkiler</vt:lpstr>
      <vt:lpstr>Ağ Güvenliği için bir Model</vt:lpstr>
      <vt:lpstr>Ağ Erişim Güvenliği için Model</vt:lpstr>
      <vt:lpstr>PowerPoint Sunusu</vt:lpstr>
      <vt:lpstr>Saldırı Türleri</vt:lpstr>
      <vt:lpstr>Yemleme (Phishing)</vt:lpstr>
      <vt:lpstr>Sosyal Mühendislik</vt:lpstr>
      <vt:lpstr>D-DoS Saldırıları </vt:lpstr>
      <vt:lpstr>OSI KATMANLARINA GÖRE DDOS SALDIRILARI</vt:lpstr>
      <vt:lpstr>OSI KATMANLARINA GÖRE DDOS SALDIRILARI</vt:lpstr>
      <vt:lpstr>OSI KATMANLARINA GÖRE DDOS SALDIRILARI</vt:lpstr>
      <vt:lpstr>OSI KATMANLARINA GÖRE DDOS SALDIRILARI</vt:lpstr>
      <vt:lpstr>OSI KATMANLARINA GÖRE DDOS SALDIRILARI</vt:lpstr>
      <vt:lpstr>OSI KATMANLARINA GÖRE DDOS SALDIRILARI</vt:lpstr>
      <vt:lpstr>OSI KATMANLARINA GÖRE DDOS SALDIRILARI</vt:lpstr>
      <vt:lpstr>Güvenlik Standartları</vt:lpstr>
      <vt:lpstr>Ağ ve Bilgisayar Güvenliği Savunma Teknolojileri</vt:lpstr>
      <vt:lpstr>Sorular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Bilgisayar ve Ağ Güvenliğine Giriş</dc:title>
  <dc:creator>mevlut</dc:creator>
  <cp:lastModifiedBy>mevlut ersoy</cp:lastModifiedBy>
  <cp:revision>37</cp:revision>
  <dcterms:created xsi:type="dcterms:W3CDTF">2015-01-15T13:33:10Z</dcterms:created>
  <dcterms:modified xsi:type="dcterms:W3CDTF">2020-02-08T14:57:46Z</dcterms:modified>
</cp:coreProperties>
</file>