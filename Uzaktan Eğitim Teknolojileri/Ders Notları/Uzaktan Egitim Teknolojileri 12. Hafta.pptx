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7"/>
  </p:notesMasterIdLst>
  <p:sldIdLst>
    <p:sldId id="458" r:id="rId2"/>
    <p:sldId id="327" r:id="rId3"/>
    <p:sldId id="328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411" r:id="rId19"/>
    <p:sldId id="412" r:id="rId20"/>
    <p:sldId id="413" r:id="rId21"/>
    <p:sldId id="414" r:id="rId22"/>
    <p:sldId id="415" r:id="rId23"/>
    <p:sldId id="416" r:id="rId24"/>
    <p:sldId id="417" r:id="rId25"/>
    <p:sldId id="418" r:id="rId26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06" autoAdjust="0"/>
    <p:restoredTop sz="81067" autoAdjust="0"/>
  </p:normalViewPr>
  <p:slideViewPr>
    <p:cSldViewPr>
      <p:cViewPr varScale="1">
        <p:scale>
          <a:sx n="79" d="100"/>
          <a:sy n="79" d="100"/>
        </p:scale>
        <p:origin x="16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3A45C-1F9B-4470-B393-CB4E170383FB}" type="datetimeFigureOut">
              <a:rPr lang="tr-TR" smtClean="0"/>
              <a:t>22.12.2020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1CD16-3461-49A8-861A-0462DBFF20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303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1877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1989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2403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2052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236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2548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8619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99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1082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7871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1756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981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8772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4841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1437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41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0075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192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3710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98678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4141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3170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0451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90872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2173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Başlık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8 Alt Başlık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27 Veri Yer Tutucusu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99275E6-BDB1-4AC3-815C-2C2D22452163}" type="datetime1">
              <a:rPr lang="tr-TR" smtClean="0"/>
              <a:t>22.12.2020</a:t>
            </a:fld>
            <a:endParaRPr lang="tr-TR"/>
          </a:p>
        </p:txBody>
      </p:sp>
      <p:sp>
        <p:nvSpPr>
          <p:cNvPr id="17" name="16 Altbilgi Yer Tutucusu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9 Dikdörtgen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Dikdörtgen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Dikdörtgen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Düz Bağlayıcı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Düz Bağlayıcı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Düz Bağlayıcı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Düz Bağlayıcı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Dikdörtgen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Oval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Oval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Oval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Oval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Oval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Slayt Numarası Yer Tutucusu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8" name="7 İçerik Yer Tutucusu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D220B3B-728E-46A1-B4E5-2D1C609AAE18}" type="datetime1">
              <a:rPr lang="tr-TR" smtClean="0"/>
              <a:t>22.12.2020</a:t>
            </a:fld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9 Altbilgi Yer Tutucusu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E4052E5-45F5-4075-8D9E-4FAD178C4C64}" type="datetime1">
              <a:rPr lang="tr-TR" smtClean="0"/>
              <a:t>22.12.2020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8 Dikdörtgen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ikdörtgen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üz Bağlayıcı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Düz Bağlayıcı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Düz Bağlayıcı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Düz Bağlayıcı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Dikdörtgen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Oval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Oval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Oval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Oval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Oval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Düz Bağlayıcı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287B-E325-4848-85CA-2FFA31942568}" type="datetime1">
              <a:rPr lang="tr-TR" smtClean="0"/>
              <a:t>22.12.2020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2696-49BD-49B7-870B-61F0042AE0DB}" type="datetime1">
              <a:rPr lang="tr-TR" smtClean="0"/>
              <a:t>22.12.2020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12 İçerik Yer Tutucusu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2" name="11 Metin Yer Tutucusu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4" name="13 Metin Yer Tutucusu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6" name="5 Veri Yer Tutucusu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451CD09-A8DF-49F8-8528-5C0A35A50562}" type="datetime1">
              <a:rPr lang="tr-TR" smtClean="0"/>
              <a:t>22.12.2020</a:t>
            </a:fld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91C94-E58A-43B5-AAB1-9CD9F36DD72A}" type="datetime1">
              <a:rPr lang="tr-TR" smtClean="0"/>
              <a:t>22.12.2020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8" name="7 Düz Bağlayıcı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İçerik Yer Tutucusu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21" name="20 Veri Yer Tutucusu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A18CDB5-35C5-4392-B161-325FA3E18DC3}" type="datetime1">
              <a:rPr lang="tr-TR" smtClean="0"/>
              <a:t>22.12.2020</a:t>
            </a:fld>
            <a:endParaRPr lang="tr-TR"/>
          </a:p>
        </p:txBody>
      </p:sp>
      <p:sp>
        <p:nvSpPr>
          <p:cNvPr id="22" name="21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3" name="22 Altbilgi Yer Tutucusu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0" name="9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Düz Bağlayıcı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Düz Bağlayıcı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Veri Yer Tutucusu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2763EF9-8C7B-40A2-81BB-789A43B8E2A7}" type="datetime1">
              <a:rPr lang="tr-TR" smtClean="0"/>
              <a:t>22.12.2020</a:t>
            </a:fld>
            <a:endParaRPr lang="tr-TR"/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1" name="20 Altbilgi Yer Tutucusu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87F-80D3-4B89-8E7A-FA2EED8BD7A5}" type="datetime1">
              <a:rPr lang="tr-TR" smtClean="0"/>
              <a:t>22.12.2020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7DE-69B0-4BAD-A937-F2DCE546BFD7}" type="datetime1">
              <a:rPr lang="tr-TR" smtClean="0"/>
              <a:t>22.12.2020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1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13 Veri Yer Tutucusu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EC7E1F2-290D-48B4-B19D-0927333BE67A}" type="datetime1">
              <a:rPr lang="tr-TR" smtClean="0"/>
              <a:t>22.12.2020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6 Düz Bağlayıcı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Başlık"/>
          <p:cNvSpPr>
            <a:spLocks noGrp="1"/>
          </p:cNvSpPr>
          <p:nvPr>
            <p:ph type="ctrTitle"/>
          </p:nvPr>
        </p:nvSpPr>
        <p:spPr>
          <a:xfrm>
            <a:off x="928662" y="1357298"/>
            <a:ext cx="7772400" cy="1171583"/>
          </a:xfrm>
        </p:spPr>
        <p:txBody>
          <a:bodyPr>
            <a:normAutofit/>
          </a:bodyPr>
          <a:lstStyle/>
          <a:p>
            <a:pPr algn="ctr"/>
            <a:r>
              <a:rPr lang="tr-TR" sz="3200"/>
              <a:t>UZAKTAN EĞİTİM TEKNOLOJİLERİ</a:t>
            </a:r>
            <a:endParaRPr lang="tr-TR" sz="3200" dirty="0"/>
          </a:p>
        </p:txBody>
      </p:sp>
      <p:sp>
        <p:nvSpPr>
          <p:cNvPr id="5" name="4 Alt Başlık"/>
          <p:cNvSpPr>
            <a:spLocks noGrp="1"/>
          </p:cNvSpPr>
          <p:nvPr>
            <p:ph type="subTitle" idx="1"/>
          </p:nvPr>
        </p:nvSpPr>
        <p:spPr>
          <a:xfrm>
            <a:off x="1371600" y="3714752"/>
            <a:ext cx="6915176" cy="2643206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tr-TR" sz="2200" b="0" dirty="0"/>
              <a:t>Prof. Dr. Tuncay YİĞİT</a:t>
            </a:r>
          </a:p>
          <a:p>
            <a:pPr algn="ctr"/>
            <a:r>
              <a:rPr lang="tr-TR" sz="2200" b="0" dirty="0"/>
              <a:t>Süleyman Demirel Üniversitesi</a:t>
            </a:r>
          </a:p>
          <a:p>
            <a:pPr algn="ctr"/>
            <a:r>
              <a:rPr lang="tr-TR" sz="2200" b="0" dirty="0"/>
              <a:t>Bilgisayar Mühendisliği Bölümü</a:t>
            </a:r>
          </a:p>
          <a:p>
            <a:pPr algn="ctr"/>
            <a:endParaRPr lang="tr-TR" sz="2200" b="0" dirty="0"/>
          </a:p>
          <a:p>
            <a:pPr algn="ctr"/>
            <a:endParaRPr lang="tr-TR" sz="2200" b="0" dirty="0"/>
          </a:p>
          <a:p>
            <a:pPr algn="ctr"/>
            <a:endParaRPr lang="tr-TR" sz="2000" b="0" dirty="0"/>
          </a:p>
          <a:p>
            <a:pPr algn="ctr"/>
            <a:r>
              <a:rPr lang="tr-TR" sz="2000" b="0" dirty="0"/>
              <a:t>ISPARTA - 2020</a:t>
            </a: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878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3073641"/>
            <a:ext cx="7467600" cy="1143000"/>
          </a:xfrm>
        </p:spPr>
        <p:txBody>
          <a:bodyPr anchor="ctr">
            <a:noAutofit/>
          </a:bodyPr>
          <a:lstStyle/>
          <a:p>
            <a:r>
              <a:rPr lang="tr-TR" sz="4400" dirty="0"/>
              <a:t>PHOTOSHOP</a:t>
            </a:r>
            <a:endParaRPr lang="tr-T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E926E6-7CC2-3B49-A213-9C1E68BCDE75}"/>
              </a:ext>
            </a:extLst>
          </p:cNvPr>
          <p:cNvSpPr txBox="1"/>
          <p:nvPr/>
        </p:nvSpPr>
        <p:spPr>
          <a:xfrm>
            <a:off x="451520" y="4077189"/>
            <a:ext cx="6496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Dosyaları</a:t>
            </a:r>
            <a:r>
              <a:rPr lang="en-US" sz="2800" dirty="0"/>
              <a:t> </a:t>
            </a:r>
            <a:r>
              <a:rPr lang="en-US" sz="2800" dirty="0" err="1"/>
              <a:t>açma</a:t>
            </a:r>
            <a:r>
              <a:rPr lang="en-US" sz="2800" dirty="0"/>
              <a:t>, </a:t>
            </a:r>
            <a:r>
              <a:rPr lang="en-US" sz="2800" dirty="0" err="1"/>
              <a:t>görüntüleme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değiştirme</a:t>
            </a:r>
            <a:r>
              <a:rPr lang="en-US" sz="2800" dirty="0"/>
              <a:t>.</a:t>
            </a:r>
            <a:endParaRPr lang="en-TR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6A2C07-83A7-A74A-AEF9-C9C91F246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48" y="1700808"/>
            <a:ext cx="1295578" cy="125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412776"/>
            <a:ext cx="7660051" cy="3253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tr-T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Yeni </a:t>
            </a:r>
            <a:r>
              <a:rPr lang="tr-TR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Döküman</a:t>
            </a:r>
            <a:r>
              <a:rPr lang="tr-T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Yaratma</a:t>
            </a:r>
          </a:p>
          <a:p>
            <a:pPr algn="just"/>
            <a:endParaRPr lang="tr-T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tr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Photoshop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görevleri yerine getirmek için bir çok farklı yol sunar, yeni </a:t>
            </a:r>
            <a:r>
              <a:rPr lang="tr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döküman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yaratmakta bunlardan biridir.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File→New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’e tıklayarak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 klavyeden kısa yol kullanarak, MAC bilgisayarlar için (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⌘-N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Windows bilgisayarlar için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Crtl+N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). </a:t>
            </a:r>
            <a:endParaRPr lang="tr-TR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91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40768"/>
            <a:ext cx="7660051" cy="5490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tr-T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Dosya Kaydetme</a:t>
            </a:r>
          </a:p>
          <a:p>
            <a:pPr algn="just"/>
            <a:endParaRPr lang="tr-T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 kolay metodu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File→Save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 MAC bilgisayarlar için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⌘-S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Windows bilgisayarlar için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Ctrl+S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tr-T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Eğer dosyanızı daha önce kaydetmemişseniz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Photoshop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size farklı kaydet iletişim kutusunu öne çıkarır ve istediğiniz yere, istediğiniz isim ve dosya biçimi ile dosyanızı kaydetmenize olanak sağlar.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Eğer dosyanızı daha önce kaydetmişseniz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Photoshop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size sormadan daha önce kaydettiğiniz dosyanın versiyonunu yenisi ile değiştirir. Bazı durumlarda bu sorun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olmasada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imgenin bir çok farklı versiyonunu tutmak istediğiniz zaman bu büyük bir sorun olabilir.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48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40768"/>
            <a:ext cx="7660051" cy="2214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 olan </a:t>
            </a:r>
            <a:r>
              <a:rPr lang="tr-TR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Dökümanı</a:t>
            </a:r>
            <a:r>
              <a:rPr lang="tr-T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Açma</a:t>
            </a:r>
          </a:p>
          <a:p>
            <a:pPr algn="just"/>
            <a:endParaRPr lang="tr-T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tr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Photoshop’da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dosyaları birçok farklı şekilde açabilirsiniz:</a:t>
            </a:r>
          </a:p>
          <a:p>
            <a:pPr algn="just" fontAlgn="base">
              <a:lnSpc>
                <a:spcPct val="150000"/>
              </a:lnSpc>
            </a:pPr>
            <a:r>
              <a:rPr lang="tr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Dökümanın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simgesine çift tıklayabilirsiniz, veya File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Open’a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t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ıklayarak açabilirsiniz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25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5252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İmge Görüş Alanını Değiştirme</a:t>
            </a:r>
          </a:p>
          <a:p>
            <a:pPr algn="just"/>
            <a:endParaRPr lang="tr-T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tr-T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Yakınlaşma ve Uzaklaşma</a:t>
            </a:r>
          </a:p>
          <a:p>
            <a:pPr algn="just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İmgenize yakınlaşma çok gerekli bir eylemdir.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Kusurları düzeltmek, detaylı temizlik yapmak ve düzgün çizimler yapmak için işinizi kolaylaştırır. </a:t>
            </a:r>
          </a:p>
          <a:p>
            <a:pPr algn="just">
              <a:lnSpc>
                <a:spcPct val="150000"/>
              </a:lnSpc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Yakınlaşma veya uzaklaşma yapmak için bir yol yakınlaşma aracını kullanmaktır. Bu aracın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büyüteç’e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benzeyen bir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simgei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var. Alt kısımda, araçlar panelinde 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klavyenizden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tuşuna tıklayarak kullanabilirsiniz. Ayrıca daha hızlı bir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yoluda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klavyenizden MAC bilgisayarlar için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⌘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tuşlama veya Windows bilgisayar için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tuşlarını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(Ctrl +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–)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kullanabilirsiniz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99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6D65384-C876-8349-8798-A4E41E63B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545970"/>
            <a:ext cx="7589463" cy="2195398"/>
          </a:xfrm>
          <a:prstGeom prst="rect">
            <a:avLst/>
          </a:prstGeom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Açık olan İmgeleri Düzenleme</a:t>
            </a:r>
          </a:p>
          <a:p>
            <a:pPr algn="just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Uygulama çerçevesi ve sekmeli çalışma alanı birçok açık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dökümanı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takip etmenizde yardımcı olur.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Eğer uygulama çerçevesini kapatırsanız,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dökümanlarınız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ekranınızın yüzeyine dağılır. Fakat,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→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Arrange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’te bulunan liste halindeki komutları kullanarak açık olan pencereleri bir arada tutabilirsiniz.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tr-TR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Ardışık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 büyüğü en altta ve en küçüğü en üstte olacak şekilde pencerelerinizi birbirinin üzerine koyar.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tr-TR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Yanyana</a:t>
            </a:r>
            <a:r>
              <a:rPr lang="tr-TR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koyma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pencerelerinizi ayni boyutta ayarlar ve onları satır ve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sütünlar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içerisinde düzenler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77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Cetvel ve Kılavuz Çizgileri</a:t>
            </a:r>
            <a:endParaRPr lang="en-US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A2E4C3-0DE4-6742-9EEE-D6A9562823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20" y="2996952"/>
            <a:ext cx="6948753" cy="358308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Basit ve başyapıt arasında farklı nesnelerinizi düzgün şekilde yerleştirerek ayırabilirsiniz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Nesneleri en hızlı şekilde konumlandırıp düzeltmenin yolu düz çizgiler çizerek yerleştirmektir.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70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Cetvel ve Kılavuz Çizgileri</a:t>
            </a:r>
            <a:endParaRPr lang="en-US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BABCBC6A-976C-8942-96B2-40FFDE9FF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89" y="1957982"/>
            <a:ext cx="7544036" cy="4351338"/>
          </a:xfrm>
        </p:spPr>
      </p:pic>
    </p:spTree>
    <p:extLst>
      <p:ext uri="{BB962C8B-B14F-4D97-AF65-F5344CB8AC3E}">
        <p14:creationId xmlns:p14="http://schemas.microsoft.com/office/powerpoint/2010/main" val="1554102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5">
            <a:extLst>
              <a:ext uri="{FF2B5EF4-FFF2-40B4-BE49-F238E27FC236}">
                <a16:creationId xmlns:a16="http://schemas.microsoft.com/office/drawing/2014/main" id="{BDBB6079-E4B3-424C-947C-071DFD3FB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933056"/>
            <a:ext cx="5603674" cy="2774564"/>
          </a:xfrm>
          <a:prstGeom prst="rect">
            <a:avLst/>
          </a:prstGeom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Kanallar Kullanımıyla Renk Ayarlamaları</a:t>
            </a:r>
            <a:endParaRPr lang="en-US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Kanalın içini gözlemlemek isterseniz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Photoshop‘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kanallar panelini açmanız gerekiyor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Görünüş ve işleyiş olarak katmanlar paneline benzer. Ekranınızın sağında, kanallar panelinin sekmesini katmanlar panelinde gizlendiğini görebilirsiniz.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 panelinde olduğu gibi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kanal seçmek için tıklandığınızda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Photoshop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kanalı karartır ve seçtiğinizi belirtir.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Orada yaptığınız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herşey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sadece o kanalı etkiler. Eğer birden fazla kanal seçmek isterseniz klavyenizden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Shift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tuşuna basarak istediğiniz kanalları seçebilirsiniz.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949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11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11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Kırpma, Yeniden Boyutlandırma ve Döndürme</a:t>
            </a:r>
            <a:endParaRPr lang="en-US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Kır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aracını kullanarak imgedeki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fazlalıkları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kesmenize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fazlalıkları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temizlemenize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imgenizi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serbest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döndürmenize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yarar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İsterseniz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Edit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Crop’a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tıklayarak imgeyi kesebilirsiniz.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B13E96-7F15-B641-B7AA-957CF693F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948206"/>
            <a:ext cx="6840760" cy="375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87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12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12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Yeniden Boyutlandırma</a:t>
            </a:r>
            <a:endParaRPr lang="en-US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Bazen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imge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nin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boyutunu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orjinalinden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farklı olsun istersiniz. Bunun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icin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imgenin boyutunu değişebilirsiniz. Yeniden boyutlandırma için Image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Image Size se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çerek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açılan iletişim kutusuna istediğiniz boyutları girebilirsiniz.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C5678D-15F4-F749-BB83-F88C747ABD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52"/>
          <a:stretch/>
        </p:blipFill>
        <p:spPr>
          <a:xfrm>
            <a:off x="539553" y="3423635"/>
            <a:ext cx="7344816" cy="280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71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Döndürme</a:t>
            </a:r>
            <a:endParaRPr lang="en-US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Image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Rotation’ı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seçerek.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İmgenizi döndürebilirsiniz.</a:t>
            </a: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14513E12-EF8C-854E-B0C0-BF3C1B77D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2708921"/>
            <a:ext cx="6189845" cy="3884516"/>
          </a:xfr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D797A9C-F6B6-B346-A5D6-74DD55862D76}"/>
              </a:ext>
            </a:extLst>
          </p:cNvPr>
          <p:cNvSpPr/>
          <p:nvPr/>
        </p:nvSpPr>
        <p:spPr>
          <a:xfrm>
            <a:off x="6822201" y="2700167"/>
            <a:ext cx="19982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Belli bir açıda</a:t>
            </a:r>
          </a:p>
          <a:p>
            <a:pPr marL="285750" indent="-285750">
              <a:buFontTx/>
              <a:buChar char="-"/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Dikey</a:t>
            </a:r>
          </a:p>
          <a:p>
            <a:pPr marL="285750" indent="-285750">
              <a:buFontTx/>
              <a:buChar char="-"/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Yatay olarak</a:t>
            </a:r>
          </a:p>
        </p:txBody>
      </p:sp>
    </p:spTree>
    <p:extLst>
      <p:ext uri="{BB962C8B-B14F-4D97-AF65-F5344CB8AC3E}">
        <p14:creationId xmlns:p14="http://schemas.microsoft.com/office/powerpoint/2010/main" val="1156581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İki İmge Birlikte Harmanlamak</a:t>
            </a:r>
            <a:endParaRPr lang="en-US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Geleneksel araçlarla yapamayacağınız imgeleme olasılıklarını katman maskeleri ile yapabilirsiniz. Katman maskesini </a:t>
            </a:r>
            <a:r>
              <a:rPr lang="tr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kullanrak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imgenin belli bölümlerini saklayabilirsiniz ve bir fotoğrafı diğerinin içine harmanlayıp görenlerinin dikkatini çekebilirsiniz.</a:t>
            </a:r>
          </a:p>
          <a:p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tr-TR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İki imgeyi harmanlamak için sonraki alıştırmayı takip edin.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107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340768"/>
            <a:ext cx="76600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Alıştırma: İki farklı imge açın ve bunları aşağıdaki gibi düzenleyin.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A1A319-D620-164A-B831-551259EF2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3" y="2026135"/>
            <a:ext cx="7443816" cy="377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69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340768"/>
            <a:ext cx="766005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İmgeleri açtıktan sonra hangisinin hedef imge olacağına karar verin. Bu alıştırma için hedef 1.jpg’dir.  Sonra diğer imgeye (a2.jpg) tıklayın ve hepsini seç (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veya klavyenizden CTRL+A tuşuna basın.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Edit’e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tıklayın ve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Copy’e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tıklayın veya klavyenizden CTRL</a:t>
            </a:r>
            <a:r>
              <a:rPr lang="en-GB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+C </a:t>
            </a:r>
            <a:r>
              <a:rPr lang="en-GB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şuna basarak kopyalayın. Daha sonra a2.jpg penceresini kapatabilirsiniz. Hedef imgede hızlı seçme aracını kullanarak istediğiniz alanı seçebilirsiniz. 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118D72-79D9-4F41-8D1F-FA9A29180A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957941"/>
            <a:ext cx="7443816" cy="351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23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340768"/>
            <a:ext cx="76600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Sonra </a:t>
            </a:r>
            <a:r>
              <a:rPr lang="en-GB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Edit</a:t>
            </a:r>
            <a:r>
              <a:rPr lang="en-GB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Paste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Special </a:t>
            </a:r>
            <a:r>
              <a:rPr lang="en-GB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Paste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into’ya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tıklayın.</a:t>
            </a:r>
            <a:endParaRPr lang="tr-TR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CFC73B-6A06-3643-9E65-30A91BC46E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864960"/>
            <a:ext cx="7479823" cy="394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88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18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18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340768"/>
            <a:ext cx="76600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Ayni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arkafon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rengini ayarlamak için Göz damlası aracı (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Eyedropper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)’u kullanın.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492A7E-6F0B-9C47-9B90-6FE8A0574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1834932"/>
            <a:ext cx="7479823" cy="466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83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340768"/>
            <a:ext cx="76600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Eyedropper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tool’u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seçtikten sonra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orjinal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imgenin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arkafon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rengini seçin.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D8FE15-26C1-E14B-9A7A-7AFF5D1D3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3" y="1864960"/>
            <a:ext cx="7537296" cy="412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370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20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20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373867"/>
            <a:ext cx="76600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Ayni rengi uygulamak için, boyama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kovasın’a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bucket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tıklayın ve hedefteki imgenin arka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fonu’nu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doldurun. </a:t>
            </a:r>
          </a:p>
          <a:p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93EFBC-6675-0444-B74A-21BFD99F6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029889"/>
            <a:ext cx="7540216" cy="463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63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21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21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Akıllı Nesne</a:t>
            </a:r>
            <a:endParaRPr lang="en-US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Akıllı nesne katmanı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katmanda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geri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dönüşlü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düzenleme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gerçekleştirmenizi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sağlayarak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tüm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orijinal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özellikleriyle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birlikte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imgen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kaynak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içeriğini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korur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 katman size yaratıcılıkta esneklik </a:t>
            </a:r>
            <a:r>
              <a:rPr lang="tr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saglar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çünkü imgenin </a:t>
            </a:r>
            <a:r>
              <a:rPr lang="tr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orjinal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pixel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verisi veya </a:t>
            </a:r>
            <a:r>
              <a:rPr lang="tr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vector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verisi bazı durumlarda korunur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Akıllı nesne katmanını düzenleyebilirsiniz ve imgenizin kalitesini </a:t>
            </a:r>
            <a:r>
              <a:rPr lang="tr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değistirmeden</a:t>
            </a:r>
            <a:r>
              <a:rPr lang="tr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düzenlemeleri gerçekleştirebilirsiniz.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473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22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22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Filtreyi Akıllı Filtre Olarak Uygula</a:t>
            </a:r>
            <a:endParaRPr lang="en-US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File-Open As Smart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Object’i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seçerek imgelerinizi açabilir veya akıllı nesneye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dönüstürebilirsiniz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C8D3AA-783F-9C41-8A21-CEE108CC0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55" y="2506246"/>
            <a:ext cx="7383689" cy="405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59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23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23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Sonra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menu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çubuğundan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Fiter’i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tıklayın ve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Blur-Radial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Blur’u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seçiniz.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D2052CE-3841-5241-A080-5F0EE0B86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3" y="2395316"/>
            <a:ext cx="7390592" cy="388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49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24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24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Tıkladıktan sonra,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radial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blur</a:t>
            </a:r>
            <a:r>
              <a:rPr lang="tr-T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iletişim kutusu açılır. Bu kutuda filtre miktarını, yöntem tipini ve bulanıklık merkezini ayarlayabilirsiniz.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1A0A3D-ED36-394B-9A9A-99BB8E68A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563439"/>
            <a:ext cx="7390593" cy="381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85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25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25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196752"/>
            <a:ext cx="7660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PSD Dosyalarını Kaydetme</a:t>
            </a:r>
            <a:endParaRPr lang="en-US" sz="2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9121E5-14F3-FF44-96AC-454F3F80F696}"/>
              </a:ext>
            </a:extLst>
          </p:cNvPr>
          <p:cNvSpPr/>
          <p:nvPr/>
        </p:nvSpPr>
        <p:spPr>
          <a:xfrm>
            <a:off x="468964" y="1789944"/>
            <a:ext cx="76600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İşiniz bittiğinde dosyalarınızı PSD biçiminde kaydetmelisiniz. Kaydetmek için File –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Save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As’e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tıklayın. Dosyanıza bir isim veriniz ve biçimini (format) PSD olarak ayarlayıp </a:t>
            </a:r>
            <a:r>
              <a:rPr lang="tr-T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Save’e</a:t>
            </a:r>
            <a:r>
              <a:rPr lang="tr-T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tıklayın.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F288A1-B409-9C43-AE1C-8E0577DD7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282576"/>
            <a:ext cx="3521799" cy="23786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E46022-11C2-5048-80FC-4C5D7F096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446" y="3282576"/>
            <a:ext cx="3664274" cy="237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01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906</TotalTime>
  <Words>949</Words>
  <Application>Microsoft Macintosh PowerPoint</Application>
  <PresentationFormat>On-screen Show (4:3)</PresentationFormat>
  <Paragraphs>164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Century Schoolbook</vt:lpstr>
      <vt:lpstr>Tahoma</vt:lpstr>
      <vt:lpstr>Wingdings</vt:lpstr>
      <vt:lpstr>Wingdings 2</vt:lpstr>
      <vt:lpstr>Cumba</vt:lpstr>
      <vt:lpstr>UZAKTAN EĞİTİM TEKNOLOJİLERİ</vt:lpstr>
      <vt:lpstr>PHOTOSHOP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rocco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zaman</dc:creator>
  <cp:lastModifiedBy>Microsoft Office User</cp:lastModifiedBy>
  <cp:revision>137</cp:revision>
  <dcterms:created xsi:type="dcterms:W3CDTF">2015-05-19T13:03:20Z</dcterms:created>
  <dcterms:modified xsi:type="dcterms:W3CDTF">2020-12-21T23:31:03Z</dcterms:modified>
</cp:coreProperties>
</file>