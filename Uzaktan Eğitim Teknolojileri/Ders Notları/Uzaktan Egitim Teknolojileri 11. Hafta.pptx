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3"/>
  </p:notesMasterIdLst>
  <p:sldIdLst>
    <p:sldId id="458" r:id="rId2"/>
    <p:sldId id="327" r:id="rId3"/>
    <p:sldId id="421" r:id="rId4"/>
    <p:sldId id="419" r:id="rId5"/>
    <p:sldId id="420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31" r:id="rId16"/>
    <p:sldId id="432" r:id="rId17"/>
    <p:sldId id="433" r:id="rId18"/>
    <p:sldId id="434" r:id="rId19"/>
    <p:sldId id="435" r:id="rId20"/>
    <p:sldId id="436" r:id="rId21"/>
    <p:sldId id="437" r:id="rId22"/>
    <p:sldId id="438" r:id="rId23"/>
    <p:sldId id="439" r:id="rId24"/>
    <p:sldId id="440" r:id="rId25"/>
    <p:sldId id="441" r:id="rId26"/>
    <p:sldId id="442" r:id="rId27"/>
    <p:sldId id="443" r:id="rId28"/>
    <p:sldId id="444" r:id="rId29"/>
    <p:sldId id="445" r:id="rId30"/>
    <p:sldId id="446" r:id="rId31"/>
    <p:sldId id="447" r:id="rId32"/>
    <p:sldId id="448" r:id="rId33"/>
    <p:sldId id="449" r:id="rId34"/>
    <p:sldId id="450" r:id="rId35"/>
    <p:sldId id="451" r:id="rId36"/>
    <p:sldId id="452" r:id="rId37"/>
    <p:sldId id="453" r:id="rId38"/>
    <p:sldId id="454" r:id="rId39"/>
    <p:sldId id="455" r:id="rId40"/>
    <p:sldId id="456" r:id="rId41"/>
    <p:sldId id="457" r:id="rId42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81067" autoAdjust="0"/>
  </p:normalViewPr>
  <p:slideViewPr>
    <p:cSldViewPr>
      <p:cViewPr varScale="1">
        <p:scale>
          <a:sx n="79" d="100"/>
          <a:sy n="79" d="100"/>
        </p:scale>
        <p:origin x="184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3A45C-1F9B-4470-B393-CB4E170383FB}" type="datetimeFigureOut">
              <a:rPr lang="tr-TR" smtClean="0"/>
              <a:t>22.12.2020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1CD16-3461-49A8-861A-0462DBFF20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303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2022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1989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3566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88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1736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3373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4898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6834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40388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7918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8458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9543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2958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0264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2823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44330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9506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7848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79303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77774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7737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5513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30573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29932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39464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52532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44561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33397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89663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22909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26038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16325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7309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53601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98677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1935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33787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96171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55879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40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98222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50000"/>
              </a:spcBef>
            </a:pPr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41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2080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Başlık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8 Alt Başlık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27 Veri Yer Tutucusu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99275E6-BDB1-4AC3-815C-2C2D22452163}" type="datetime1">
              <a:rPr lang="tr-TR" smtClean="0"/>
              <a:t>22.12.2020</a:t>
            </a:fld>
            <a:endParaRPr lang="tr-TR"/>
          </a:p>
        </p:txBody>
      </p:sp>
      <p:sp>
        <p:nvSpPr>
          <p:cNvPr id="17" name="16 Altbilgi Yer Tutucusu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9 Dikdörtgen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Dikdörtgen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Dikdörtgen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Düz Bağlayıcı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Düz Bağlayıcı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Düz Bağlayıcı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Düz Bağlayıcı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Dikdörtgen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Oval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Oval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Oval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Oval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Oval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Slayt Numarası Yer Tutucusu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8" name="7 İçerik Yer Tutucusu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D220B3B-728E-46A1-B4E5-2D1C609AAE18}" type="datetime1">
              <a:rPr lang="tr-TR" smtClean="0"/>
              <a:t>22.12.2020</a:t>
            </a:fld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9 Altbilgi Yer Tutucusu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E4052E5-45F5-4075-8D9E-4FAD178C4C64}" type="datetime1">
              <a:rPr lang="tr-TR" smtClean="0"/>
              <a:t>22.12.2020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8 Dikdörtgen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ikdörtgen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Düz Bağlayıcı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Düz Bağlayıcı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Düz Bağlayıcı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Düz Bağlayıcı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Dikdörtgen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Oval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Oval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Oval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Oval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Oval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Düz Bağlayıcı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287B-E325-4848-85CA-2FFA31942568}" type="datetime1">
              <a:rPr lang="tr-TR" smtClean="0"/>
              <a:t>22.12.2020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2696-49BD-49B7-870B-61F0042AE0DB}" type="datetime1">
              <a:rPr lang="tr-TR" smtClean="0"/>
              <a:t>22.12.2020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12 İçerik Yer Tutucusu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2" name="11 Metin Yer Tutucusu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4" name="13 Metin Yer Tutucusu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6" name="5 Veri Yer Tutucusu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451CD09-A8DF-49F8-8528-5C0A35A50562}" type="datetime1">
              <a:rPr lang="tr-TR" smtClean="0"/>
              <a:t>22.12.2020</a:t>
            </a:fld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91C94-E58A-43B5-AAB1-9CD9F36DD72A}" type="datetime1">
              <a:rPr lang="tr-TR" smtClean="0"/>
              <a:t>22.12.2020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8" name="7 Düz Bağlayıcı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İçerik Yer Tutucusu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21" name="20 Veri Yer Tutucusu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A18CDB5-35C5-4392-B161-325FA3E18DC3}" type="datetime1">
              <a:rPr lang="tr-TR" smtClean="0"/>
              <a:t>22.12.2020</a:t>
            </a:fld>
            <a:endParaRPr lang="tr-TR"/>
          </a:p>
        </p:txBody>
      </p:sp>
      <p:sp>
        <p:nvSpPr>
          <p:cNvPr id="22" name="21 Slayt Numarası Yer Tutucusu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3" name="22 Altbilgi Yer Tutucusu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/>
              <a:t>Resim eklemek için simgeyi tıklatın</a:t>
            </a:r>
            <a:endParaRPr kumimoji="0" lang="en-US" dirty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0" name="9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Düz Bağlayıcı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Düz Bağlayıcı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Veri Yer Tutucusu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2763EF9-8C7B-40A2-81BB-789A43B8E2A7}" type="datetime1">
              <a:rPr lang="tr-TR" smtClean="0"/>
              <a:t>22.12.2020</a:t>
            </a:fld>
            <a:endParaRPr lang="tr-TR"/>
          </a:p>
        </p:txBody>
      </p:sp>
      <p:sp>
        <p:nvSpPr>
          <p:cNvPr id="18" name="17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1" name="20 Altbilgi Yer Tutucusu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87F-80D3-4B89-8E7A-FA2EED8BD7A5}" type="datetime1">
              <a:rPr lang="tr-TR" smtClean="0"/>
              <a:t>22.12.2020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7DE-69B0-4BAD-A937-F2DCE546BFD7}" type="datetime1">
              <a:rPr lang="tr-TR" smtClean="0"/>
              <a:t>22.12.2020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1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13 Veri Yer Tutucusu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EC7E1F2-290D-48B4-B19D-0927333BE67A}" type="datetime1">
              <a:rPr lang="tr-TR" smtClean="0"/>
              <a:t>22.12.2020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6 Düz Bağlayıcı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Başlık"/>
          <p:cNvSpPr>
            <a:spLocks noGrp="1"/>
          </p:cNvSpPr>
          <p:nvPr>
            <p:ph type="ctrTitle"/>
          </p:nvPr>
        </p:nvSpPr>
        <p:spPr>
          <a:xfrm>
            <a:off x="928662" y="1357298"/>
            <a:ext cx="7772400" cy="1171583"/>
          </a:xfrm>
        </p:spPr>
        <p:txBody>
          <a:bodyPr>
            <a:normAutofit/>
          </a:bodyPr>
          <a:lstStyle/>
          <a:p>
            <a:pPr algn="ctr"/>
            <a:r>
              <a:rPr lang="tr-TR" sz="3200"/>
              <a:t>UZAKTAN EĞİTİM TEKNOLOJİLERİ</a:t>
            </a:r>
            <a:endParaRPr lang="tr-TR" sz="3200" dirty="0"/>
          </a:p>
        </p:txBody>
      </p:sp>
      <p:sp>
        <p:nvSpPr>
          <p:cNvPr id="5" name="4 Alt Başlık"/>
          <p:cNvSpPr>
            <a:spLocks noGrp="1"/>
          </p:cNvSpPr>
          <p:nvPr>
            <p:ph type="subTitle" idx="1"/>
          </p:nvPr>
        </p:nvSpPr>
        <p:spPr>
          <a:xfrm>
            <a:off x="1371600" y="3714752"/>
            <a:ext cx="6915176" cy="2643206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tr-TR" sz="2200" b="0" dirty="0"/>
              <a:t>Prof. Dr. Tuncay YİĞİT</a:t>
            </a:r>
          </a:p>
          <a:p>
            <a:pPr algn="ctr"/>
            <a:r>
              <a:rPr lang="tr-TR" sz="2200" b="0" dirty="0"/>
              <a:t>Süleyman Demirel Üniversitesi</a:t>
            </a:r>
          </a:p>
          <a:p>
            <a:pPr algn="ctr"/>
            <a:r>
              <a:rPr lang="tr-TR" sz="2200" b="0" dirty="0"/>
              <a:t>Bilgisayar Mühendisliği Bölümü</a:t>
            </a:r>
          </a:p>
          <a:p>
            <a:pPr algn="ctr"/>
            <a:endParaRPr lang="tr-TR" sz="2200" b="0" dirty="0"/>
          </a:p>
          <a:p>
            <a:pPr algn="ctr"/>
            <a:endParaRPr lang="tr-TR" sz="2200" b="0" dirty="0"/>
          </a:p>
          <a:p>
            <a:pPr algn="ctr"/>
            <a:endParaRPr lang="tr-TR" sz="2000" b="0" dirty="0"/>
          </a:p>
          <a:p>
            <a:pPr algn="ctr"/>
            <a:r>
              <a:rPr lang="tr-TR" sz="2000" b="0" dirty="0"/>
              <a:t>ISPARTA - 2020</a:t>
            </a: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3198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3073641"/>
            <a:ext cx="7467600" cy="1143000"/>
          </a:xfrm>
        </p:spPr>
        <p:txBody>
          <a:bodyPr anchor="ctr">
            <a:noAutofit/>
          </a:bodyPr>
          <a:lstStyle/>
          <a:p>
            <a:r>
              <a:rPr lang="tr-TR" sz="4400" dirty="0"/>
              <a:t>PHOTOSHOP</a:t>
            </a:r>
            <a:endParaRPr lang="tr-T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E926E6-7CC2-3B49-A213-9C1E68BCDE75}"/>
              </a:ext>
            </a:extLst>
          </p:cNvPr>
          <p:cNvSpPr txBox="1"/>
          <p:nvPr/>
        </p:nvSpPr>
        <p:spPr>
          <a:xfrm>
            <a:off x="451520" y="4077189"/>
            <a:ext cx="64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Menüler</a:t>
            </a:r>
            <a:r>
              <a:rPr lang="en-US" sz="2800" dirty="0"/>
              <a:t>, Tools</a:t>
            </a:r>
            <a:endParaRPr lang="en-TR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6A2C07-83A7-A74A-AEF9-C9C91F246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48" y="1700808"/>
            <a:ext cx="1295578" cy="125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5807005"/>
            <a:ext cx="76600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açıldığında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karşımıza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gelmesi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gereken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ekran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görüntüsu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̈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örnek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resimde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gösterilmektedir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AED11F-4A1B-E841-A3EE-46DDAE11CA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7200789" cy="424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5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400455"/>
            <a:ext cx="766005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Öncelikle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üst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menü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işlevlerinden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bahsetmeye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çalışacağım.Üst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menü photoshop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açıldığında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üst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kısımda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sekmelerden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oluşmaktadır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Photoshop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yoğun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İngilizce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kullanıldığı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anlatımı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ingilizce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versiyonu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üzerinden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yapacağım.Ama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elinizde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Türkçe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versiyonu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varsa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slaytları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takip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edebilirsiniz.Terimler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biraz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karışık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gelse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işlevler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aynı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olacaktır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İlk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"File"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yani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dosya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işlemleri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menüsünden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başlayalım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84EFC-1A44-814E-B382-1C994D5AB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97" y="2727746"/>
            <a:ext cx="8244408" cy="26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115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5807005"/>
            <a:ext cx="76600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başta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sekmedir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AED11F-4A1B-E841-A3EE-46DDAE11CA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7200789" cy="42417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3A2FCF-3032-D54C-A734-24FA0AED0270}"/>
              </a:ext>
            </a:extLst>
          </p:cNvPr>
          <p:cNvSpPr/>
          <p:nvPr/>
        </p:nvSpPr>
        <p:spPr>
          <a:xfrm>
            <a:off x="1149153" y="1180638"/>
            <a:ext cx="542527" cy="511637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8227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5426158"/>
            <a:ext cx="766005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tıkladığımızda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karşımıza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yeni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beyaz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menü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açılacaktır.Temel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photoshop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anlattığımız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menüde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sadece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çok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işimize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yarayacak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menü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elemanlarını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anlatacağım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ABE4E5-0EE9-564F-A9A6-097821069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6552728" cy="383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88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5426158"/>
            <a:ext cx="766005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“New"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tıkladığımızda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yeni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belge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oluşturmamıza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olanak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sağlayacaktır.Bunu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aynı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word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excel'deki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Yeni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komutuna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benzetebiliriz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ABE4E5-0EE9-564F-A9A6-097821069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6552728" cy="383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5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4918442"/>
            <a:ext cx="777544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“New"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tıkladığımızda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ekrana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gelecek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yeni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pencerede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bize yeni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oluşturacağımız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boyutları,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çözünürlüğu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̈,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skalası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vb.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özellikler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sorulacaktır.İstediğimiz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değeri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girdikten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sonra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”Create"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buttonuna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bastığımızda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yeni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belgemiz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oluşturulacaktır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5AE074-3F2A-3048-BBC3-F212D4754B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204098"/>
            <a:ext cx="4543283" cy="358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52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5345921"/>
            <a:ext cx="766005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üzerinde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bulunan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sıkça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kullanılan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ikinci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menü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elemanı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"Open"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sekmesidir.Open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yani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Aç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komutuyla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fotoğraf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gibi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istediğimiz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Photoshop'un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desteklediği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dosyaları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Photoshop'a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aktarabiliriz.Open'a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tıkladığımızda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ABE4E5-0EE9-564F-A9A6-097821069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6552728" cy="383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52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3498F-B49D-4DA8-8B0C-C3B686C155FD}"/>
              </a:ext>
            </a:extLst>
          </p:cNvPr>
          <p:cNvSpPr/>
          <p:nvPr/>
        </p:nvSpPr>
        <p:spPr>
          <a:xfrm>
            <a:off x="3581401" y="1692275"/>
            <a:ext cx="1752600" cy="388710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1"/>
                </a:solidFill>
              </a:rPr>
              <a:t>Etkileşim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4883676"/>
            <a:ext cx="766005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karşımıza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açılan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yeni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pencereden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açmak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istediğimiz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dosyayı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bulup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"Aç"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butonuna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tıklayarak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Photoshop'a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aktarabiliriz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Not:Photoshopta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istenilen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dosyaları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açmanın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daha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kolay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hızlı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yolu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istediğiniz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dosyayı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photoshop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simgesi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üzerine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sürüklemektir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2CDFF7-A22F-ED45-8144-D27814FF0F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372965"/>
            <a:ext cx="5865892" cy="328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87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D9814C0-E6B9-B14A-86D2-826A5ABA9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6552728" cy="3839489"/>
          </a:xfrm>
          <a:prstGeom prst="rect">
            <a:avLst/>
          </a:prstGeom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11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11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5483840"/>
            <a:ext cx="76600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gösterilen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menü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elemanları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temel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ders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gerekli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olmadığı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kısaca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anlatmanın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mantıklı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olduğunu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düşünüyorum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3A2FCF-3032-D54C-A734-24FA0AED0270}"/>
              </a:ext>
            </a:extLst>
          </p:cNvPr>
          <p:cNvSpPr/>
          <p:nvPr/>
        </p:nvSpPr>
        <p:spPr>
          <a:xfrm>
            <a:off x="1259632" y="1678679"/>
            <a:ext cx="1656184" cy="382169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26487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D9814C0-E6B9-B14A-86D2-826A5ABA9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6552728" cy="3839489"/>
          </a:xfrm>
          <a:prstGeom prst="rect">
            <a:avLst/>
          </a:prstGeom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12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12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5422865"/>
            <a:ext cx="826965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"Browse in Bridge"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PS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gelen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yardımcı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programdan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yararlanarak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belgeleri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PS'a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aktarmanızı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"Open As"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belirli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dosya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uzantısına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sahip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başka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dosya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uzantısıyla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açmaya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yarar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.(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jpeg'i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png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açmak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gibi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"Open Recent" son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zamanlarda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kullanmıs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olduğunuz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dosyaları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açmanızı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sekmedir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3A2FCF-3032-D54C-A734-24FA0AED0270}"/>
              </a:ext>
            </a:extLst>
          </p:cNvPr>
          <p:cNvSpPr/>
          <p:nvPr/>
        </p:nvSpPr>
        <p:spPr>
          <a:xfrm>
            <a:off x="1259632" y="1678679"/>
            <a:ext cx="1656184" cy="382169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24604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13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13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556792"/>
            <a:ext cx="7660051" cy="3722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işlevler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dışında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"File"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Sekmesinden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Save=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Kaydetme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Save As=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Farklı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Kaydetme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Save For Web and Devices=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Düşük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kalitede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kaydetme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Close=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Açmıs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olduğunuz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belgeyi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kapatma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Close All=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Açmıs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olduğunuz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tüm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belgeleri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kapatma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gibi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belli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başlı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program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işlevlerini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üzerinde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bulabilirsiniz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Unutmayın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öğrenmenin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iyi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akılda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kalıcı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merak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edip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karıştırarak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bulmaktır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01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14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14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322381"/>
            <a:ext cx="554319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Edit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menüsünde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Yaptığımız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işlemi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alma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komutu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Undo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Step Backward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alınan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komutu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alma: Step Forward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objeyi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kesme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Cut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objeyi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kopyalama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Copy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Copy Merged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objeyi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yapıştırma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Paste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Paste Special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4AE7F1-C15C-A948-BED4-70C7A2A828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646" y="432049"/>
            <a:ext cx="2529749" cy="602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10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322381"/>
            <a:ext cx="554319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menüsünde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Fotoğrafımızı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çevirmek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istediğimizi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seçebiliriz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Örneğin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RGB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fotoğrafı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Bitmap'e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yada 8BIT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fotoğrafı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16 yada 32 BIT 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dönüştürebilirsiniz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Adjustments: Bu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sayesinde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fotoğrafımızın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kontrast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ayarları,doygunluğu,koyuluk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açıklığı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gibi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çok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değiştirilebilir.Bu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kullanılacak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işlevler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derste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deatylı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anlatılacaktır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Tone,Contrast,Color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İsminden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anlaşılacağı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ton,kontrast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program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tarafından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otomatik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atanacaktır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763528-A916-FD4B-9001-BE711434B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690" y="432049"/>
            <a:ext cx="2529925" cy="44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51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16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16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322381"/>
            <a:ext cx="554319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menüsünde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 Size: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boyutlarınızı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ayarlamaya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yarayan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özelliktir.Görsel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boyutu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değerlerini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girerek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değiştirebilirsiniz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Canvas Size: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Baskı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boyutunu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değiştirmek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değerleri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girdiğiniz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 Rotation: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sağa,sola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yada 180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derece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döndürmenizi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sekmede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anlatılan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özellikler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dışındakileri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çok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fazla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kullanmayacağız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763528-A916-FD4B-9001-BE711434B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690" y="432049"/>
            <a:ext cx="2529925" cy="44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83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17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17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322381"/>
            <a:ext cx="554319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Layer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menüsünde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New: Yeni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çalışma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oluşturmanızı,seçtiğiniz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kesmenizi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kopyalamanızı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Duplicate Layer: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Mevcut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kopyalamanızı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Layer Properties: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Katmanların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ışık,dolgu,yansıma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ayarlarını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 Layers: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gruplamanızı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Ungroup Layers: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halindeki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ayırmanızı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9AF29E-0155-CE41-8660-00240840A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690" y="197041"/>
            <a:ext cx="2529925" cy="641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97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18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18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322381"/>
            <a:ext cx="554319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Layer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menüsünde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Hide Layers: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gizlemenizi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 Layers: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kilitlemenizi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Merge Layers: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birleştirerek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haline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getirir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Merge Visible: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Görünür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halde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haline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getirir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Flatten Image: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Tüm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birleştirerek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haline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getirmenizi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Layer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sekmesinde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kullanacağımız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işlevler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kadar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olduğuna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göre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Select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sekmesine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geçebiliriz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9AF29E-0155-CE41-8660-00240840A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690" y="197041"/>
            <a:ext cx="2529925" cy="641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10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19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19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322381"/>
            <a:ext cx="554319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menüsünde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Görselinizin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tamamı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hale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gelir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Deselect:Görseliniz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üzerindeki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hiç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birşey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olmaz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Reselect: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yapmıs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olduğunuz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tekrarlar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Inverse: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Seçmis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olduğunuz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bölgenin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Layers: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Tüm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Deselect Layers: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Katmanlardaki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temizler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126A55-55FB-0342-ADFB-B739A0F35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149" y="602742"/>
            <a:ext cx="2516465" cy="467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0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20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20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322381"/>
            <a:ext cx="554319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menüsünde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 Selection: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Seçtiğiniz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bölgeyi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boyutlandırmanızı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şeklini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değiştirmenizi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Load Selection: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Önceden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kaydettiğiniz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yüklemenizi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Save Selection: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bölgeyi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daha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kullanabilmek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kaydetmenizi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sekmesinde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çok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kullanacağımız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komutlar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kadar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126A55-55FB-0342-ADFB-B739A0F35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149" y="602742"/>
            <a:ext cx="2516465" cy="467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55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21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21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322381"/>
            <a:ext cx="5543195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Filter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menüsünde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fotoğraflar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uygulayabileceğiniz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"Artistic"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başlayan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"Other" 'a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kadar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uzanan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skalaya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sahip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filtreler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almaktadır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Tüm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filtreleri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pencerede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görmek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isterseniz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"Filter Gallery"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tıklayabilirsiniz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Lens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düzeltme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seçeneği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karşımıza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"Lens Correction"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çıkmaktadır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"Liquify"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seçeneği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fotoğraf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rötus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yapmanıza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oldukça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farklı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özelliktir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7185E0-0551-8B41-8FC6-73B2C979CC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697" y="1322381"/>
            <a:ext cx="2682339" cy="369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66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22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22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468964" y="1322381"/>
            <a:ext cx="5543195" cy="3775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özelliği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ekranınızdan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yönetmek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istediğiniz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komutları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içeren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pencereleri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açmanıza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seçenekler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bulunmaktadır.Yanında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tik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işareti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gördüğünüz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seçenekler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hazırda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ekranda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gösterilmektedir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programın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yapımcıları,program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sürümu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̈,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aktif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özelliği,yardım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dosyaları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gibi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özellikler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bulunmaktadır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565116-43D6-A749-AD6F-960767791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053" y="252774"/>
            <a:ext cx="2579009" cy="630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52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23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23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3359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menüde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ilk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karşımıza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çıkan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simge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siyah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ok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işareti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gösterilen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"move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tool"dur."Move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tool"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hareket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ettirmemizi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sağlar.Ayrıca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boyutlandırmada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 "move tool" dan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faydalanılabilir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Bunun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yapılması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gereken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şey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kısımın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yanlarından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tutarak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sürüklemekten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ibarettir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8FFDC0-1654-4F47-A644-799CD130EB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372964"/>
            <a:ext cx="2304256" cy="518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373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24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24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3775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sonraki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aracımız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kesikli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çizgiler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gösterilen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"marquee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tool"dur."Marquee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tool" normal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şeklinde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gözükmektedir.Simge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sağ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kare,yuvarlak,düz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çizgi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şeklinde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açılacaktır.Yapacağınız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değiştirebilirsiniz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."Marquee tool"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görselinizdeki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herhangi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seçebilirsiniz.Daha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"move tool"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taşıyabilirsiniz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B3E096-85D3-844F-84F2-4A3BD3403C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2324952" cy="518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14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25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25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sonraki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simge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"Lasso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Tool"dur."Lasso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Tool"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elinizle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çizerek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istediğiniz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seçebilirsiniz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Doğru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yapabilmek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başladığınız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noktaya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kadar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çizmeye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devam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etmelisiniz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takdirde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program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bıraktığınız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kısa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mesafeden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iki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çizgiyi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birleştirecektir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"Lasso Tool"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özelliğine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sağ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Poligonal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Lasso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Magnetic Lasso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seçenekleri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açılacaktır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Poligonal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Lasso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çizgi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çizgi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yapacağınız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çizerek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seçiminizi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yapabilirsiniz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Magnetic Lasso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değişimlerine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kendisi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otomaktik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aracıdır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D2D2BA-544F-2440-B8F9-C418358E6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372963"/>
            <a:ext cx="2324952" cy="523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06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26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26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3775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"Magic Wand Tool"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renge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uygun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benzer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kolayca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seçmenize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Magic Wand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Tool'a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sağ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Quick Selection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göreceksiniz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Quick Selection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görselinizde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Magic Wand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olduğu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gibi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seçilecektir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fareyi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oynatarak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seçilecek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genişletmenize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ayrıca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sağlayacaktır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BC71E4-F8FF-9548-8A4D-9A02A5ABAB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3"/>
            <a:ext cx="2324952" cy="525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71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27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27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5021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Crop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kırpma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yapmanıza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araçtır.Crop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fotoğrafın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belli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kısmını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sağ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çıkan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seçeneklerden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Crop'u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seçtiğinizde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fotoğrafınız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belirlediğiniz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bölgelerden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kesilecektir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Crop Tool a sağ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Slice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Slice Select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bulunur.Slice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araçları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web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sitesi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web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ortamında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çabuk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açılmasını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istediğiniz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parçalara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ayırarak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site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benzeri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platformlarda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araçtır.Daha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çok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web design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ilgili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kullanılır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D1C712-1C7A-574F-8FDE-816369591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372963"/>
            <a:ext cx="2338914" cy="525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39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28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28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"Eye Dropper Tool”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sayesinde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kopyalamıs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olursunuz.Araca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sağ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bulunan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Color Sampler Tool 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alandaki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eşleştirmenizi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Ruler Tool: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Uzaklığı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ölçmenize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Tool: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eklemenizi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 Tool: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Çalışma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grubunuza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numara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vermeyi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D1C712-1C7A-574F-8FDE-816369591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372963"/>
            <a:ext cx="2338914" cy="525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61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29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29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Spot Healing Brush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verilen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bölgede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bulunan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lekeleri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arka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plan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rengine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uydurarak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yama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sağlar.Fotoğraflarda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kolay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sivilce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temizleme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yönteminde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sıkça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kullanılır.Sag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̆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tıkladığımızda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araçlarda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Healing Brush Tool: Spot Healing Brush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Tool'un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görevini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görmekle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beraber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"alt"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tuşuna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kopyalayacağınız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bölgeyi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seçmenize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yardım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Patch Tool: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Belirli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yama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şekilleriyle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istediğiniz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yamamaya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yarayan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 Eye Tool 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Fotoğrafta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kırmızı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çıkan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tıklayarak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kırmızı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gözleri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gidermenizi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FCEE41-3FBB-1648-807A-689D4FC784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372963"/>
            <a:ext cx="2345896" cy="525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003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30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30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Brush Tool"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paintten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bildiğimiz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fırçası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aracıdır.Sol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taraftan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seçtiğimiz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uygulamamızı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sağlar.Sag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̆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açılan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araçlarda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Pencil Tool: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Kalem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ucu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inceliğinde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brushtan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ibaret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Color Replacement Tool: Belli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başka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değiştirmenize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Mixer Brush Tool: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karıştırmanıza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0E5579-67B8-A542-9079-B3738BF5CF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376990"/>
            <a:ext cx="2347219" cy="524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64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31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31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Clone Stamp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"alt"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tuşuna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seçtiğiniz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bölge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dokusu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kopyalanır.Bu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boyadığınız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bölgeler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seçtiğiniz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bölge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orantılı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klonlanacaktır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Pattern Stamp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belirli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şekilleri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görselinize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eklemenizi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Üst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menü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altında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araçların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özelliklerini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ayarlayabileceğinizi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hatırlatmak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isterim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68EA39-E0AD-184F-9EF7-2A03195251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376329"/>
            <a:ext cx="2330144" cy="524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5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32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32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Sıradaki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History Brush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Tool'dur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Normal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fırçanın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fırça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boyadığınız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eski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haline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dönecektir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Örneğin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yaptığınız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değişikliğin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kısmını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almak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istediğinizde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fırça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üstünden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geçmeniz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yeterlidir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 History Brush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eski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haline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getirmede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farklılık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arayanlar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ideal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92C090-B1D0-4448-86C1-B6149321B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2330145" cy="52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54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33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33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Eraser Tool: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aracıdır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Fotoğraflarda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önermem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çünku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̈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sildiği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beyaz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fona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dönüşmektedir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Katmanlarla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çalışmalarımızda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daha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detaylı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anlatılacaktır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Background Eraser Tool: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değişimini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otomatik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algılarayarak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bölgedek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benzer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renkleri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Magic Eraser Tool: Background Eraser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benzer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özellikte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otomatik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işlemi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gerçekleştirmenizi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Renge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işlemi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gerçekleştirir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E16470-B0C4-904F-A2D4-4DAC27E189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4328"/>
            <a:ext cx="2332641" cy="524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01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34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34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Bucket Tool da paint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programından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tanıyacağımız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Tıkladığımız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tonuna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sahip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tüm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alanını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boyamaya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yarar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Gradient Tool: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Belirleyeceğimiz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renklerin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birbiri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geçis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halinde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boyamanızı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Gradient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seçip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görselinizde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yukarından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aşağıya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çizgi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çekerseniz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anlamanıza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yardımcı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olacaktır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598CF8-A51E-FF4E-A073-D95E81E42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4328"/>
            <a:ext cx="2329539" cy="524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36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35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35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Blur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boyadığınız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yerlerde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netlik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kaybolacak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puslu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görünüm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alacaktır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Yapay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derinliği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kazandırmak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kullanılan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amatörce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yoldur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Sharpen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üzerinden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geçeceğiniz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keskinleşmeye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başlayacaktır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Çok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fazla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yapıldığı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taktirde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bozulmalar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oluşacağını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unutmayalım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Smudge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anlamıyla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şeklini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bozmaya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yarayan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Etkin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kullanımı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tıklayıp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parmağınızı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kaldırmadan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fareyi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aşağıya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çekiniz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3D18CA-8211-D346-8EC9-A2E338DB0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2329539" cy="524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8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36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36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sağ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sekmesinde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özellikler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belirli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bölgeyi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seçmek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kullanılmaktadır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Temel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eğitim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komplike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olduğundan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dolayı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geçebiliriz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AB0E0A-51B2-4240-9B61-6F26618473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372964"/>
            <a:ext cx="2330316" cy="524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142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37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37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Path Selection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Direct Selection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şimdilik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sadece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normal fare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imlecimize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dönmek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kullanacağız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159375-6A4E-BA43-8892-7A1AB2A73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2316404" cy="553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857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38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38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sekmede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araçlar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belirlediğimiz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renklerde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dikdörtgen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köşesiz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dikdörtgen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elips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poligon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düz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çizgi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önceden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belirli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şekil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çizilebilir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4E7EE2-EDE9-4E48-A434-A49BDB190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372964"/>
            <a:ext cx="2316404" cy="549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7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39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39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Hand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yaklaştığımız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aşağı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yukarı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hareket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ederek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görüs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kolaylığı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Benzer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programlarda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ismi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"pan"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geçmektedir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Rotate View Tool 3D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modellemelerde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kullanılan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779079-079F-A94E-B798-6F5BC3975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72964"/>
            <a:ext cx="2316404" cy="551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04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40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40</a:t>
            </a:fld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76018-1EA1-0141-85E2-C1669E3626C6}"/>
              </a:ext>
            </a:extLst>
          </p:cNvPr>
          <p:cNvSpPr/>
          <p:nvPr/>
        </p:nvSpPr>
        <p:spPr>
          <a:xfrm>
            <a:off x="3203848" y="1372964"/>
            <a:ext cx="533055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Zoom Tool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yakınlaşmamızı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sağlayan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araçtır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Zoom 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yani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yaklaşmak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görselinizin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tıklayarak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yakınlaşabilirsiniz.Uzaklaşmak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ok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işaretiyle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gösterilen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(-)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büyütec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̧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işaretine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tıklayıp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görselinizin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üzerine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tıklayın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9D9A3F-9BD4-7A4D-BD70-1EFF813CC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372964"/>
            <a:ext cx="2316404" cy="549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061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41</a:t>
            </a:fld>
            <a:endParaRPr lang="tr-T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DF4E42-2F8D-4FD0-AF8B-2575BD745469}"/>
              </a:ext>
            </a:extLst>
          </p:cNvPr>
          <p:cNvSpPr txBox="1">
            <a:spLocks/>
          </p:cNvSpPr>
          <p:nvPr/>
        </p:nvSpPr>
        <p:spPr>
          <a:xfrm>
            <a:off x="8534401" y="6813550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AFBF8A-26A6-42EB-9284-30DCCFA2E9A1}" type="slidenum">
              <a:rPr lang="tr-TR" smtClean="0"/>
              <a:pPr/>
              <a:t>41</a:t>
            </a:fld>
            <a:endParaRPr lang="tr-TR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46BEF-22D5-794C-8742-A5448248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609601" cy="5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645BBB-DBBB-174B-A63F-5C06FD01F9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1372964"/>
            <a:ext cx="8635958" cy="50803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BC2A2B-B74D-3F4B-AF7C-1CF8FBC2B9C5}"/>
              </a:ext>
            </a:extLst>
          </p:cNvPr>
          <p:cNvSpPr/>
          <p:nvPr/>
        </p:nvSpPr>
        <p:spPr>
          <a:xfrm>
            <a:off x="1906723" y="2276872"/>
            <a:ext cx="53305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paletini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görmek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için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swatches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seçeneğini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seçtiğinizden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emin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olun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bölgeden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seçimi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yapabilirsiniz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472E80-44C5-404E-88A9-0D20395B1AE7}"/>
              </a:ext>
            </a:extLst>
          </p:cNvPr>
          <p:cNvCxnSpPr>
            <a:cxnSpLocks/>
          </p:cNvCxnSpPr>
          <p:nvPr/>
        </p:nvCxnSpPr>
        <p:spPr>
          <a:xfrm flipH="1">
            <a:off x="844353" y="5734050"/>
            <a:ext cx="1062370" cy="311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E639B2E-2A2E-F84B-BA0E-39AC06D8B4B6}"/>
              </a:ext>
            </a:extLst>
          </p:cNvPr>
          <p:cNvSpPr/>
          <p:nvPr/>
        </p:nvSpPr>
        <p:spPr>
          <a:xfrm>
            <a:off x="1906723" y="5507940"/>
            <a:ext cx="53305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Seçilen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renk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burada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gösterilmektedir</a:t>
            </a: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6995A8-0406-A947-B2D8-90FD1330E4C7}"/>
              </a:ext>
            </a:extLst>
          </p:cNvPr>
          <p:cNvCxnSpPr>
            <a:cxnSpLocks/>
          </p:cNvCxnSpPr>
          <p:nvPr/>
        </p:nvCxnSpPr>
        <p:spPr>
          <a:xfrm>
            <a:off x="6825939" y="2420888"/>
            <a:ext cx="7703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8400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993</TotalTime>
  <Words>3261</Words>
  <Application>Microsoft Macintosh PowerPoint</Application>
  <PresentationFormat>On-screen Show (4:3)</PresentationFormat>
  <Paragraphs>288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Century Schoolbook</vt:lpstr>
      <vt:lpstr>Tahoma</vt:lpstr>
      <vt:lpstr>Wingdings</vt:lpstr>
      <vt:lpstr>Wingdings 2</vt:lpstr>
      <vt:lpstr>Cumba</vt:lpstr>
      <vt:lpstr>UZAKTAN EĞİTİM TEKNOLOJİLERİ</vt:lpstr>
      <vt:lpstr>PHOTOSHOP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rocco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zaman</dc:creator>
  <cp:lastModifiedBy>Microsoft Office User</cp:lastModifiedBy>
  <cp:revision>146</cp:revision>
  <dcterms:created xsi:type="dcterms:W3CDTF">2015-05-19T13:03:20Z</dcterms:created>
  <dcterms:modified xsi:type="dcterms:W3CDTF">2020-12-21T23:29:26Z</dcterms:modified>
</cp:coreProperties>
</file>