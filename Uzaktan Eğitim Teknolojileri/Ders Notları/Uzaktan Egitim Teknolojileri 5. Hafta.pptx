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78" autoAdjust="0"/>
    <p:restoredTop sz="81067" autoAdjust="0"/>
  </p:normalViewPr>
  <p:slideViewPr>
    <p:cSldViewPr>
      <p:cViewPr varScale="1">
        <p:scale>
          <a:sx n="79" d="100"/>
          <a:sy n="79" d="100"/>
        </p:scale>
        <p:origin x="8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3A45C-1F9B-4470-B393-CB4E170383FB}" type="datetimeFigureOut">
              <a:rPr lang="tr-TR" smtClean="0"/>
              <a:t>9.11.2020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1CD16-3461-49A8-861A-0462DBFF20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303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8891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576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6993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4894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2019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6708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5041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2070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7640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154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820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99275E6-BDB1-4AC3-815C-2C2D22452163}" type="datetime1">
              <a:rPr lang="tr-TR" smtClean="0"/>
              <a:t>9.11.2020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9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Düz Bağlayıcı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Oval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Oval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D220B3B-728E-46A1-B4E5-2D1C609AAE18}" type="datetime1">
              <a:rPr lang="tr-TR" smtClean="0"/>
              <a:t>9.11.2020</a:t>
            </a:fld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E4052E5-45F5-4075-8D9E-4FAD178C4C64}" type="datetime1">
              <a:rPr lang="tr-TR" smtClean="0"/>
              <a:t>9.11.2020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8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Oval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Oval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Düz Bağlayıcı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287B-E325-4848-85CA-2FFA31942568}" type="datetime1">
              <a:rPr lang="tr-TR" smtClean="0"/>
              <a:t>9.11.2020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2696-49BD-49B7-870B-61F0042AE0DB}" type="datetime1">
              <a:rPr lang="tr-TR" smtClean="0"/>
              <a:t>9.11.2020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11 Metin Yer Tutucusu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13 Metin Yer Tutucusu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5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51CD09-A8DF-49F8-8528-5C0A35A50562}" type="datetime1">
              <a:rPr lang="tr-TR" smtClean="0"/>
              <a:t>9.11.2020</a:t>
            </a:fld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91C94-E58A-43B5-AAB1-9CD9F36DD72A}" type="datetime1">
              <a:rPr lang="tr-TR" smtClean="0"/>
              <a:t>9.11.2020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İçerik Yer Tutucusu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20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A18CDB5-35C5-4392-B161-325FA3E18DC3}" type="datetime1">
              <a:rPr lang="tr-TR" smtClean="0"/>
              <a:t>9.11.2020</a:t>
            </a:fld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3" name="22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2763EF9-8C7B-40A2-81BB-789A43B8E2A7}" type="datetime1">
              <a:rPr lang="tr-TR" smtClean="0"/>
              <a:t>9.11.2020</a:t>
            </a:fld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1" name="20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87F-80D3-4B89-8E7A-FA2EED8BD7A5}" type="datetime1">
              <a:rPr lang="tr-TR" smtClean="0"/>
              <a:t>9.11.2020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7DE-69B0-4BAD-A937-F2DCE546BFD7}" type="datetime1">
              <a:rPr lang="tr-TR" smtClean="0"/>
              <a:t>9.11.2020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EC7E1F2-290D-48B4-B19D-0927333BE67A}" type="datetime1">
              <a:rPr lang="tr-TR" smtClean="0"/>
              <a:t>9.11.2020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6 Düz Bağlayıcı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ctrTitle"/>
          </p:nvPr>
        </p:nvSpPr>
        <p:spPr>
          <a:xfrm>
            <a:off x="928662" y="1357298"/>
            <a:ext cx="7772400" cy="1171583"/>
          </a:xfrm>
        </p:spPr>
        <p:txBody>
          <a:bodyPr>
            <a:normAutofit/>
          </a:bodyPr>
          <a:lstStyle/>
          <a:p>
            <a:pPr algn="ctr"/>
            <a:r>
              <a:rPr lang="tr-TR" sz="3200" dirty="0"/>
              <a:t>UZAKTAN EĞİTİM TEKNOLOJİLERİ</a:t>
            </a:r>
          </a:p>
        </p:txBody>
      </p:sp>
      <p:sp>
        <p:nvSpPr>
          <p:cNvPr id="5" name="4 Alt Başlık"/>
          <p:cNvSpPr>
            <a:spLocks noGrp="1"/>
          </p:cNvSpPr>
          <p:nvPr>
            <p:ph type="subTitle" idx="1"/>
          </p:nvPr>
        </p:nvSpPr>
        <p:spPr>
          <a:xfrm>
            <a:off x="1371600" y="3714752"/>
            <a:ext cx="6915176" cy="264320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tr-TR" sz="2200" b="0" dirty="0"/>
              <a:t>Prof. Dr. Tuncay YİĞİT</a:t>
            </a:r>
          </a:p>
          <a:p>
            <a:pPr algn="ctr"/>
            <a:r>
              <a:rPr lang="tr-TR" sz="2200" b="0" dirty="0"/>
              <a:t>Süleyman Demirel Üniversitesi</a:t>
            </a:r>
          </a:p>
          <a:p>
            <a:pPr algn="ctr"/>
            <a:r>
              <a:rPr lang="tr-TR" sz="2200" b="0" dirty="0"/>
              <a:t>Bilgisayar Mühendisliği Bölümü</a:t>
            </a:r>
          </a:p>
          <a:p>
            <a:pPr algn="ctr"/>
            <a:endParaRPr lang="tr-TR" sz="2200" b="0" dirty="0"/>
          </a:p>
          <a:p>
            <a:pPr algn="ctr"/>
            <a:endParaRPr lang="tr-TR" sz="2200" b="0" dirty="0"/>
          </a:p>
          <a:p>
            <a:pPr algn="ctr"/>
            <a:endParaRPr lang="tr-TR" sz="2000" b="0" dirty="0"/>
          </a:p>
          <a:p>
            <a:pPr algn="ctr"/>
            <a:r>
              <a:rPr lang="tr-TR" sz="2000" b="0" dirty="0"/>
              <a:t>ISPARTA - 2020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</a:t>
            </a:fld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49593"/>
            <a:ext cx="7660051" cy="116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Moodle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internet tabanlı ders ve web sitesi oluşturmak için kullanılan bir yazılım paketidir.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49593"/>
            <a:ext cx="7660051" cy="174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Moodle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138 ülkede kullanılmakta olup, 70 ayrı dil desteği vermekte ve 75,000 kayıtlı kullanıcısı bulunmaktadır.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2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49593"/>
            <a:ext cx="7660051" cy="116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php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tabanlı, açık kaynak kodlu online eğitim sistemi olup dersler modüller halinde kurulur.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29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49593"/>
            <a:ext cx="7660051" cy="116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Kullanılan sunucular üzerinde işletim sistemi olarak </a:t>
            </a: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Centos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 (Linux) işletim sistemi kullanılmaktadır.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49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49593"/>
            <a:ext cx="7660051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 tabanı olarak </a:t>
            </a:r>
            <a:r>
              <a:rPr lang="tr-TR" altLang="en-TR" sz="25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Veri Tabanı kullanılmaktadır.</a:t>
            </a:r>
            <a:endParaRPr lang="en-US" altLang="en-TR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543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49593"/>
            <a:ext cx="7660051" cy="232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3400" indent="-533400">
              <a:lnSpc>
                <a:spcPct val="150000"/>
              </a:lnSpc>
              <a:buFont typeface="Wingdings" pitchFamily="2" charset="2"/>
              <a:buNone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 3 farklı sunucu üzerinden bulunmaktadır.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Sunucu : </a:t>
            </a: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Moodle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sistemini üzerinde barındırır.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Sunucu : Sistem yedeklemesi gerçekleştirir.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Sunucu : Veri tabanını yönetir.</a:t>
            </a:r>
            <a:endParaRPr lang="en-US" altLang="en-TR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09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132856"/>
            <a:ext cx="7660051" cy="289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Güvenlik olarak Linux işletim sisteminin sağlamış olduğu firewall uygulamaları kullanılmaktadır. Ayrıca Kampüs genelindeki internet erişiminin firewall sistemi bu </a:t>
            </a: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sunucularıda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korumak üzere düzenlenmiştir.</a:t>
            </a:r>
            <a:endParaRPr lang="en-US" altLang="en-TR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99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75995"/>
            <a:ext cx="7660051" cy="174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tr-TR" altLang="en-TR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Moodle’ın</a:t>
            </a: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tercih edilme nedeni; geliştirilmesinde çok sayıda insanın çalışması ve sistem açıklarının en kısa sürede tespit edilip düzeltilmesidir.</a:t>
            </a:r>
            <a:endParaRPr lang="en-US" altLang="en-TR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65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75995"/>
            <a:ext cx="7660051" cy="174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 diğer tercih nedeni de çok sayıda Türkçe kullanım kılavuzuna sahip olmasıdır. Bu kılavuzlar; Kullanıcı ve eğitmen olarak ayrı ayrı sunulmaktadır.  </a:t>
            </a:r>
            <a:endParaRPr lang="en-US" altLang="en-TR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190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653297"/>
            <a:ext cx="7467600" cy="1143000"/>
          </a:xfrm>
        </p:spPr>
        <p:txBody>
          <a:bodyPr/>
          <a:lstStyle/>
          <a:p>
            <a:r>
              <a:rPr lang="tr-TR" dirty="0"/>
              <a:t>Eğitim Yönetim Sistemi </a:t>
            </a:r>
            <a:br>
              <a:rPr lang="tr-TR" dirty="0"/>
            </a:br>
            <a:r>
              <a:rPr lang="tr-TR" dirty="0"/>
              <a:t>Tanıtılması ve Kullanımı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F3DB4-D507-2E48-BE41-C54656321DCE}"/>
              </a:ext>
            </a:extLst>
          </p:cNvPr>
          <p:cNvSpPr/>
          <p:nvPr/>
        </p:nvSpPr>
        <p:spPr>
          <a:xfrm>
            <a:off x="513374" y="2475995"/>
            <a:ext cx="7660051" cy="174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tr-TR" altLang="en-TR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Diğer sistemlere göre bir diğer avantajı da ücretsiz olarak dağıtılması ve yardım alınabilecek kullanıcı sayısının fazla olmasıdır.</a:t>
            </a:r>
            <a:endParaRPr lang="en-US" altLang="en-TR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7FA47B5-9107-E44E-98EB-91588263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4" y="5373216"/>
            <a:ext cx="2276295" cy="109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246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</TotalTime>
  <Words>293</Words>
  <Application>Microsoft Macintosh PowerPoint</Application>
  <PresentationFormat>On-screen Show (4:3)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Century Schoolbook</vt:lpstr>
      <vt:lpstr>Tahoma</vt:lpstr>
      <vt:lpstr>Wingdings</vt:lpstr>
      <vt:lpstr>Wingdings 2</vt:lpstr>
      <vt:lpstr>Cumba</vt:lpstr>
      <vt:lpstr>UZAKTAN EĞİTİM TEKNOLOJİLERİ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  <vt:lpstr>Eğitim Yönetim Sistemi  Tanıtılması ve Kullanımı</vt:lpstr>
    </vt:vector>
  </TitlesOfParts>
  <Company>rocco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zaman</dc:creator>
  <cp:lastModifiedBy>Microsoft Office User</cp:lastModifiedBy>
  <cp:revision>129</cp:revision>
  <dcterms:created xsi:type="dcterms:W3CDTF">2015-05-19T13:03:20Z</dcterms:created>
  <dcterms:modified xsi:type="dcterms:W3CDTF">2020-11-09T15:36:24Z</dcterms:modified>
</cp:coreProperties>
</file>